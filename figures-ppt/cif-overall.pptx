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28600" y="228600"/>
            <a:ext cx="9144000" cy="5486400"/>
            <a:chOff x="228600" y="228600"/>
            <a:chExt cx="9144000" cy="5486400"/>
          </a:xfrm>
        </p:grpSpPr>
        <p:sp>
          <p:nvSpPr>
            <p:cNvPr id="3" name="rc3"/>
            <p:cNvSpPr/>
            <p:nvPr/>
          </p:nvSpPr>
          <p:spPr>
            <a:xfrm>
              <a:off x="228600" y="228600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28600" y="228600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92737" y="298189"/>
              <a:ext cx="8510273" cy="44896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92737" y="4121063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92737" y="3001318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92737" y="1881573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2737" y="761827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53229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00551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47874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595196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42519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92737" y="4680936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92737" y="3561191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92737" y="2441445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2737" y="1321700"/>
              <a:ext cx="8510273" cy="0"/>
            </a:xfrm>
            <a:custGeom>
              <a:avLst/>
              <a:pathLst>
                <a:path w="8510273" h="0">
                  <a:moveTo>
                    <a:pt x="0" y="0"/>
                  </a:moveTo>
                  <a:lnTo>
                    <a:pt x="8510273" y="0"/>
                  </a:lnTo>
                  <a:lnTo>
                    <a:pt x="851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79568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26890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74213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1535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68857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916180" y="298189"/>
              <a:ext cx="0" cy="4489643"/>
            </a:xfrm>
            <a:custGeom>
              <a:avLst/>
              <a:pathLst>
                <a:path w="0" h="4489643">
                  <a:moveTo>
                    <a:pt x="0" y="44896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9568" y="4253974"/>
              <a:ext cx="7736612" cy="426961"/>
            </a:xfrm>
            <a:custGeom>
              <a:avLst/>
              <a:pathLst>
                <a:path w="7736612" h="426961">
                  <a:moveTo>
                    <a:pt x="0" y="426961"/>
                  </a:moveTo>
                  <a:lnTo>
                    <a:pt x="4239" y="426961"/>
                  </a:lnTo>
                  <a:lnTo>
                    <a:pt x="4239" y="426961"/>
                  </a:lnTo>
                  <a:lnTo>
                    <a:pt x="8478" y="426961"/>
                  </a:lnTo>
                  <a:lnTo>
                    <a:pt x="8478" y="426961"/>
                  </a:lnTo>
                  <a:lnTo>
                    <a:pt x="12717" y="426961"/>
                  </a:lnTo>
                  <a:lnTo>
                    <a:pt x="12717" y="426644"/>
                  </a:lnTo>
                  <a:lnTo>
                    <a:pt x="16956" y="426644"/>
                  </a:lnTo>
                  <a:lnTo>
                    <a:pt x="16956" y="426644"/>
                  </a:lnTo>
                  <a:lnTo>
                    <a:pt x="21196" y="426644"/>
                  </a:lnTo>
                  <a:lnTo>
                    <a:pt x="21196" y="426644"/>
                  </a:lnTo>
                  <a:lnTo>
                    <a:pt x="25435" y="426644"/>
                  </a:lnTo>
                  <a:lnTo>
                    <a:pt x="25435" y="426644"/>
                  </a:lnTo>
                  <a:lnTo>
                    <a:pt x="29674" y="426644"/>
                  </a:lnTo>
                  <a:lnTo>
                    <a:pt x="29674" y="426326"/>
                  </a:lnTo>
                  <a:lnTo>
                    <a:pt x="33913" y="426326"/>
                  </a:lnTo>
                  <a:lnTo>
                    <a:pt x="33913" y="425690"/>
                  </a:lnTo>
                  <a:lnTo>
                    <a:pt x="38153" y="425690"/>
                  </a:lnTo>
                  <a:lnTo>
                    <a:pt x="38153" y="425372"/>
                  </a:lnTo>
                  <a:lnTo>
                    <a:pt x="42392" y="425372"/>
                  </a:lnTo>
                  <a:lnTo>
                    <a:pt x="42392" y="425054"/>
                  </a:lnTo>
                  <a:lnTo>
                    <a:pt x="46631" y="425054"/>
                  </a:lnTo>
                  <a:lnTo>
                    <a:pt x="46631" y="425054"/>
                  </a:lnTo>
                  <a:lnTo>
                    <a:pt x="50870" y="425054"/>
                  </a:lnTo>
                  <a:lnTo>
                    <a:pt x="50870" y="424099"/>
                  </a:lnTo>
                  <a:lnTo>
                    <a:pt x="55110" y="424099"/>
                  </a:lnTo>
                  <a:lnTo>
                    <a:pt x="55110" y="423463"/>
                  </a:lnTo>
                  <a:lnTo>
                    <a:pt x="59349" y="423463"/>
                  </a:lnTo>
                  <a:lnTo>
                    <a:pt x="59349" y="422190"/>
                  </a:lnTo>
                  <a:lnTo>
                    <a:pt x="63588" y="422190"/>
                  </a:lnTo>
                  <a:lnTo>
                    <a:pt x="63588" y="421553"/>
                  </a:lnTo>
                  <a:lnTo>
                    <a:pt x="67827" y="421553"/>
                  </a:lnTo>
                  <a:lnTo>
                    <a:pt x="67827" y="420915"/>
                  </a:lnTo>
                  <a:lnTo>
                    <a:pt x="72067" y="420915"/>
                  </a:lnTo>
                  <a:lnTo>
                    <a:pt x="72067" y="420915"/>
                  </a:lnTo>
                  <a:lnTo>
                    <a:pt x="76306" y="420915"/>
                  </a:lnTo>
                  <a:lnTo>
                    <a:pt x="76306" y="420915"/>
                  </a:lnTo>
                  <a:lnTo>
                    <a:pt x="80545" y="420915"/>
                  </a:lnTo>
                  <a:lnTo>
                    <a:pt x="80545" y="420915"/>
                  </a:lnTo>
                  <a:lnTo>
                    <a:pt x="84784" y="420915"/>
                  </a:lnTo>
                  <a:lnTo>
                    <a:pt x="84784" y="420915"/>
                  </a:lnTo>
                  <a:lnTo>
                    <a:pt x="89024" y="420915"/>
                  </a:lnTo>
                  <a:lnTo>
                    <a:pt x="89024" y="419319"/>
                  </a:lnTo>
                  <a:lnTo>
                    <a:pt x="93263" y="419319"/>
                  </a:lnTo>
                  <a:lnTo>
                    <a:pt x="93263" y="419319"/>
                  </a:lnTo>
                  <a:lnTo>
                    <a:pt x="97502" y="419319"/>
                  </a:lnTo>
                  <a:lnTo>
                    <a:pt x="97502" y="419319"/>
                  </a:lnTo>
                  <a:lnTo>
                    <a:pt x="101741" y="419319"/>
                  </a:lnTo>
                  <a:lnTo>
                    <a:pt x="101741" y="419319"/>
                  </a:lnTo>
                  <a:lnTo>
                    <a:pt x="105980" y="419319"/>
                  </a:lnTo>
                  <a:lnTo>
                    <a:pt x="105980" y="418999"/>
                  </a:lnTo>
                  <a:lnTo>
                    <a:pt x="110220" y="418999"/>
                  </a:lnTo>
                  <a:lnTo>
                    <a:pt x="110220" y="418999"/>
                  </a:lnTo>
                  <a:lnTo>
                    <a:pt x="114459" y="418999"/>
                  </a:lnTo>
                  <a:lnTo>
                    <a:pt x="114459" y="418999"/>
                  </a:lnTo>
                  <a:lnTo>
                    <a:pt x="118698" y="418999"/>
                  </a:lnTo>
                  <a:lnTo>
                    <a:pt x="118698" y="418358"/>
                  </a:lnTo>
                  <a:lnTo>
                    <a:pt x="122937" y="418358"/>
                  </a:lnTo>
                  <a:lnTo>
                    <a:pt x="122937" y="418358"/>
                  </a:lnTo>
                  <a:lnTo>
                    <a:pt x="127177" y="418358"/>
                  </a:lnTo>
                  <a:lnTo>
                    <a:pt x="127177" y="418358"/>
                  </a:lnTo>
                  <a:lnTo>
                    <a:pt x="131416" y="418358"/>
                  </a:lnTo>
                  <a:lnTo>
                    <a:pt x="131416" y="418358"/>
                  </a:lnTo>
                  <a:lnTo>
                    <a:pt x="135655" y="418358"/>
                  </a:lnTo>
                  <a:lnTo>
                    <a:pt x="135655" y="418358"/>
                  </a:lnTo>
                  <a:lnTo>
                    <a:pt x="139894" y="418358"/>
                  </a:lnTo>
                  <a:lnTo>
                    <a:pt x="139894" y="418358"/>
                  </a:lnTo>
                  <a:lnTo>
                    <a:pt x="144134" y="418358"/>
                  </a:lnTo>
                  <a:lnTo>
                    <a:pt x="144134" y="418037"/>
                  </a:lnTo>
                  <a:lnTo>
                    <a:pt x="148373" y="418037"/>
                  </a:lnTo>
                  <a:lnTo>
                    <a:pt x="148373" y="417395"/>
                  </a:lnTo>
                  <a:lnTo>
                    <a:pt x="152612" y="417395"/>
                  </a:lnTo>
                  <a:lnTo>
                    <a:pt x="152612" y="417395"/>
                  </a:lnTo>
                  <a:lnTo>
                    <a:pt x="156851" y="417395"/>
                  </a:lnTo>
                  <a:lnTo>
                    <a:pt x="156851" y="417395"/>
                  </a:lnTo>
                  <a:lnTo>
                    <a:pt x="161091" y="417395"/>
                  </a:lnTo>
                  <a:lnTo>
                    <a:pt x="161091" y="417395"/>
                  </a:lnTo>
                  <a:lnTo>
                    <a:pt x="165330" y="417395"/>
                  </a:lnTo>
                  <a:lnTo>
                    <a:pt x="165330" y="417073"/>
                  </a:lnTo>
                  <a:lnTo>
                    <a:pt x="169569" y="417073"/>
                  </a:lnTo>
                  <a:lnTo>
                    <a:pt x="169569" y="416751"/>
                  </a:lnTo>
                  <a:lnTo>
                    <a:pt x="173808" y="416751"/>
                  </a:lnTo>
                  <a:lnTo>
                    <a:pt x="173808" y="416107"/>
                  </a:lnTo>
                  <a:lnTo>
                    <a:pt x="178048" y="416107"/>
                  </a:lnTo>
                  <a:lnTo>
                    <a:pt x="178048" y="413209"/>
                  </a:lnTo>
                  <a:lnTo>
                    <a:pt x="182287" y="413209"/>
                  </a:lnTo>
                  <a:lnTo>
                    <a:pt x="182287" y="412564"/>
                  </a:lnTo>
                  <a:lnTo>
                    <a:pt x="186526" y="412564"/>
                  </a:lnTo>
                  <a:lnTo>
                    <a:pt x="186526" y="412564"/>
                  </a:lnTo>
                  <a:lnTo>
                    <a:pt x="190765" y="412564"/>
                  </a:lnTo>
                  <a:lnTo>
                    <a:pt x="190765" y="412241"/>
                  </a:lnTo>
                  <a:lnTo>
                    <a:pt x="195005" y="412241"/>
                  </a:lnTo>
                  <a:lnTo>
                    <a:pt x="195005" y="412241"/>
                  </a:lnTo>
                  <a:lnTo>
                    <a:pt x="199244" y="412241"/>
                  </a:lnTo>
                  <a:lnTo>
                    <a:pt x="199244" y="411918"/>
                  </a:lnTo>
                  <a:lnTo>
                    <a:pt x="203483" y="411918"/>
                  </a:lnTo>
                  <a:lnTo>
                    <a:pt x="203483" y="411271"/>
                  </a:lnTo>
                  <a:lnTo>
                    <a:pt x="207722" y="411271"/>
                  </a:lnTo>
                  <a:lnTo>
                    <a:pt x="207722" y="411271"/>
                  </a:lnTo>
                  <a:lnTo>
                    <a:pt x="211961" y="411271"/>
                  </a:lnTo>
                  <a:lnTo>
                    <a:pt x="211961" y="411271"/>
                  </a:lnTo>
                  <a:lnTo>
                    <a:pt x="216201" y="411271"/>
                  </a:lnTo>
                  <a:lnTo>
                    <a:pt x="216201" y="411271"/>
                  </a:lnTo>
                  <a:lnTo>
                    <a:pt x="220440" y="411271"/>
                  </a:lnTo>
                  <a:lnTo>
                    <a:pt x="220440" y="411271"/>
                  </a:lnTo>
                  <a:lnTo>
                    <a:pt x="224679" y="411271"/>
                  </a:lnTo>
                  <a:lnTo>
                    <a:pt x="224679" y="410948"/>
                  </a:lnTo>
                  <a:lnTo>
                    <a:pt x="228918" y="410948"/>
                  </a:lnTo>
                  <a:lnTo>
                    <a:pt x="228918" y="410948"/>
                  </a:lnTo>
                  <a:lnTo>
                    <a:pt x="233158" y="410948"/>
                  </a:lnTo>
                  <a:lnTo>
                    <a:pt x="233158" y="409976"/>
                  </a:lnTo>
                  <a:lnTo>
                    <a:pt x="237397" y="409976"/>
                  </a:lnTo>
                  <a:lnTo>
                    <a:pt x="237397" y="408681"/>
                  </a:lnTo>
                  <a:lnTo>
                    <a:pt x="241636" y="408681"/>
                  </a:lnTo>
                  <a:lnTo>
                    <a:pt x="241636" y="408681"/>
                  </a:lnTo>
                  <a:lnTo>
                    <a:pt x="245875" y="408681"/>
                  </a:lnTo>
                  <a:lnTo>
                    <a:pt x="245875" y="408357"/>
                  </a:lnTo>
                  <a:lnTo>
                    <a:pt x="250115" y="408357"/>
                  </a:lnTo>
                  <a:lnTo>
                    <a:pt x="250115" y="408357"/>
                  </a:lnTo>
                  <a:lnTo>
                    <a:pt x="254354" y="408357"/>
                  </a:lnTo>
                  <a:lnTo>
                    <a:pt x="254354" y="408357"/>
                  </a:lnTo>
                  <a:lnTo>
                    <a:pt x="258593" y="408357"/>
                  </a:lnTo>
                  <a:lnTo>
                    <a:pt x="258593" y="408357"/>
                  </a:lnTo>
                  <a:lnTo>
                    <a:pt x="262832" y="408357"/>
                  </a:lnTo>
                  <a:lnTo>
                    <a:pt x="262832" y="407707"/>
                  </a:lnTo>
                  <a:lnTo>
                    <a:pt x="267072" y="407707"/>
                  </a:lnTo>
                  <a:lnTo>
                    <a:pt x="267072" y="405759"/>
                  </a:lnTo>
                  <a:lnTo>
                    <a:pt x="271311" y="405759"/>
                  </a:lnTo>
                  <a:lnTo>
                    <a:pt x="271311" y="405759"/>
                  </a:lnTo>
                  <a:lnTo>
                    <a:pt x="275550" y="405759"/>
                  </a:lnTo>
                  <a:lnTo>
                    <a:pt x="275550" y="405434"/>
                  </a:lnTo>
                  <a:lnTo>
                    <a:pt x="279789" y="405434"/>
                  </a:lnTo>
                  <a:lnTo>
                    <a:pt x="279789" y="404783"/>
                  </a:lnTo>
                  <a:lnTo>
                    <a:pt x="284029" y="404783"/>
                  </a:lnTo>
                  <a:lnTo>
                    <a:pt x="284029" y="404783"/>
                  </a:lnTo>
                  <a:lnTo>
                    <a:pt x="288268" y="404783"/>
                  </a:lnTo>
                  <a:lnTo>
                    <a:pt x="288268" y="404457"/>
                  </a:lnTo>
                  <a:lnTo>
                    <a:pt x="292507" y="404457"/>
                  </a:lnTo>
                  <a:lnTo>
                    <a:pt x="292507" y="403806"/>
                  </a:lnTo>
                  <a:lnTo>
                    <a:pt x="296746" y="403806"/>
                  </a:lnTo>
                  <a:lnTo>
                    <a:pt x="296746" y="402502"/>
                  </a:lnTo>
                  <a:lnTo>
                    <a:pt x="300986" y="402502"/>
                  </a:lnTo>
                  <a:lnTo>
                    <a:pt x="300986" y="402176"/>
                  </a:lnTo>
                  <a:lnTo>
                    <a:pt x="305225" y="402176"/>
                  </a:lnTo>
                  <a:lnTo>
                    <a:pt x="305225" y="401850"/>
                  </a:lnTo>
                  <a:lnTo>
                    <a:pt x="309464" y="401850"/>
                  </a:lnTo>
                  <a:lnTo>
                    <a:pt x="309464" y="401524"/>
                  </a:lnTo>
                  <a:lnTo>
                    <a:pt x="313703" y="401524"/>
                  </a:lnTo>
                  <a:lnTo>
                    <a:pt x="313703" y="401524"/>
                  </a:lnTo>
                  <a:lnTo>
                    <a:pt x="317942" y="401524"/>
                  </a:lnTo>
                  <a:lnTo>
                    <a:pt x="317942" y="400871"/>
                  </a:lnTo>
                  <a:lnTo>
                    <a:pt x="322182" y="400871"/>
                  </a:lnTo>
                  <a:lnTo>
                    <a:pt x="322182" y="399239"/>
                  </a:lnTo>
                  <a:lnTo>
                    <a:pt x="326421" y="399239"/>
                  </a:lnTo>
                  <a:lnTo>
                    <a:pt x="326421" y="398912"/>
                  </a:lnTo>
                  <a:lnTo>
                    <a:pt x="330660" y="398912"/>
                  </a:lnTo>
                  <a:lnTo>
                    <a:pt x="330660" y="398259"/>
                  </a:lnTo>
                  <a:lnTo>
                    <a:pt x="334899" y="398259"/>
                  </a:lnTo>
                  <a:lnTo>
                    <a:pt x="334899" y="398259"/>
                  </a:lnTo>
                  <a:lnTo>
                    <a:pt x="339139" y="398259"/>
                  </a:lnTo>
                  <a:lnTo>
                    <a:pt x="339139" y="398259"/>
                  </a:lnTo>
                  <a:lnTo>
                    <a:pt x="343378" y="398259"/>
                  </a:lnTo>
                  <a:lnTo>
                    <a:pt x="343378" y="397932"/>
                  </a:lnTo>
                  <a:lnTo>
                    <a:pt x="347617" y="397932"/>
                  </a:lnTo>
                  <a:lnTo>
                    <a:pt x="347617" y="397605"/>
                  </a:lnTo>
                  <a:lnTo>
                    <a:pt x="351856" y="397605"/>
                  </a:lnTo>
                  <a:lnTo>
                    <a:pt x="351856" y="397278"/>
                  </a:lnTo>
                  <a:lnTo>
                    <a:pt x="356096" y="397278"/>
                  </a:lnTo>
                  <a:lnTo>
                    <a:pt x="356096" y="393677"/>
                  </a:lnTo>
                  <a:lnTo>
                    <a:pt x="360335" y="393677"/>
                  </a:lnTo>
                  <a:lnTo>
                    <a:pt x="360335" y="393350"/>
                  </a:lnTo>
                  <a:lnTo>
                    <a:pt x="364574" y="393350"/>
                  </a:lnTo>
                  <a:lnTo>
                    <a:pt x="364574" y="393022"/>
                  </a:lnTo>
                  <a:lnTo>
                    <a:pt x="368813" y="393022"/>
                  </a:lnTo>
                  <a:lnTo>
                    <a:pt x="368813" y="393022"/>
                  </a:lnTo>
                  <a:lnTo>
                    <a:pt x="373053" y="393022"/>
                  </a:lnTo>
                  <a:lnTo>
                    <a:pt x="373053" y="392694"/>
                  </a:lnTo>
                  <a:lnTo>
                    <a:pt x="377292" y="392694"/>
                  </a:lnTo>
                  <a:lnTo>
                    <a:pt x="377292" y="392694"/>
                  </a:lnTo>
                  <a:lnTo>
                    <a:pt x="381531" y="392694"/>
                  </a:lnTo>
                  <a:lnTo>
                    <a:pt x="381531" y="392037"/>
                  </a:lnTo>
                  <a:lnTo>
                    <a:pt x="385770" y="392037"/>
                  </a:lnTo>
                  <a:lnTo>
                    <a:pt x="385770" y="391053"/>
                  </a:lnTo>
                  <a:lnTo>
                    <a:pt x="390010" y="391053"/>
                  </a:lnTo>
                  <a:lnTo>
                    <a:pt x="390010" y="391053"/>
                  </a:lnTo>
                  <a:lnTo>
                    <a:pt x="394249" y="391053"/>
                  </a:lnTo>
                  <a:lnTo>
                    <a:pt x="394249" y="390724"/>
                  </a:lnTo>
                  <a:lnTo>
                    <a:pt x="398488" y="390724"/>
                  </a:lnTo>
                  <a:lnTo>
                    <a:pt x="398488" y="390396"/>
                  </a:lnTo>
                  <a:lnTo>
                    <a:pt x="402727" y="390396"/>
                  </a:lnTo>
                  <a:lnTo>
                    <a:pt x="402727" y="390396"/>
                  </a:lnTo>
                  <a:lnTo>
                    <a:pt x="406966" y="390396"/>
                  </a:lnTo>
                  <a:lnTo>
                    <a:pt x="406966" y="390396"/>
                  </a:lnTo>
                  <a:lnTo>
                    <a:pt x="411206" y="390396"/>
                  </a:lnTo>
                  <a:lnTo>
                    <a:pt x="411206" y="390396"/>
                  </a:lnTo>
                  <a:lnTo>
                    <a:pt x="415445" y="390396"/>
                  </a:lnTo>
                  <a:lnTo>
                    <a:pt x="415445" y="389739"/>
                  </a:lnTo>
                  <a:lnTo>
                    <a:pt x="419684" y="389739"/>
                  </a:lnTo>
                  <a:lnTo>
                    <a:pt x="419684" y="389739"/>
                  </a:lnTo>
                  <a:lnTo>
                    <a:pt x="423923" y="389739"/>
                  </a:lnTo>
                  <a:lnTo>
                    <a:pt x="423923" y="389739"/>
                  </a:lnTo>
                  <a:lnTo>
                    <a:pt x="428163" y="389739"/>
                  </a:lnTo>
                  <a:lnTo>
                    <a:pt x="428163" y="389410"/>
                  </a:lnTo>
                  <a:lnTo>
                    <a:pt x="432402" y="389410"/>
                  </a:lnTo>
                  <a:lnTo>
                    <a:pt x="432402" y="389410"/>
                  </a:lnTo>
                  <a:lnTo>
                    <a:pt x="436641" y="389410"/>
                  </a:lnTo>
                  <a:lnTo>
                    <a:pt x="436641" y="389080"/>
                  </a:lnTo>
                  <a:lnTo>
                    <a:pt x="440880" y="389080"/>
                  </a:lnTo>
                  <a:lnTo>
                    <a:pt x="440880" y="388422"/>
                  </a:lnTo>
                  <a:lnTo>
                    <a:pt x="445120" y="388422"/>
                  </a:lnTo>
                  <a:lnTo>
                    <a:pt x="445120" y="386445"/>
                  </a:lnTo>
                  <a:lnTo>
                    <a:pt x="449359" y="386445"/>
                  </a:lnTo>
                  <a:lnTo>
                    <a:pt x="449359" y="385786"/>
                  </a:lnTo>
                  <a:lnTo>
                    <a:pt x="453598" y="385786"/>
                  </a:lnTo>
                  <a:lnTo>
                    <a:pt x="453598" y="385456"/>
                  </a:lnTo>
                  <a:lnTo>
                    <a:pt x="457837" y="385456"/>
                  </a:lnTo>
                  <a:lnTo>
                    <a:pt x="457837" y="384466"/>
                  </a:lnTo>
                  <a:lnTo>
                    <a:pt x="462077" y="384466"/>
                  </a:lnTo>
                  <a:lnTo>
                    <a:pt x="462077" y="384466"/>
                  </a:lnTo>
                  <a:lnTo>
                    <a:pt x="466316" y="384466"/>
                  </a:lnTo>
                  <a:lnTo>
                    <a:pt x="466316" y="384136"/>
                  </a:lnTo>
                  <a:lnTo>
                    <a:pt x="470555" y="384136"/>
                  </a:lnTo>
                  <a:lnTo>
                    <a:pt x="470555" y="383476"/>
                  </a:lnTo>
                  <a:lnTo>
                    <a:pt x="474794" y="383476"/>
                  </a:lnTo>
                  <a:lnTo>
                    <a:pt x="474794" y="382485"/>
                  </a:lnTo>
                  <a:lnTo>
                    <a:pt x="479034" y="382485"/>
                  </a:lnTo>
                  <a:lnTo>
                    <a:pt x="479034" y="382485"/>
                  </a:lnTo>
                  <a:lnTo>
                    <a:pt x="483273" y="382485"/>
                  </a:lnTo>
                  <a:lnTo>
                    <a:pt x="483273" y="381824"/>
                  </a:lnTo>
                  <a:lnTo>
                    <a:pt x="487512" y="381824"/>
                  </a:lnTo>
                  <a:lnTo>
                    <a:pt x="487512" y="381824"/>
                  </a:lnTo>
                  <a:lnTo>
                    <a:pt x="491751" y="381824"/>
                  </a:lnTo>
                  <a:lnTo>
                    <a:pt x="491751" y="381493"/>
                  </a:lnTo>
                  <a:lnTo>
                    <a:pt x="495991" y="381493"/>
                  </a:lnTo>
                  <a:lnTo>
                    <a:pt x="495991" y="381493"/>
                  </a:lnTo>
                  <a:lnTo>
                    <a:pt x="500230" y="381493"/>
                  </a:lnTo>
                  <a:lnTo>
                    <a:pt x="500230" y="381162"/>
                  </a:lnTo>
                  <a:lnTo>
                    <a:pt x="504469" y="381162"/>
                  </a:lnTo>
                  <a:lnTo>
                    <a:pt x="504469" y="380500"/>
                  </a:lnTo>
                  <a:lnTo>
                    <a:pt x="508708" y="380500"/>
                  </a:lnTo>
                  <a:lnTo>
                    <a:pt x="508708" y="380500"/>
                  </a:lnTo>
                  <a:lnTo>
                    <a:pt x="512947" y="380500"/>
                  </a:lnTo>
                  <a:lnTo>
                    <a:pt x="512947" y="380169"/>
                  </a:lnTo>
                  <a:lnTo>
                    <a:pt x="517187" y="380169"/>
                  </a:lnTo>
                  <a:lnTo>
                    <a:pt x="517187" y="380169"/>
                  </a:lnTo>
                  <a:lnTo>
                    <a:pt x="521426" y="380169"/>
                  </a:lnTo>
                  <a:lnTo>
                    <a:pt x="521426" y="379838"/>
                  </a:lnTo>
                  <a:lnTo>
                    <a:pt x="525665" y="379838"/>
                  </a:lnTo>
                  <a:lnTo>
                    <a:pt x="525665" y="379506"/>
                  </a:lnTo>
                  <a:lnTo>
                    <a:pt x="529904" y="379506"/>
                  </a:lnTo>
                  <a:lnTo>
                    <a:pt x="529904" y="379175"/>
                  </a:lnTo>
                  <a:lnTo>
                    <a:pt x="534144" y="379175"/>
                  </a:lnTo>
                  <a:lnTo>
                    <a:pt x="534144" y="377848"/>
                  </a:lnTo>
                  <a:lnTo>
                    <a:pt x="538383" y="377848"/>
                  </a:lnTo>
                  <a:lnTo>
                    <a:pt x="538383" y="375857"/>
                  </a:lnTo>
                  <a:lnTo>
                    <a:pt x="542622" y="375857"/>
                  </a:lnTo>
                  <a:lnTo>
                    <a:pt x="542622" y="375525"/>
                  </a:lnTo>
                  <a:lnTo>
                    <a:pt x="546861" y="375525"/>
                  </a:lnTo>
                  <a:lnTo>
                    <a:pt x="546861" y="374861"/>
                  </a:lnTo>
                  <a:lnTo>
                    <a:pt x="551101" y="374861"/>
                  </a:lnTo>
                  <a:lnTo>
                    <a:pt x="551101" y="374529"/>
                  </a:lnTo>
                  <a:lnTo>
                    <a:pt x="555340" y="374529"/>
                  </a:lnTo>
                  <a:lnTo>
                    <a:pt x="555340" y="374197"/>
                  </a:lnTo>
                  <a:lnTo>
                    <a:pt x="559579" y="374197"/>
                  </a:lnTo>
                  <a:lnTo>
                    <a:pt x="559579" y="373532"/>
                  </a:lnTo>
                  <a:lnTo>
                    <a:pt x="563818" y="373532"/>
                  </a:lnTo>
                  <a:lnTo>
                    <a:pt x="563818" y="372202"/>
                  </a:lnTo>
                  <a:lnTo>
                    <a:pt x="568058" y="372202"/>
                  </a:lnTo>
                  <a:lnTo>
                    <a:pt x="568058" y="370872"/>
                  </a:lnTo>
                  <a:lnTo>
                    <a:pt x="572297" y="370872"/>
                  </a:lnTo>
                  <a:lnTo>
                    <a:pt x="572297" y="370539"/>
                  </a:lnTo>
                  <a:lnTo>
                    <a:pt x="576536" y="370539"/>
                  </a:lnTo>
                  <a:lnTo>
                    <a:pt x="576536" y="370206"/>
                  </a:lnTo>
                  <a:lnTo>
                    <a:pt x="580775" y="370206"/>
                  </a:lnTo>
                  <a:lnTo>
                    <a:pt x="580775" y="369540"/>
                  </a:lnTo>
                  <a:lnTo>
                    <a:pt x="585015" y="369540"/>
                  </a:lnTo>
                  <a:lnTo>
                    <a:pt x="585015" y="369208"/>
                  </a:lnTo>
                  <a:lnTo>
                    <a:pt x="589254" y="369208"/>
                  </a:lnTo>
                  <a:lnTo>
                    <a:pt x="589254" y="368209"/>
                  </a:lnTo>
                  <a:lnTo>
                    <a:pt x="593493" y="368209"/>
                  </a:lnTo>
                  <a:lnTo>
                    <a:pt x="593493" y="367543"/>
                  </a:lnTo>
                  <a:lnTo>
                    <a:pt x="597732" y="367543"/>
                  </a:lnTo>
                  <a:lnTo>
                    <a:pt x="597732" y="367210"/>
                  </a:lnTo>
                  <a:lnTo>
                    <a:pt x="601972" y="367210"/>
                  </a:lnTo>
                  <a:lnTo>
                    <a:pt x="601972" y="366877"/>
                  </a:lnTo>
                  <a:lnTo>
                    <a:pt x="606211" y="366877"/>
                  </a:lnTo>
                  <a:lnTo>
                    <a:pt x="606211" y="365877"/>
                  </a:lnTo>
                  <a:lnTo>
                    <a:pt x="610450" y="365877"/>
                  </a:lnTo>
                  <a:lnTo>
                    <a:pt x="610450" y="365543"/>
                  </a:lnTo>
                  <a:lnTo>
                    <a:pt x="614689" y="365543"/>
                  </a:lnTo>
                  <a:lnTo>
                    <a:pt x="614689" y="365210"/>
                  </a:lnTo>
                  <a:lnTo>
                    <a:pt x="618928" y="365210"/>
                  </a:lnTo>
                  <a:lnTo>
                    <a:pt x="618928" y="364543"/>
                  </a:lnTo>
                  <a:lnTo>
                    <a:pt x="623168" y="364543"/>
                  </a:lnTo>
                  <a:lnTo>
                    <a:pt x="623168" y="362209"/>
                  </a:lnTo>
                  <a:lnTo>
                    <a:pt x="627407" y="362209"/>
                  </a:lnTo>
                  <a:lnTo>
                    <a:pt x="627407" y="361875"/>
                  </a:lnTo>
                  <a:lnTo>
                    <a:pt x="631646" y="361875"/>
                  </a:lnTo>
                  <a:lnTo>
                    <a:pt x="631646" y="361208"/>
                  </a:lnTo>
                  <a:lnTo>
                    <a:pt x="635885" y="361208"/>
                  </a:lnTo>
                  <a:lnTo>
                    <a:pt x="635885" y="361208"/>
                  </a:lnTo>
                  <a:lnTo>
                    <a:pt x="640125" y="361208"/>
                  </a:lnTo>
                  <a:lnTo>
                    <a:pt x="640125" y="360874"/>
                  </a:lnTo>
                  <a:lnTo>
                    <a:pt x="644364" y="360874"/>
                  </a:lnTo>
                  <a:lnTo>
                    <a:pt x="644364" y="360540"/>
                  </a:lnTo>
                  <a:lnTo>
                    <a:pt x="648603" y="360540"/>
                  </a:lnTo>
                  <a:lnTo>
                    <a:pt x="648603" y="359872"/>
                  </a:lnTo>
                  <a:lnTo>
                    <a:pt x="652842" y="359872"/>
                  </a:lnTo>
                  <a:lnTo>
                    <a:pt x="652842" y="358536"/>
                  </a:lnTo>
                  <a:lnTo>
                    <a:pt x="657082" y="358536"/>
                  </a:lnTo>
                  <a:lnTo>
                    <a:pt x="657082" y="357867"/>
                  </a:lnTo>
                  <a:lnTo>
                    <a:pt x="661321" y="357867"/>
                  </a:lnTo>
                  <a:lnTo>
                    <a:pt x="661321" y="357867"/>
                  </a:lnTo>
                  <a:lnTo>
                    <a:pt x="665560" y="357867"/>
                  </a:lnTo>
                  <a:lnTo>
                    <a:pt x="665560" y="357198"/>
                  </a:lnTo>
                  <a:lnTo>
                    <a:pt x="669799" y="357198"/>
                  </a:lnTo>
                  <a:lnTo>
                    <a:pt x="669799" y="357198"/>
                  </a:lnTo>
                  <a:lnTo>
                    <a:pt x="674039" y="357198"/>
                  </a:lnTo>
                  <a:lnTo>
                    <a:pt x="674039" y="356863"/>
                  </a:lnTo>
                  <a:lnTo>
                    <a:pt x="678278" y="356863"/>
                  </a:lnTo>
                  <a:lnTo>
                    <a:pt x="678278" y="356528"/>
                  </a:lnTo>
                  <a:lnTo>
                    <a:pt x="682517" y="356528"/>
                  </a:lnTo>
                  <a:lnTo>
                    <a:pt x="682517" y="355524"/>
                  </a:lnTo>
                  <a:lnTo>
                    <a:pt x="686756" y="355524"/>
                  </a:lnTo>
                  <a:lnTo>
                    <a:pt x="686756" y="355189"/>
                  </a:lnTo>
                  <a:lnTo>
                    <a:pt x="690996" y="355189"/>
                  </a:lnTo>
                  <a:lnTo>
                    <a:pt x="690996" y="355189"/>
                  </a:lnTo>
                  <a:lnTo>
                    <a:pt x="695235" y="355189"/>
                  </a:lnTo>
                  <a:lnTo>
                    <a:pt x="695235" y="354854"/>
                  </a:lnTo>
                  <a:lnTo>
                    <a:pt x="699474" y="354854"/>
                  </a:lnTo>
                  <a:lnTo>
                    <a:pt x="699474" y="354854"/>
                  </a:lnTo>
                  <a:lnTo>
                    <a:pt x="703713" y="354854"/>
                  </a:lnTo>
                  <a:lnTo>
                    <a:pt x="703713" y="354184"/>
                  </a:lnTo>
                  <a:lnTo>
                    <a:pt x="707953" y="354184"/>
                  </a:lnTo>
                  <a:lnTo>
                    <a:pt x="707953" y="354184"/>
                  </a:lnTo>
                  <a:lnTo>
                    <a:pt x="712192" y="354184"/>
                  </a:lnTo>
                  <a:lnTo>
                    <a:pt x="712192" y="351837"/>
                  </a:lnTo>
                  <a:lnTo>
                    <a:pt x="716431" y="351837"/>
                  </a:lnTo>
                  <a:lnTo>
                    <a:pt x="716431" y="351166"/>
                  </a:lnTo>
                  <a:lnTo>
                    <a:pt x="720670" y="351166"/>
                  </a:lnTo>
                  <a:lnTo>
                    <a:pt x="720670" y="351166"/>
                  </a:lnTo>
                  <a:lnTo>
                    <a:pt x="724909" y="351166"/>
                  </a:lnTo>
                  <a:lnTo>
                    <a:pt x="724909" y="351166"/>
                  </a:lnTo>
                  <a:lnTo>
                    <a:pt x="729149" y="351166"/>
                  </a:lnTo>
                  <a:lnTo>
                    <a:pt x="729149" y="350494"/>
                  </a:lnTo>
                  <a:lnTo>
                    <a:pt x="733388" y="350494"/>
                  </a:lnTo>
                  <a:lnTo>
                    <a:pt x="733388" y="349823"/>
                  </a:lnTo>
                  <a:lnTo>
                    <a:pt x="737627" y="349823"/>
                  </a:lnTo>
                  <a:lnTo>
                    <a:pt x="737627" y="349487"/>
                  </a:lnTo>
                  <a:lnTo>
                    <a:pt x="741866" y="349487"/>
                  </a:lnTo>
                  <a:lnTo>
                    <a:pt x="741866" y="348478"/>
                  </a:lnTo>
                  <a:lnTo>
                    <a:pt x="746106" y="348478"/>
                  </a:lnTo>
                  <a:lnTo>
                    <a:pt x="746106" y="348142"/>
                  </a:lnTo>
                  <a:lnTo>
                    <a:pt x="750345" y="348142"/>
                  </a:lnTo>
                  <a:lnTo>
                    <a:pt x="750345" y="348142"/>
                  </a:lnTo>
                  <a:lnTo>
                    <a:pt x="754584" y="348142"/>
                  </a:lnTo>
                  <a:lnTo>
                    <a:pt x="754584" y="348142"/>
                  </a:lnTo>
                  <a:lnTo>
                    <a:pt x="758823" y="348142"/>
                  </a:lnTo>
                  <a:lnTo>
                    <a:pt x="758823" y="347806"/>
                  </a:lnTo>
                  <a:lnTo>
                    <a:pt x="763063" y="347806"/>
                  </a:lnTo>
                  <a:lnTo>
                    <a:pt x="763063" y="347469"/>
                  </a:lnTo>
                  <a:lnTo>
                    <a:pt x="767302" y="347469"/>
                  </a:lnTo>
                  <a:lnTo>
                    <a:pt x="767302" y="347132"/>
                  </a:lnTo>
                  <a:lnTo>
                    <a:pt x="771541" y="347132"/>
                  </a:lnTo>
                  <a:lnTo>
                    <a:pt x="771541" y="346122"/>
                  </a:lnTo>
                  <a:lnTo>
                    <a:pt x="775780" y="346122"/>
                  </a:lnTo>
                  <a:lnTo>
                    <a:pt x="775780" y="345785"/>
                  </a:lnTo>
                  <a:lnTo>
                    <a:pt x="780020" y="345785"/>
                  </a:lnTo>
                  <a:lnTo>
                    <a:pt x="780020" y="345449"/>
                  </a:lnTo>
                  <a:lnTo>
                    <a:pt x="784259" y="345449"/>
                  </a:lnTo>
                  <a:lnTo>
                    <a:pt x="784259" y="345449"/>
                  </a:lnTo>
                  <a:lnTo>
                    <a:pt x="788498" y="345449"/>
                  </a:lnTo>
                  <a:lnTo>
                    <a:pt x="788498" y="345112"/>
                  </a:lnTo>
                  <a:lnTo>
                    <a:pt x="792737" y="345112"/>
                  </a:lnTo>
                  <a:lnTo>
                    <a:pt x="792737" y="345112"/>
                  </a:lnTo>
                  <a:lnTo>
                    <a:pt x="796977" y="345112"/>
                  </a:lnTo>
                  <a:lnTo>
                    <a:pt x="796977" y="345112"/>
                  </a:lnTo>
                  <a:lnTo>
                    <a:pt x="801216" y="345112"/>
                  </a:lnTo>
                  <a:lnTo>
                    <a:pt x="801216" y="342413"/>
                  </a:lnTo>
                  <a:lnTo>
                    <a:pt x="805455" y="342413"/>
                  </a:lnTo>
                  <a:lnTo>
                    <a:pt x="805455" y="341738"/>
                  </a:lnTo>
                  <a:lnTo>
                    <a:pt x="809694" y="341738"/>
                  </a:lnTo>
                  <a:lnTo>
                    <a:pt x="809694" y="341063"/>
                  </a:lnTo>
                  <a:lnTo>
                    <a:pt x="813933" y="341063"/>
                  </a:lnTo>
                  <a:lnTo>
                    <a:pt x="813933" y="341063"/>
                  </a:lnTo>
                  <a:lnTo>
                    <a:pt x="818173" y="341063"/>
                  </a:lnTo>
                  <a:lnTo>
                    <a:pt x="818173" y="339713"/>
                  </a:lnTo>
                  <a:lnTo>
                    <a:pt x="822412" y="339713"/>
                  </a:lnTo>
                  <a:lnTo>
                    <a:pt x="822412" y="339038"/>
                  </a:lnTo>
                  <a:lnTo>
                    <a:pt x="826651" y="339038"/>
                  </a:lnTo>
                  <a:lnTo>
                    <a:pt x="826651" y="339038"/>
                  </a:lnTo>
                  <a:lnTo>
                    <a:pt x="830890" y="339038"/>
                  </a:lnTo>
                  <a:lnTo>
                    <a:pt x="830890" y="337688"/>
                  </a:lnTo>
                  <a:lnTo>
                    <a:pt x="835130" y="337688"/>
                  </a:lnTo>
                  <a:lnTo>
                    <a:pt x="835130" y="337688"/>
                  </a:lnTo>
                  <a:lnTo>
                    <a:pt x="839369" y="337688"/>
                  </a:lnTo>
                  <a:lnTo>
                    <a:pt x="839369" y="337350"/>
                  </a:lnTo>
                  <a:lnTo>
                    <a:pt x="843608" y="337350"/>
                  </a:lnTo>
                  <a:lnTo>
                    <a:pt x="843608" y="337012"/>
                  </a:lnTo>
                  <a:lnTo>
                    <a:pt x="847847" y="337012"/>
                  </a:lnTo>
                  <a:lnTo>
                    <a:pt x="847847" y="336674"/>
                  </a:lnTo>
                  <a:lnTo>
                    <a:pt x="852087" y="336674"/>
                  </a:lnTo>
                  <a:lnTo>
                    <a:pt x="852087" y="336336"/>
                  </a:lnTo>
                  <a:lnTo>
                    <a:pt x="856326" y="336336"/>
                  </a:lnTo>
                  <a:lnTo>
                    <a:pt x="856326" y="336336"/>
                  </a:lnTo>
                  <a:lnTo>
                    <a:pt x="860565" y="336336"/>
                  </a:lnTo>
                  <a:lnTo>
                    <a:pt x="860565" y="335660"/>
                  </a:lnTo>
                  <a:lnTo>
                    <a:pt x="864804" y="335660"/>
                  </a:lnTo>
                  <a:lnTo>
                    <a:pt x="864804" y="335322"/>
                  </a:lnTo>
                  <a:lnTo>
                    <a:pt x="869044" y="335322"/>
                  </a:lnTo>
                  <a:lnTo>
                    <a:pt x="869044" y="335322"/>
                  </a:lnTo>
                  <a:lnTo>
                    <a:pt x="873283" y="335322"/>
                  </a:lnTo>
                  <a:lnTo>
                    <a:pt x="873283" y="334983"/>
                  </a:lnTo>
                  <a:lnTo>
                    <a:pt x="877522" y="334983"/>
                  </a:lnTo>
                  <a:lnTo>
                    <a:pt x="877522" y="333968"/>
                  </a:lnTo>
                  <a:lnTo>
                    <a:pt x="881761" y="333968"/>
                  </a:lnTo>
                  <a:lnTo>
                    <a:pt x="881761" y="332953"/>
                  </a:lnTo>
                  <a:lnTo>
                    <a:pt x="886001" y="332953"/>
                  </a:lnTo>
                  <a:lnTo>
                    <a:pt x="886001" y="332615"/>
                  </a:lnTo>
                  <a:lnTo>
                    <a:pt x="890240" y="332615"/>
                  </a:lnTo>
                  <a:lnTo>
                    <a:pt x="890240" y="331261"/>
                  </a:lnTo>
                  <a:lnTo>
                    <a:pt x="894479" y="331261"/>
                  </a:lnTo>
                  <a:lnTo>
                    <a:pt x="894479" y="329905"/>
                  </a:lnTo>
                  <a:lnTo>
                    <a:pt x="898718" y="329905"/>
                  </a:lnTo>
                  <a:lnTo>
                    <a:pt x="898718" y="329905"/>
                  </a:lnTo>
                  <a:lnTo>
                    <a:pt x="902958" y="329905"/>
                  </a:lnTo>
                  <a:lnTo>
                    <a:pt x="902958" y="329566"/>
                  </a:lnTo>
                  <a:lnTo>
                    <a:pt x="907197" y="329566"/>
                  </a:lnTo>
                  <a:lnTo>
                    <a:pt x="907197" y="329227"/>
                  </a:lnTo>
                  <a:lnTo>
                    <a:pt x="911436" y="329227"/>
                  </a:lnTo>
                  <a:lnTo>
                    <a:pt x="911436" y="328210"/>
                  </a:lnTo>
                  <a:lnTo>
                    <a:pt x="915675" y="328210"/>
                  </a:lnTo>
                  <a:lnTo>
                    <a:pt x="915675" y="327871"/>
                  </a:lnTo>
                  <a:lnTo>
                    <a:pt x="919914" y="327871"/>
                  </a:lnTo>
                  <a:lnTo>
                    <a:pt x="919914" y="327532"/>
                  </a:lnTo>
                  <a:lnTo>
                    <a:pt x="924154" y="327532"/>
                  </a:lnTo>
                  <a:lnTo>
                    <a:pt x="924154" y="327532"/>
                  </a:lnTo>
                  <a:lnTo>
                    <a:pt x="928393" y="327532"/>
                  </a:lnTo>
                  <a:lnTo>
                    <a:pt x="928393" y="326854"/>
                  </a:lnTo>
                  <a:lnTo>
                    <a:pt x="932632" y="326854"/>
                  </a:lnTo>
                  <a:lnTo>
                    <a:pt x="932632" y="326514"/>
                  </a:lnTo>
                  <a:lnTo>
                    <a:pt x="936871" y="326514"/>
                  </a:lnTo>
                  <a:lnTo>
                    <a:pt x="936871" y="326514"/>
                  </a:lnTo>
                  <a:lnTo>
                    <a:pt x="941111" y="326514"/>
                  </a:lnTo>
                  <a:lnTo>
                    <a:pt x="941111" y="326514"/>
                  </a:lnTo>
                  <a:lnTo>
                    <a:pt x="945350" y="326514"/>
                  </a:lnTo>
                  <a:lnTo>
                    <a:pt x="945350" y="326514"/>
                  </a:lnTo>
                  <a:lnTo>
                    <a:pt x="949589" y="326514"/>
                  </a:lnTo>
                  <a:lnTo>
                    <a:pt x="949589" y="324817"/>
                  </a:lnTo>
                  <a:lnTo>
                    <a:pt x="953828" y="324817"/>
                  </a:lnTo>
                  <a:lnTo>
                    <a:pt x="953828" y="324477"/>
                  </a:lnTo>
                  <a:lnTo>
                    <a:pt x="958068" y="324477"/>
                  </a:lnTo>
                  <a:lnTo>
                    <a:pt x="958068" y="323797"/>
                  </a:lnTo>
                  <a:lnTo>
                    <a:pt x="962307" y="323797"/>
                  </a:lnTo>
                  <a:lnTo>
                    <a:pt x="962307" y="323457"/>
                  </a:lnTo>
                  <a:lnTo>
                    <a:pt x="966546" y="323457"/>
                  </a:lnTo>
                  <a:lnTo>
                    <a:pt x="966546" y="323117"/>
                  </a:lnTo>
                  <a:lnTo>
                    <a:pt x="970785" y="323117"/>
                  </a:lnTo>
                  <a:lnTo>
                    <a:pt x="970785" y="322777"/>
                  </a:lnTo>
                  <a:lnTo>
                    <a:pt x="975025" y="322777"/>
                  </a:lnTo>
                  <a:lnTo>
                    <a:pt x="975025" y="321417"/>
                  </a:lnTo>
                  <a:lnTo>
                    <a:pt x="979264" y="321417"/>
                  </a:lnTo>
                  <a:lnTo>
                    <a:pt x="979264" y="321077"/>
                  </a:lnTo>
                  <a:lnTo>
                    <a:pt x="983503" y="321077"/>
                  </a:lnTo>
                  <a:lnTo>
                    <a:pt x="983503" y="321077"/>
                  </a:lnTo>
                  <a:lnTo>
                    <a:pt x="987742" y="321077"/>
                  </a:lnTo>
                  <a:lnTo>
                    <a:pt x="987742" y="320737"/>
                  </a:lnTo>
                  <a:lnTo>
                    <a:pt x="991982" y="320737"/>
                  </a:lnTo>
                  <a:lnTo>
                    <a:pt x="991982" y="320396"/>
                  </a:lnTo>
                  <a:lnTo>
                    <a:pt x="996221" y="320396"/>
                  </a:lnTo>
                  <a:lnTo>
                    <a:pt x="996221" y="320056"/>
                  </a:lnTo>
                  <a:lnTo>
                    <a:pt x="1000460" y="320056"/>
                  </a:lnTo>
                  <a:lnTo>
                    <a:pt x="1000460" y="319715"/>
                  </a:lnTo>
                  <a:lnTo>
                    <a:pt x="1004699" y="319715"/>
                  </a:lnTo>
                  <a:lnTo>
                    <a:pt x="1004699" y="318352"/>
                  </a:lnTo>
                  <a:lnTo>
                    <a:pt x="1008939" y="318352"/>
                  </a:lnTo>
                  <a:lnTo>
                    <a:pt x="1008939" y="317671"/>
                  </a:lnTo>
                  <a:lnTo>
                    <a:pt x="1013178" y="317671"/>
                  </a:lnTo>
                  <a:lnTo>
                    <a:pt x="1013178" y="317330"/>
                  </a:lnTo>
                  <a:lnTo>
                    <a:pt x="1017417" y="317330"/>
                  </a:lnTo>
                  <a:lnTo>
                    <a:pt x="1017417" y="316989"/>
                  </a:lnTo>
                  <a:lnTo>
                    <a:pt x="1021656" y="316989"/>
                  </a:lnTo>
                  <a:lnTo>
                    <a:pt x="1021656" y="316647"/>
                  </a:lnTo>
                  <a:lnTo>
                    <a:pt x="1025895" y="316647"/>
                  </a:lnTo>
                  <a:lnTo>
                    <a:pt x="1025895" y="316647"/>
                  </a:lnTo>
                  <a:lnTo>
                    <a:pt x="1030135" y="316647"/>
                  </a:lnTo>
                  <a:lnTo>
                    <a:pt x="1030135" y="316306"/>
                  </a:lnTo>
                  <a:lnTo>
                    <a:pt x="1034374" y="316306"/>
                  </a:lnTo>
                  <a:lnTo>
                    <a:pt x="1034374" y="316306"/>
                  </a:lnTo>
                  <a:lnTo>
                    <a:pt x="1038613" y="316306"/>
                  </a:lnTo>
                  <a:lnTo>
                    <a:pt x="1038613" y="315965"/>
                  </a:lnTo>
                  <a:lnTo>
                    <a:pt x="1042852" y="315965"/>
                  </a:lnTo>
                  <a:lnTo>
                    <a:pt x="1042852" y="315623"/>
                  </a:lnTo>
                  <a:lnTo>
                    <a:pt x="1047092" y="315623"/>
                  </a:lnTo>
                  <a:lnTo>
                    <a:pt x="1047092" y="315623"/>
                  </a:lnTo>
                  <a:lnTo>
                    <a:pt x="1051331" y="315623"/>
                  </a:lnTo>
                  <a:lnTo>
                    <a:pt x="1051331" y="315282"/>
                  </a:lnTo>
                  <a:lnTo>
                    <a:pt x="1055570" y="315282"/>
                  </a:lnTo>
                  <a:lnTo>
                    <a:pt x="1055570" y="315282"/>
                  </a:lnTo>
                  <a:lnTo>
                    <a:pt x="1059809" y="315282"/>
                  </a:lnTo>
                  <a:lnTo>
                    <a:pt x="1059809" y="314598"/>
                  </a:lnTo>
                  <a:lnTo>
                    <a:pt x="1064049" y="314598"/>
                  </a:lnTo>
                  <a:lnTo>
                    <a:pt x="1064049" y="314256"/>
                  </a:lnTo>
                  <a:lnTo>
                    <a:pt x="1068288" y="314256"/>
                  </a:lnTo>
                  <a:lnTo>
                    <a:pt x="1068288" y="313231"/>
                  </a:lnTo>
                  <a:lnTo>
                    <a:pt x="1072527" y="313231"/>
                  </a:lnTo>
                  <a:lnTo>
                    <a:pt x="1072527" y="312205"/>
                  </a:lnTo>
                  <a:lnTo>
                    <a:pt x="1076766" y="312205"/>
                  </a:lnTo>
                  <a:lnTo>
                    <a:pt x="1076766" y="311863"/>
                  </a:lnTo>
                  <a:lnTo>
                    <a:pt x="1081006" y="311863"/>
                  </a:lnTo>
                  <a:lnTo>
                    <a:pt x="1081006" y="310836"/>
                  </a:lnTo>
                  <a:lnTo>
                    <a:pt x="1085245" y="310836"/>
                  </a:lnTo>
                  <a:lnTo>
                    <a:pt x="1085245" y="310836"/>
                  </a:lnTo>
                  <a:lnTo>
                    <a:pt x="1089484" y="310836"/>
                  </a:lnTo>
                  <a:lnTo>
                    <a:pt x="1089484" y="310836"/>
                  </a:lnTo>
                  <a:lnTo>
                    <a:pt x="1093723" y="310836"/>
                  </a:lnTo>
                  <a:lnTo>
                    <a:pt x="1093723" y="310836"/>
                  </a:lnTo>
                  <a:lnTo>
                    <a:pt x="1097963" y="310836"/>
                  </a:lnTo>
                  <a:lnTo>
                    <a:pt x="1097963" y="309467"/>
                  </a:lnTo>
                  <a:lnTo>
                    <a:pt x="1102202" y="309467"/>
                  </a:lnTo>
                  <a:lnTo>
                    <a:pt x="1102202" y="308782"/>
                  </a:lnTo>
                  <a:lnTo>
                    <a:pt x="1106441" y="308782"/>
                  </a:lnTo>
                  <a:lnTo>
                    <a:pt x="1106441" y="308439"/>
                  </a:lnTo>
                  <a:lnTo>
                    <a:pt x="1110680" y="308439"/>
                  </a:lnTo>
                  <a:lnTo>
                    <a:pt x="1110680" y="308439"/>
                  </a:lnTo>
                  <a:lnTo>
                    <a:pt x="1114919" y="308439"/>
                  </a:lnTo>
                  <a:lnTo>
                    <a:pt x="1114919" y="308096"/>
                  </a:lnTo>
                  <a:lnTo>
                    <a:pt x="1119159" y="308096"/>
                  </a:lnTo>
                  <a:lnTo>
                    <a:pt x="1119159" y="307411"/>
                  </a:lnTo>
                  <a:lnTo>
                    <a:pt x="1123398" y="307411"/>
                  </a:lnTo>
                  <a:lnTo>
                    <a:pt x="1123398" y="307068"/>
                  </a:lnTo>
                  <a:lnTo>
                    <a:pt x="1127637" y="307068"/>
                  </a:lnTo>
                  <a:lnTo>
                    <a:pt x="1127637" y="305011"/>
                  </a:lnTo>
                  <a:lnTo>
                    <a:pt x="1131876" y="305011"/>
                  </a:lnTo>
                  <a:lnTo>
                    <a:pt x="1131876" y="304668"/>
                  </a:lnTo>
                  <a:lnTo>
                    <a:pt x="1136116" y="304668"/>
                  </a:lnTo>
                  <a:lnTo>
                    <a:pt x="1136116" y="304668"/>
                  </a:lnTo>
                  <a:lnTo>
                    <a:pt x="1140355" y="304668"/>
                  </a:lnTo>
                  <a:lnTo>
                    <a:pt x="1140355" y="304668"/>
                  </a:lnTo>
                  <a:lnTo>
                    <a:pt x="1144594" y="304668"/>
                  </a:lnTo>
                  <a:lnTo>
                    <a:pt x="1144594" y="304325"/>
                  </a:lnTo>
                  <a:lnTo>
                    <a:pt x="1148833" y="304325"/>
                  </a:lnTo>
                  <a:lnTo>
                    <a:pt x="1148833" y="303982"/>
                  </a:lnTo>
                  <a:lnTo>
                    <a:pt x="1153073" y="303982"/>
                  </a:lnTo>
                  <a:lnTo>
                    <a:pt x="1153073" y="303982"/>
                  </a:lnTo>
                  <a:lnTo>
                    <a:pt x="1157312" y="303982"/>
                  </a:lnTo>
                  <a:lnTo>
                    <a:pt x="1157312" y="303295"/>
                  </a:lnTo>
                  <a:lnTo>
                    <a:pt x="1161551" y="303295"/>
                  </a:lnTo>
                  <a:lnTo>
                    <a:pt x="1161551" y="303295"/>
                  </a:lnTo>
                  <a:lnTo>
                    <a:pt x="1165790" y="303295"/>
                  </a:lnTo>
                  <a:lnTo>
                    <a:pt x="1165790" y="302951"/>
                  </a:lnTo>
                  <a:lnTo>
                    <a:pt x="1170030" y="302951"/>
                  </a:lnTo>
                  <a:lnTo>
                    <a:pt x="1170030" y="302264"/>
                  </a:lnTo>
                  <a:lnTo>
                    <a:pt x="1174269" y="302264"/>
                  </a:lnTo>
                  <a:lnTo>
                    <a:pt x="1174269" y="302264"/>
                  </a:lnTo>
                  <a:lnTo>
                    <a:pt x="1178508" y="302264"/>
                  </a:lnTo>
                  <a:lnTo>
                    <a:pt x="1178508" y="302264"/>
                  </a:lnTo>
                  <a:lnTo>
                    <a:pt x="1182747" y="302264"/>
                  </a:lnTo>
                  <a:lnTo>
                    <a:pt x="1182747" y="301920"/>
                  </a:lnTo>
                  <a:lnTo>
                    <a:pt x="1186987" y="301920"/>
                  </a:lnTo>
                  <a:lnTo>
                    <a:pt x="1186987" y="301576"/>
                  </a:lnTo>
                  <a:lnTo>
                    <a:pt x="1191226" y="301576"/>
                  </a:lnTo>
                  <a:lnTo>
                    <a:pt x="1191226" y="301576"/>
                  </a:lnTo>
                  <a:lnTo>
                    <a:pt x="1195465" y="301576"/>
                  </a:lnTo>
                  <a:lnTo>
                    <a:pt x="1195465" y="301576"/>
                  </a:lnTo>
                  <a:lnTo>
                    <a:pt x="1199704" y="301576"/>
                  </a:lnTo>
                  <a:lnTo>
                    <a:pt x="1199704" y="301576"/>
                  </a:lnTo>
                  <a:lnTo>
                    <a:pt x="1203944" y="301576"/>
                  </a:lnTo>
                  <a:lnTo>
                    <a:pt x="1203944" y="301232"/>
                  </a:lnTo>
                  <a:lnTo>
                    <a:pt x="1208183" y="301232"/>
                  </a:lnTo>
                  <a:lnTo>
                    <a:pt x="1208183" y="301232"/>
                  </a:lnTo>
                  <a:lnTo>
                    <a:pt x="1212422" y="301232"/>
                  </a:lnTo>
                  <a:lnTo>
                    <a:pt x="1212422" y="300887"/>
                  </a:lnTo>
                  <a:lnTo>
                    <a:pt x="1216661" y="300887"/>
                  </a:lnTo>
                  <a:lnTo>
                    <a:pt x="1216661" y="299166"/>
                  </a:lnTo>
                  <a:lnTo>
                    <a:pt x="1220900" y="299166"/>
                  </a:lnTo>
                  <a:lnTo>
                    <a:pt x="1220900" y="299166"/>
                  </a:lnTo>
                  <a:lnTo>
                    <a:pt x="1225140" y="299166"/>
                  </a:lnTo>
                  <a:lnTo>
                    <a:pt x="1225140" y="298821"/>
                  </a:lnTo>
                  <a:lnTo>
                    <a:pt x="1229379" y="298821"/>
                  </a:lnTo>
                  <a:lnTo>
                    <a:pt x="1229379" y="298477"/>
                  </a:lnTo>
                  <a:lnTo>
                    <a:pt x="1233618" y="298477"/>
                  </a:lnTo>
                  <a:lnTo>
                    <a:pt x="1233618" y="298132"/>
                  </a:lnTo>
                  <a:lnTo>
                    <a:pt x="1237857" y="298132"/>
                  </a:lnTo>
                  <a:lnTo>
                    <a:pt x="1237857" y="297443"/>
                  </a:lnTo>
                  <a:lnTo>
                    <a:pt x="1242097" y="297443"/>
                  </a:lnTo>
                  <a:lnTo>
                    <a:pt x="1242097" y="297443"/>
                  </a:lnTo>
                  <a:lnTo>
                    <a:pt x="1246336" y="297443"/>
                  </a:lnTo>
                  <a:lnTo>
                    <a:pt x="1246336" y="296409"/>
                  </a:lnTo>
                  <a:lnTo>
                    <a:pt x="1250575" y="296409"/>
                  </a:lnTo>
                  <a:lnTo>
                    <a:pt x="1250575" y="296064"/>
                  </a:lnTo>
                  <a:lnTo>
                    <a:pt x="1254814" y="296064"/>
                  </a:lnTo>
                  <a:lnTo>
                    <a:pt x="1254814" y="296064"/>
                  </a:lnTo>
                  <a:lnTo>
                    <a:pt x="1259054" y="296064"/>
                  </a:lnTo>
                  <a:lnTo>
                    <a:pt x="1259054" y="295719"/>
                  </a:lnTo>
                  <a:lnTo>
                    <a:pt x="1263293" y="295719"/>
                  </a:lnTo>
                  <a:lnTo>
                    <a:pt x="1263293" y="295029"/>
                  </a:lnTo>
                  <a:lnTo>
                    <a:pt x="1267532" y="295029"/>
                  </a:lnTo>
                  <a:lnTo>
                    <a:pt x="1267532" y="294683"/>
                  </a:lnTo>
                  <a:lnTo>
                    <a:pt x="1271771" y="294683"/>
                  </a:lnTo>
                  <a:lnTo>
                    <a:pt x="1271771" y="294338"/>
                  </a:lnTo>
                  <a:lnTo>
                    <a:pt x="1276011" y="294338"/>
                  </a:lnTo>
                  <a:lnTo>
                    <a:pt x="1276011" y="293302"/>
                  </a:lnTo>
                  <a:lnTo>
                    <a:pt x="1280250" y="293302"/>
                  </a:lnTo>
                  <a:lnTo>
                    <a:pt x="1280250" y="292611"/>
                  </a:lnTo>
                  <a:lnTo>
                    <a:pt x="1284489" y="292611"/>
                  </a:lnTo>
                  <a:lnTo>
                    <a:pt x="1284489" y="292611"/>
                  </a:lnTo>
                  <a:lnTo>
                    <a:pt x="1288728" y="292611"/>
                  </a:lnTo>
                  <a:lnTo>
                    <a:pt x="1288728" y="292265"/>
                  </a:lnTo>
                  <a:lnTo>
                    <a:pt x="1292968" y="292265"/>
                  </a:lnTo>
                  <a:lnTo>
                    <a:pt x="1292968" y="291919"/>
                  </a:lnTo>
                  <a:lnTo>
                    <a:pt x="1297207" y="291919"/>
                  </a:lnTo>
                  <a:lnTo>
                    <a:pt x="1297207" y="291919"/>
                  </a:lnTo>
                  <a:lnTo>
                    <a:pt x="1301446" y="291919"/>
                  </a:lnTo>
                  <a:lnTo>
                    <a:pt x="1301446" y="291919"/>
                  </a:lnTo>
                  <a:lnTo>
                    <a:pt x="1305685" y="291919"/>
                  </a:lnTo>
                  <a:lnTo>
                    <a:pt x="1305685" y="291228"/>
                  </a:lnTo>
                  <a:lnTo>
                    <a:pt x="1309925" y="291228"/>
                  </a:lnTo>
                  <a:lnTo>
                    <a:pt x="1309925" y="290536"/>
                  </a:lnTo>
                  <a:lnTo>
                    <a:pt x="1314164" y="290536"/>
                  </a:lnTo>
                  <a:lnTo>
                    <a:pt x="1314164" y="290536"/>
                  </a:lnTo>
                  <a:lnTo>
                    <a:pt x="1318403" y="290536"/>
                  </a:lnTo>
                  <a:lnTo>
                    <a:pt x="1318403" y="290536"/>
                  </a:lnTo>
                  <a:lnTo>
                    <a:pt x="1322642" y="290536"/>
                  </a:lnTo>
                  <a:lnTo>
                    <a:pt x="1322642" y="290536"/>
                  </a:lnTo>
                  <a:lnTo>
                    <a:pt x="1326881" y="290536"/>
                  </a:lnTo>
                  <a:lnTo>
                    <a:pt x="1326881" y="290536"/>
                  </a:lnTo>
                  <a:lnTo>
                    <a:pt x="1331121" y="290536"/>
                  </a:lnTo>
                  <a:lnTo>
                    <a:pt x="1331121" y="289843"/>
                  </a:lnTo>
                  <a:lnTo>
                    <a:pt x="1335360" y="289843"/>
                  </a:lnTo>
                  <a:lnTo>
                    <a:pt x="1335360" y="288112"/>
                  </a:lnTo>
                  <a:lnTo>
                    <a:pt x="1339599" y="288112"/>
                  </a:lnTo>
                  <a:lnTo>
                    <a:pt x="1339599" y="288112"/>
                  </a:lnTo>
                  <a:lnTo>
                    <a:pt x="1343838" y="288112"/>
                  </a:lnTo>
                  <a:lnTo>
                    <a:pt x="1343838" y="288112"/>
                  </a:lnTo>
                  <a:lnTo>
                    <a:pt x="1348078" y="288112"/>
                  </a:lnTo>
                  <a:lnTo>
                    <a:pt x="1348078" y="287765"/>
                  </a:lnTo>
                  <a:lnTo>
                    <a:pt x="1352317" y="287765"/>
                  </a:lnTo>
                  <a:lnTo>
                    <a:pt x="1352317" y="287419"/>
                  </a:lnTo>
                  <a:lnTo>
                    <a:pt x="1356556" y="287419"/>
                  </a:lnTo>
                  <a:lnTo>
                    <a:pt x="1356556" y="287419"/>
                  </a:lnTo>
                  <a:lnTo>
                    <a:pt x="1360795" y="287419"/>
                  </a:lnTo>
                  <a:lnTo>
                    <a:pt x="1360795" y="287072"/>
                  </a:lnTo>
                  <a:lnTo>
                    <a:pt x="1365035" y="287072"/>
                  </a:lnTo>
                  <a:lnTo>
                    <a:pt x="1365035" y="286725"/>
                  </a:lnTo>
                  <a:lnTo>
                    <a:pt x="1369274" y="286725"/>
                  </a:lnTo>
                  <a:lnTo>
                    <a:pt x="1369274" y="286725"/>
                  </a:lnTo>
                  <a:lnTo>
                    <a:pt x="1373513" y="286725"/>
                  </a:lnTo>
                  <a:lnTo>
                    <a:pt x="1373513" y="286378"/>
                  </a:lnTo>
                  <a:lnTo>
                    <a:pt x="1377752" y="286378"/>
                  </a:lnTo>
                  <a:lnTo>
                    <a:pt x="1377752" y="285684"/>
                  </a:lnTo>
                  <a:lnTo>
                    <a:pt x="1381992" y="285684"/>
                  </a:lnTo>
                  <a:lnTo>
                    <a:pt x="1381992" y="285684"/>
                  </a:lnTo>
                  <a:lnTo>
                    <a:pt x="1386231" y="285684"/>
                  </a:lnTo>
                  <a:lnTo>
                    <a:pt x="1386231" y="285337"/>
                  </a:lnTo>
                  <a:lnTo>
                    <a:pt x="1390470" y="285337"/>
                  </a:lnTo>
                  <a:lnTo>
                    <a:pt x="1390470" y="285337"/>
                  </a:lnTo>
                  <a:lnTo>
                    <a:pt x="1394709" y="285337"/>
                  </a:lnTo>
                  <a:lnTo>
                    <a:pt x="1394709" y="284990"/>
                  </a:lnTo>
                  <a:lnTo>
                    <a:pt x="1398949" y="284990"/>
                  </a:lnTo>
                  <a:lnTo>
                    <a:pt x="1398949" y="284642"/>
                  </a:lnTo>
                  <a:lnTo>
                    <a:pt x="1403188" y="284642"/>
                  </a:lnTo>
                  <a:lnTo>
                    <a:pt x="1403188" y="284295"/>
                  </a:lnTo>
                  <a:lnTo>
                    <a:pt x="1407427" y="284295"/>
                  </a:lnTo>
                  <a:lnTo>
                    <a:pt x="1407427" y="284295"/>
                  </a:lnTo>
                  <a:lnTo>
                    <a:pt x="1411666" y="284295"/>
                  </a:lnTo>
                  <a:lnTo>
                    <a:pt x="1411666" y="283947"/>
                  </a:lnTo>
                  <a:lnTo>
                    <a:pt x="1415906" y="283947"/>
                  </a:lnTo>
                  <a:lnTo>
                    <a:pt x="1415906" y="283599"/>
                  </a:lnTo>
                  <a:lnTo>
                    <a:pt x="1420145" y="283599"/>
                  </a:lnTo>
                  <a:lnTo>
                    <a:pt x="1420145" y="283252"/>
                  </a:lnTo>
                  <a:lnTo>
                    <a:pt x="1424384" y="283252"/>
                  </a:lnTo>
                  <a:lnTo>
                    <a:pt x="1424384" y="282904"/>
                  </a:lnTo>
                  <a:lnTo>
                    <a:pt x="1428623" y="282904"/>
                  </a:lnTo>
                  <a:lnTo>
                    <a:pt x="1428623" y="282207"/>
                  </a:lnTo>
                  <a:lnTo>
                    <a:pt x="1432862" y="282207"/>
                  </a:lnTo>
                  <a:lnTo>
                    <a:pt x="1432862" y="282207"/>
                  </a:lnTo>
                  <a:lnTo>
                    <a:pt x="1437102" y="282207"/>
                  </a:lnTo>
                  <a:lnTo>
                    <a:pt x="1437102" y="282207"/>
                  </a:lnTo>
                  <a:lnTo>
                    <a:pt x="1441341" y="282207"/>
                  </a:lnTo>
                  <a:lnTo>
                    <a:pt x="1441341" y="282207"/>
                  </a:lnTo>
                  <a:lnTo>
                    <a:pt x="1445580" y="282207"/>
                  </a:lnTo>
                  <a:lnTo>
                    <a:pt x="1445580" y="281859"/>
                  </a:lnTo>
                  <a:lnTo>
                    <a:pt x="1449819" y="281859"/>
                  </a:lnTo>
                  <a:lnTo>
                    <a:pt x="1449819" y="281510"/>
                  </a:lnTo>
                  <a:lnTo>
                    <a:pt x="1454059" y="281510"/>
                  </a:lnTo>
                  <a:lnTo>
                    <a:pt x="1454059" y="280465"/>
                  </a:lnTo>
                  <a:lnTo>
                    <a:pt x="1458298" y="280465"/>
                  </a:lnTo>
                  <a:lnTo>
                    <a:pt x="1458298" y="280116"/>
                  </a:lnTo>
                  <a:lnTo>
                    <a:pt x="1462537" y="280116"/>
                  </a:lnTo>
                  <a:lnTo>
                    <a:pt x="1462537" y="280116"/>
                  </a:lnTo>
                  <a:lnTo>
                    <a:pt x="1466776" y="280116"/>
                  </a:lnTo>
                  <a:lnTo>
                    <a:pt x="1466776" y="279419"/>
                  </a:lnTo>
                  <a:lnTo>
                    <a:pt x="1471016" y="279419"/>
                  </a:lnTo>
                  <a:lnTo>
                    <a:pt x="1471016" y="279070"/>
                  </a:lnTo>
                  <a:lnTo>
                    <a:pt x="1475255" y="279070"/>
                  </a:lnTo>
                  <a:lnTo>
                    <a:pt x="1475255" y="278372"/>
                  </a:lnTo>
                  <a:lnTo>
                    <a:pt x="1479494" y="278372"/>
                  </a:lnTo>
                  <a:lnTo>
                    <a:pt x="1479494" y="278023"/>
                  </a:lnTo>
                  <a:lnTo>
                    <a:pt x="1483733" y="278023"/>
                  </a:lnTo>
                  <a:lnTo>
                    <a:pt x="1483733" y="276627"/>
                  </a:lnTo>
                  <a:lnTo>
                    <a:pt x="1487973" y="276627"/>
                  </a:lnTo>
                  <a:lnTo>
                    <a:pt x="1487973" y="276627"/>
                  </a:lnTo>
                  <a:lnTo>
                    <a:pt x="1492212" y="276627"/>
                  </a:lnTo>
                  <a:lnTo>
                    <a:pt x="1492212" y="275579"/>
                  </a:lnTo>
                  <a:lnTo>
                    <a:pt x="1496451" y="275579"/>
                  </a:lnTo>
                  <a:lnTo>
                    <a:pt x="1496451" y="275579"/>
                  </a:lnTo>
                  <a:lnTo>
                    <a:pt x="1500690" y="275579"/>
                  </a:lnTo>
                  <a:lnTo>
                    <a:pt x="1500690" y="275229"/>
                  </a:lnTo>
                  <a:lnTo>
                    <a:pt x="1504930" y="275229"/>
                  </a:lnTo>
                  <a:lnTo>
                    <a:pt x="1504930" y="274880"/>
                  </a:lnTo>
                  <a:lnTo>
                    <a:pt x="1509169" y="274880"/>
                  </a:lnTo>
                  <a:lnTo>
                    <a:pt x="1509169" y="274530"/>
                  </a:lnTo>
                  <a:lnTo>
                    <a:pt x="1513408" y="274530"/>
                  </a:lnTo>
                  <a:lnTo>
                    <a:pt x="1513408" y="272781"/>
                  </a:lnTo>
                  <a:lnTo>
                    <a:pt x="1517647" y="272781"/>
                  </a:lnTo>
                  <a:lnTo>
                    <a:pt x="1517647" y="272781"/>
                  </a:lnTo>
                  <a:lnTo>
                    <a:pt x="1521886" y="272781"/>
                  </a:lnTo>
                  <a:lnTo>
                    <a:pt x="1521886" y="272431"/>
                  </a:lnTo>
                  <a:lnTo>
                    <a:pt x="1526126" y="272431"/>
                  </a:lnTo>
                  <a:lnTo>
                    <a:pt x="1526126" y="272431"/>
                  </a:lnTo>
                  <a:lnTo>
                    <a:pt x="1530365" y="272431"/>
                  </a:lnTo>
                  <a:lnTo>
                    <a:pt x="1530365" y="272080"/>
                  </a:lnTo>
                  <a:lnTo>
                    <a:pt x="1534604" y="272080"/>
                  </a:lnTo>
                  <a:lnTo>
                    <a:pt x="1534604" y="272080"/>
                  </a:lnTo>
                  <a:lnTo>
                    <a:pt x="1538843" y="272080"/>
                  </a:lnTo>
                  <a:lnTo>
                    <a:pt x="1538843" y="271029"/>
                  </a:lnTo>
                  <a:lnTo>
                    <a:pt x="1543083" y="271029"/>
                  </a:lnTo>
                  <a:lnTo>
                    <a:pt x="1543083" y="269978"/>
                  </a:lnTo>
                  <a:lnTo>
                    <a:pt x="1547322" y="269978"/>
                  </a:lnTo>
                  <a:lnTo>
                    <a:pt x="1547322" y="269978"/>
                  </a:lnTo>
                  <a:lnTo>
                    <a:pt x="1551561" y="269978"/>
                  </a:lnTo>
                  <a:lnTo>
                    <a:pt x="1551561" y="269627"/>
                  </a:lnTo>
                  <a:lnTo>
                    <a:pt x="1555800" y="269627"/>
                  </a:lnTo>
                  <a:lnTo>
                    <a:pt x="1555800" y="269627"/>
                  </a:lnTo>
                  <a:lnTo>
                    <a:pt x="1560040" y="269627"/>
                  </a:lnTo>
                  <a:lnTo>
                    <a:pt x="1560040" y="269627"/>
                  </a:lnTo>
                  <a:lnTo>
                    <a:pt x="1564279" y="269627"/>
                  </a:lnTo>
                  <a:lnTo>
                    <a:pt x="1564279" y="269627"/>
                  </a:lnTo>
                  <a:lnTo>
                    <a:pt x="1568518" y="269627"/>
                  </a:lnTo>
                  <a:lnTo>
                    <a:pt x="1568518" y="269627"/>
                  </a:lnTo>
                  <a:lnTo>
                    <a:pt x="1572757" y="269627"/>
                  </a:lnTo>
                  <a:lnTo>
                    <a:pt x="1572757" y="269276"/>
                  </a:lnTo>
                  <a:lnTo>
                    <a:pt x="1576997" y="269276"/>
                  </a:lnTo>
                  <a:lnTo>
                    <a:pt x="1576997" y="269276"/>
                  </a:lnTo>
                  <a:lnTo>
                    <a:pt x="1581236" y="269276"/>
                  </a:lnTo>
                  <a:lnTo>
                    <a:pt x="1581236" y="268925"/>
                  </a:lnTo>
                  <a:lnTo>
                    <a:pt x="1585475" y="268925"/>
                  </a:lnTo>
                  <a:lnTo>
                    <a:pt x="1585475" y="268573"/>
                  </a:lnTo>
                  <a:lnTo>
                    <a:pt x="1589714" y="268573"/>
                  </a:lnTo>
                  <a:lnTo>
                    <a:pt x="1589714" y="268573"/>
                  </a:lnTo>
                  <a:lnTo>
                    <a:pt x="1593954" y="268573"/>
                  </a:lnTo>
                  <a:lnTo>
                    <a:pt x="1593954" y="268221"/>
                  </a:lnTo>
                  <a:lnTo>
                    <a:pt x="1598193" y="268221"/>
                  </a:lnTo>
                  <a:lnTo>
                    <a:pt x="1598193" y="267870"/>
                  </a:lnTo>
                  <a:lnTo>
                    <a:pt x="1602432" y="267870"/>
                  </a:lnTo>
                  <a:lnTo>
                    <a:pt x="1602432" y="267166"/>
                  </a:lnTo>
                  <a:lnTo>
                    <a:pt x="1606671" y="267166"/>
                  </a:lnTo>
                  <a:lnTo>
                    <a:pt x="1606671" y="267166"/>
                  </a:lnTo>
                  <a:lnTo>
                    <a:pt x="1610911" y="267166"/>
                  </a:lnTo>
                  <a:lnTo>
                    <a:pt x="1610911" y="267166"/>
                  </a:lnTo>
                  <a:lnTo>
                    <a:pt x="1615150" y="267166"/>
                  </a:lnTo>
                  <a:lnTo>
                    <a:pt x="1615150" y="266813"/>
                  </a:lnTo>
                  <a:lnTo>
                    <a:pt x="1619389" y="266813"/>
                  </a:lnTo>
                  <a:lnTo>
                    <a:pt x="1619389" y="266813"/>
                  </a:lnTo>
                  <a:lnTo>
                    <a:pt x="1623628" y="266813"/>
                  </a:lnTo>
                  <a:lnTo>
                    <a:pt x="1623628" y="266109"/>
                  </a:lnTo>
                  <a:lnTo>
                    <a:pt x="1627867" y="266109"/>
                  </a:lnTo>
                  <a:lnTo>
                    <a:pt x="1627867" y="266109"/>
                  </a:lnTo>
                  <a:lnTo>
                    <a:pt x="1632107" y="266109"/>
                  </a:lnTo>
                  <a:lnTo>
                    <a:pt x="1632107" y="265403"/>
                  </a:lnTo>
                  <a:lnTo>
                    <a:pt x="1636346" y="265403"/>
                  </a:lnTo>
                  <a:lnTo>
                    <a:pt x="1636346" y="265050"/>
                  </a:lnTo>
                  <a:lnTo>
                    <a:pt x="1640585" y="265050"/>
                  </a:lnTo>
                  <a:lnTo>
                    <a:pt x="1640585" y="264345"/>
                  </a:lnTo>
                  <a:lnTo>
                    <a:pt x="1644824" y="264345"/>
                  </a:lnTo>
                  <a:lnTo>
                    <a:pt x="1644824" y="264345"/>
                  </a:lnTo>
                  <a:lnTo>
                    <a:pt x="1649064" y="264345"/>
                  </a:lnTo>
                  <a:lnTo>
                    <a:pt x="1649064" y="263992"/>
                  </a:lnTo>
                  <a:lnTo>
                    <a:pt x="1653303" y="263992"/>
                  </a:lnTo>
                  <a:lnTo>
                    <a:pt x="1653303" y="263286"/>
                  </a:lnTo>
                  <a:lnTo>
                    <a:pt x="1657542" y="263286"/>
                  </a:lnTo>
                  <a:lnTo>
                    <a:pt x="1657542" y="262581"/>
                  </a:lnTo>
                  <a:lnTo>
                    <a:pt x="1661781" y="262581"/>
                  </a:lnTo>
                  <a:lnTo>
                    <a:pt x="1661781" y="261169"/>
                  </a:lnTo>
                  <a:lnTo>
                    <a:pt x="1666021" y="261169"/>
                  </a:lnTo>
                  <a:lnTo>
                    <a:pt x="1666021" y="261169"/>
                  </a:lnTo>
                  <a:lnTo>
                    <a:pt x="1670260" y="261169"/>
                  </a:lnTo>
                  <a:lnTo>
                    <a:pt x="1670260" y="261169"/>
                  </a:lnTo>
                  <a:lnTo>
                    <a:pt x="1674499" y="261169"/>
                  </a:lnTo>
                  <a:lnTo>
                    <a:pt x="1674499" y="260816"/>
                  </a:lnTo>
                  <a:lnTo>
                    <a:pt x="1678738" y="260816"/>
                  </a:lnTo>
                  <a:lnTo>
                    <a:pt x="1678738" y="260462"/>
                  </a:lnTo>
                  <a:lnTo>
                    <a:pt x="1682978" y="260462"/>
                  </a:lnTo>
                  <a:lnTo>
                    <a:pt x="1682978" y="260462"/>
                  </a:lnTo>
                  <a:lnTo>
                    <a:pt x="1687217" y="260462"/>
                  </a:lnTo>
                  <a:lnTo>
                    <a:pt x="1687217" y="260109"/>
                  </a:lnTo>
                  <a:lnTo>
                    <a:pt x="1691456" y="260109"/>
                  </a:lnTo>
                  <a:lnTo>
                    <a:pt x="1691456" y="259402"/>
                  </a:lnTo>
                  <a:lnTo>
                    <a:pt x="1695695" y="259402"/>
                  </a:lnTo>
                  <a:lnTo>
                    <a:pt x="1695695" y="258694"/>
                  </a:lnTo>
                  <a:lnTo>
                    <a:pt x="1699935" y="258694"/>
                  </a:lnTo>
                  <a:lnTo>
                    <a:pt x="1699935" y="257987"/>
                  </a:lnTo>
                  <a:lnTo>
                    <a:pt x="1704174" y="257987"/>
                  </a:lnTo>
                  <a:lnTo>
                    <a:pt x="1704174" y="257279"/>
                  </a:lnTo>
                  <a:lnTo>
                    <a:pt x="1708413" y="257279"/>
                  </a:lnTo>
                  <a:lnTo>
                    <a:pt x="1708413" y="256925"/>
                  </a:lnTo>
                  <a:lnTo>
                    <a:pt x="1712652" y="256925"/>
                  </a:lnTo>
                  <a:lnTo>
                    <a:pt x="1712652" y="256925"/>
                  </a:lnTo>
                  <a:lnTo>
                    <a:pt x="1716892" y="256925"/>
                  </a:lnTo>
                  <a:lnTo>
                    <a:pt x="1716892" y="256925"/>
                  </a:lnTo>
                  <a:lnTo>
                    <a:pt x="1721131" y="256925"/>
                  </a:lnTo>
                  <a:lnTo>
                    <a:pt x="1721131" y="256925"/>
                  </a:lnTo>
                  <a:lnTo>
                    <a:pt x="1725370" y="256925"/>
                  </a:lnTo>
                  <a:lnTo>
                    <a:pt x="1725370" y="256925"/>
                  </a:lnTo>
                  <a:lnTo>
                    <a:pt x="1729609" y="256925"/>
                  </a:lnTo>
                  <a:lnTo>
                    <a:pt x="1729609" y="256925"/>
                  </a:lnTo>
                  <a:lnTo>
                    <a:pt x="1733848" y="256925"/>
                  </a:lnTo>
                  <a:lnTo>
                    <a:pt x="1733848" y="256571"/>
                  </a:lnTo>
                  <a:lnTo>
                    <a:pt x="1738088" y="256571"/>
                  </a:lnTo>
                  <a:lnTo>
                    <a:pt x="1738088" y="256571"/>
                  </a:lnTo>
                  <a:lnTo>
                    <a:pt x="1742327" y="256571"/>
                  </a:lnTo>
                  <a:lnTo>
                    <a:pt x="1742327" y="255861"/>
                  </a:lnTo>
                  <a:lnTo>
                    <a:pt x="1746566" y="255861"/>
                  </a:lnTo>
                  <a:lnTo>
                    <a:pt x="1746566" y="255507"/>
                  </a:lnTo>
                  <a:lnTo>
                    <a:pt x="1750805" y="255507"/>
                  </a:lnTo>
                  <a:lnTo>
                    <a:pt x="1750805" y="254087"/>
                  </a:lnTo>
                  <a:lnTo>
                    <a:pt x="1755045" y="254087"/>
                  </a:lnTo>
                  <a:lnTo>
                    <a:pt x="1755045" y="253022"/>
                  </a:lnTo>
                  <a:lnTo>
                    <a:pt x="1759284" y="253022"/>
                  </a:lnTo>
                  <a:lnTo>
                    <a:pt x="1759284" y="252311"/>
                  </a:lnTo>
                  <a:lnTo>
                    <a:pt x="1763523" y="252311"/>
                  </a:lnTo>
                  <a:lnTo>
                    <a:pt x="1763523" y="252311"/>
                  </a:lnTo>
                  <a:lnTo>
                    <a:pt x="1767762" y="252311"/>
                  </a:lnTo>
                  <a:lnTo>
                    <a:pt x="1767762" y="252311"/>
                  </a:lnTo>
                  <a:lnTo>
                    <a:pt x="1772002" y="252311"/>
                  </a:lnTo>
                  <a:lnTo>
                    <a:pt x="1772002" y="252311"/>
                  </a:lnTo>
                  <a:lnTo>
                    <a:pt x="1776241" y="252311"/>
                  </a:lnTo>
                  <a:lnTo>
                    <a:pt x="1776241" y="251956"/>
                  </a:lnTo>
                  <a:lnTo>
                    <a:pt x="1780480" y="251956"/>
                  </a:lnTo>
                  <a:lnTo>
                    <a:pt x="1780480" y="250889"/>
                  </a:lnTo>
                  <a:lnTo>
                    <a:pt x="1784719" y="250889"/>
                  </a:lnTo>
                  <a:lnTo>
                    <a:pt x="1784719" y="250177"/>
                  </a:lnTo>
                  <a:lnTo>
                    <a:pt x="1788959" y="250177"/>
                  </a:lnTo>
                  <a:lnTo>
                    <a:pt x="1788959" y="249821"/>
                  </a:lnTo>
                  <a:lnTo>
                    <a:pt x="1793198" y="249821"/>
                  </a:lnTo>
                  <a:lnTo>
                    <a:pt x="1793198" y="249821"/>
                  </a:lnTo>
                  <a:lnTo>
                    <a:pt x="1797437" y="249821"/>
                  </a:lnTo>
                  <a:lnTo>
                    <a:pt x="1797437" y="249465"/>
                  </a:lnTo>
                  <a:lnTo>
                    <a:pt x="1801676" y="249465"/>
                  </a:lnTo>
                  <a:lnTo>
                    <a:pt x="1801676" y="249465"/>
                  </a:lnTo>
                  <a:lnTo>
                    <a:pt x="1805916" y="249465"/>
                  </a:lnTo>
                  <a:lnTo>
                    <a:pt x="1805916" y="249465"/>
                  </a:lnTo>
                  <a:lnTo>
                    <a:pt x="1810155" y="249465"/>
                  </a:lnTo>
                  <a:lnTo>
                    <a:pt x="1810155" y="246972"/>
                  </a:lnTo>
                  <a:lnTo>
                    <a:pt x="1814394" y="246972"/>
                  </a:lnTo>
                  <a:lnTo>
                    <a:pt x="1814394" y="246972"/>
                  </a:lnTo>
                  <a:lnTo>
                    <a:pt x="1818633" y="246972"/>
                  </a:lnTo>
                  <a:lnTo>
                    <a:pt x="1818633" y="246615"/>
                  </a:lnTo>
                  <a:lnTo>
                    <a:pt x="1822872" y="246615"/>
                  </a:lnTo>
                  <a:lnTo>
                    <a:pt x="1822872" y="246615"/>
                  </a:lnTo>
                  <a:lnTo>
                    <a:pt x="1827112" y="246615"/>
                  </a:lnTo>
                  <a:lnTo>
                    <a:pt x="1827112" y="245546"/>
                  </a:lnTo>
                  <a:lnTo>
                    <a:pt x="1831351" y="245546"/>
                  </a:lnTo>
                  <a:lnTo>
                    <a:pt x="1831351" y="245190"/>
                  </a:lnTo>
                  <a:lnTo>
                    <a:pt x="1835590" y="245190"/>
                  </a:lnTo>
                  <a:lnTo>
                    <a:pt x="1835590" y="244477"/>
                  </a:lnTo>
                  <a:lnTo>
                    <a:pt x="1839829" y="244477"/>
                  </a:lnTo>
                  <a:lnTo>
                    <a:pt x="1839829" y="243051"/>
                  </a:lnTo>
                  <a:lnTo>
                    <a:pt x="1844069" y="243051"/>
                  </a:lnTo>
                  <a:lnTo>
                    <a:pt x="1844069" y="242694"/>
                  </a:lnTo>
                  <a:lnTo>
                    <a:pt x="1848308" y="242694"/>
                  </a:lnTo>
                  <a:lnTo>
                    <a:pt x="1848308" y="242694"/>
                  </a:lnTo>
                  <a:lnTo>
                    <a:pt x="1852547" y="242694"/>
                  </a:lnTo>
                  <a:lnTo>
                    <a:pt x="1852547" y="242694"/>
                  </a:lnTo>
                  <a:lnTo>
                    <a:pt x="1856786" y="242694"/>
                  </a:lnTo>
                  <a:lnTo>
                    <a:pt x="1856786" y="242694"/>
                  </a:lnTo>
                  <a:lnTo>
                    <a:pt x="1861026" y="242694"/>
                  </a:lnTo>
                  <a:lnTo>
                    <a:pt x="1861026" y="241980"/>
                  </a:lnTo>
                  <a:lnTo>
                    <a:pt x="1865265" y="241980"/>
                  </a:lnTo>
                  <a:lnTo>
                    <a:pt x="1865265" y="241266"/>
                  </a:lnTo>
                  <a:lnTo>
                    <a:pt x="1869504" y="241266"/>
                  </a:lnTo>
                  <a:lnTo>
                    <a:pt x="1869504" y="239837"/>
                  </a:lnTo>
                  <a:lnTo>
                    <a:pt x="1873743" y="239837"/>
                  </a:lnTo>
                  <a:lnTo>
                    <a:pt x="1873743" y="239123"/>
                  </a:lnTo>
                  <a:lnTo>
                    <a:pt x="1877983" y="239123"/>
                  </a:lnTo>
                  <a:lnTo>
                    <a:pt x="1877983" y="238765"/>
                  </a:lnTo>
                  <a:lnTo>
                    <a:pt x="1882222" y="238765"/>
                  </a:lnTo>
                  <a:lnTo>
                    <a:pt x="1882222" y="238408"/>
                  </a:lnTo>
                  <a:lnTo>
                    <a:pt x="1886461" y="238408"/>
                  </a:lnTo>
                  <a:lnTo>
                    <a:pt x="1886461" y="238408"/>
                  </a:lnTo>
                  <a:lnTo>
                    <a:pt x="1890700" y="238408"/>
                  </a:lnTo>
                  <a:lnTo>
                    <a:pt x="1890700" y="238408"/>
                  </a:lnTo>
                  <a:lnTo>
                    <a:pt x="1894940" y="238408"/>
                  </a:lnTo>
                  <a:lnTo>
                    <a:pt x="1894940" y="238408"/>
                  </a:lnTo>
                  <a:lnTo>
                    <a:pt x="1899179" y="238408"/>
                  </a:lnTo>
                  <a:lnTo>
                    <a:pt x="1899179" y="237334"/>
                  </a:lnTo>
                  <a:lnTo>
                    <a:pt x="1903418" y="237334"/>
                  </a:lnTo>
                  <a:lnTo>
                    <a:pt x="1903418" y="236618"/>
                  </a:lnTo>
                  <a:lnTo>
                    <a:pt x="1907657" y="236618"/>
                  </a:lnTo>
                  <a:lnTo>
                    <a:pt x="1907657" y="236260"/>
                  </a:lnTo>
                  <a:lnTo>
                    <a:pt x="1911897" y="236260"/>
                  </a:lnTo>
                  <a:lnTo>
                    <a:pt x="1911897" y="236260"/>
                  </a:lnTo>
                  <a:lnTo>
                    <a:pt x="1916136" y="236260"/>
                  </a:lnTo>
                  <a:lnTo>
                    <a:pt x="1916136" y="235902"/>
                  </a:lnTo>
                  <a:lnTo>
                    <a:pt x="1920375" y="235902"/>
                  </a:lnTo>
                  <a:lnTo>
                    <a:pt x="1920375" y="235902"/>
                  </a:lnTo>
                  <a:lnTo>
                    <a:pt x="1924614" y="235902"/>
                  </a:lnTo>
                  <a:lnTo>
                    <a:pt x="1924614" y="235543"/>
                  </a:lnTo>
                  <a:lnTo>
                    <a:pt x="1928853" y="235543"/>
                  </a:lnTo>
                  <a:lnTo>
                    <a:pt x="1928853" y="234468"/>
                  </a:lnTo>
                  <a:lnTo>
                    <a:pt x="1933093" y="234468"/>
                  </a:lnTo>
                  <a:lnTo>
                    <a:pt x="1933093" y="234109"/>
                  </a:lnTo>
                  <a:lnTo>
                    <a:pt x="1937332" y="234109"/>
                  </a:lnTo>
                  <a:lnTo>
                    <a:pt x="1937332" y="233750"/>
                  </a:lnTo>
                  <a:lnTo>
                    <a:pt x="1941571" y="233750"/>
                  </a:lnTo>
                  <a:lnTo>
                    <a:pt x="1941571" y="233750"/>
                  </a:lnTo>
                  <a:lnTo>
                    <a:pt x="1945810" y="233750"/>
                  </a:lnTo>
                  <a:lnTo>
                    <a:pt x="1945810" y="233750"/>
                  </a:lnTo>
                  <a:lnTo>
                    <a:pt x="1950050" y="233750"/>
                  </a:lnTo>
                  <a:lnTo>
                    <a:pt x="1950050" y="233750"/>
                  </a:lnTo>
                  <a:lnTo>
                    <a:pt x="1954289" y="233750"/>
                  </a:lnTo>
                  <a:lnTo>
                    <a:pt x="1954289" y="233392"/>
                  </a:lnTo>
                  <a:lnTo>
                    <a:pt x="1958528" y="233392"/>
                  </a:lnTo>
                  <a:lnTo>
                    <a:pt x="1958528" y="232674"/>
                  </a:lnTo>
                  <a:lnTo>
                    <a:pt x="1962767" y="232674"/>
                  </a:lnTo>
                  <a:lnTo>
                    <a:pt x="1962767" y="231956"/>
                  </a:lnTo>
                  <a:lnTo>
                    <a:pt x="1967007" y="231956"/>
                  </a:lnTo>
                  <a:lnTo>
                    <a:pt x="1967007" y="231956"/>
                  </a:lnTo>
                  <a:lnTo>
                    <a:pt x="1971246" y="231956"/>
                  </a:lnTo>
                  <a:lnTo>
                    <a:pt x="1971246" y="231237"/>
                  </a:lnTo>
                  <a:lnTo>
                    <a:pt x="1975485" y="231237"/>
                  </a:lnTo>
                  <a:lnTo>
                    <a:pt x="1975485" y="231237"/>
                  </a:lnTo>
                  <a:lnTo>
                    <a:pt x="1979724" y="231237"/>
                  </a:lnTo>
                  <a:lnTo>
                    <a:pt x="1979724" y="231237"/>
                  </a:lnTo>
                  <a:lnTo>
                    <a:pt x="1983964" y="231237"/>
                  </a:lnTo>
                  <a:lnTo>
                    <a:pt x="1983964" y="230518"/>
                  </a:lnTo>
                  <a:lnTo>
                    <a:pt x="1988203" y="230518"/>
                  </a:lnTo>
                  <a:lnTo>
                    <a:pt x="1988203" y="228720"/>
                  </a:lnTo>
                  <a:lnTo>
                    <a:pt x="1992442" y="228720"/>
                  </a:lnTo>
                  <a:lnTo>
                    <a:pt x="1992442" y="228360"/>
                  </a:lnTo>
                  <a:lnTo>
                    <a:pt x="1996681" y="228360"/>
                  </a:lnTo>
                  <a:lnTo>
                    <a:pt x="1996681" y="228360"/>
                  </a:lnTo>
                  <a:lnTo>
                    <a:pt x="2000921" y="228360"/>
                  </a:lnTo>
                  <a:lnTo>
                    <a:pt x="2000921" y="228000"/>
                  </a:lnTo>
                  <a:lnTo>
                    <a:pt x="2005160" y="228000"/>
                  </a:lnTo>
                  <a:lnTo>
                    <a:pt x="2005160" y="228000"/>
                  </a:lnTo>
                  <a:lnTo>
                    <a:pt x="2009399" y="228000"/>
                  </a:lnTo>
                  <a:lnTo>
                    <a:pt x="2009399" y="227280"/>
                  </a:lnTo>
                  <a:lnTo>
                    <a:pt x="2013638" y="227280"/>
                  </a:lnTo>
                  <a:lnTo>
                    <a:pt x="2013638" y="227280"/>
                  </a:lnTo>
                  <a:lnTo>
                    <a:pt x="2017878" y="227280"/>
                  </a:lnTo>
                  <a:lnTo>
                    <a:pt x="2017878" y="226199"/>
                  </a:lnTo>
                  <a:lnTo>
                    <a:pt x="2022117" y="226199"/>
                  </a:lnTo>
                  <a:lnTo>
                    <a:pt x="2022117" y="225839"/>
                  </a:lnTo>
                  <a:lnTo>
                    <a:pt x="2026356" y="225839"/>
                  </a:lnTo>
                  <a:lnTo>
                    <a:pt x="2026356" y="225839"/>
                  </a:lnTo>
                  <a:lnTo>
                    <a:pt x="2030595" y="225839"/>
                  </a:lnTo>
                  <a:lnTo>
                    <a:pt x="2030595" y="225839"/>
                  </a:lnTo>
                  <a:lnTo>
                    <a:pt x="2034834" y="225839"/>
                  </a:lnTo>
                  <a:lnTo>
                    <a:pt x="2034834" y="225839"/>
                  </a:lnTo>
                  <a:lnTo>
                    <a:pt x="2039074" y="225839"/>
                  </a:lnTo>
                  <a:lnTo>
                    <a:pt x="2039074" y="225839"/>
                  </a:lnTo>
                  <a:lnTo>
                    <a:pt x="2043313" y="225839"/>
                  </a:lnTo>
                  <a:lnTo>
                    <a:pt x="2043313" y="225117"/>
                  </a:lnTo>
                  <a:lnTo>
                    <a:pt x="2047552" y="225117"/>
                  </a:lnTo>
                  <a:lnTo>
                    <a:pt x="2047552" y="224396"/>
                  </a:lnTo>
                  <a:lnTo>
                    <a:pt x="2051791" y="224396"/>
                  </a:lnTo>
                  <a:lnTo>
                    <a:pt x="2051791" y="224035"/>
                  </a:lnTo>
                  <a:lnTo>
                    <a:pt x="2056031" y="224035"/>
                  </a:lnTo>
                  <a:lnTo>
                    <a:pt x="2056031" y="224035"/>
                  </a:lnTo>
                  <a:lnTo>
                    <a:pt x="2060270" y="224035"/>
                  </a:lnTo>
                  <a:lnTo>
                    <a:pt x="2060270" y="224035"/>
                  </a:lnTo>
                  <a:lnTo>
                    <a:pt x="2064509" y="224035"/>
                  </a:lnTo>
                  <a:lnTo>
                    <a:pt x="2064509" y="223673"/>
                  </a:lnTo>
                  <a:lnTo>
                    <a:pt x="2068748" y="223673"/>
                  </a:lnTo>
                  <a:lnTo>
                    <a:pt x="2068748" y="223673"/>
                  </a:lnTo>
                  <a:lnTo>
                    <a:pt x="2072988" y="223673"/>
                  </a:lnTo>
                  <a:lnTo>
                    <a:pt x="2072988" y="222589"/>
                  </a:lnTo>
                  <a:lnTo>
                    <a:pt x="2077227" y="222589"/>
                  </a:lnTo>
                  <a:lnTo>
                    <a:pt x="2077227" y="221865"/>
                  </a:lnTo>
                  <a:lnTo>
                    <a:pt x="2081466" y="221865"/>
                  </a:lnTo>
                  <a:lnTo>
                    <a:pt x="2081466" y="221865"/>
                  </a:lnTo>
                  <a:lnTo>
                    <a:pt x="2085705" y="221865"/>
                  </a:lnTo>
                  <a:lnTo>
                    <a:pt x="2085705" y="221504"/>
                  </a:lnTo>
                  <a:lnTo>
                    <a:pt x="2089945" y="221504"/>
                  </a:lnTo>
                  <a:lnTo>
                    <a:pt x="2089945" y="221142"/>
                  </a:lnTo>
                  <a:lnTo>
                    <a:pt x="2094184" y="221142"/>
                  </a:lnTo>
                  <a:lnTo>
                    <a:pt x="2094184" y="220780"/>
                  </a:lnTo>
                  <a:lnTo>
                    <a:pt x="2098423" y="220780"/>
                  </a:lnTo>
                  <a:lnTo>
                    <a:pt x="2098423" y="220780"/>
                  </a:lnTo>
                  <a:lnTo>
                    <a:pt x="2102662" y="220780"/>
                  </a:lnTo>
                  <a:lnTo>
                    <a:pt x="2102662" y="220780"/>
                  </a:lnTo>
                  <a:lnTo>
                    <a:pt x="2106902" y="220780"/>
                  </a:lnTo>
                  <a:lnTo>
                    <a:pt x="2106902" y="220780"/>
                  </a:lnTo>
                  <a:lnTo>
                    <a:pt x="2111141" y="220780"/>
                  </a:lnTo>
                  <a:lnTo>
                    <a:pt x="2111141" y="220780"/>
                  </a:lnTo>
                  <a:lnTo>
                    <a:pt x="2115380" y="220780"/>
                  </a:lnTo>
                  <a:lnTo>
                    <a:pt x="2115380" y="220417"/>
                  </a:lnTo>
                  <a:lnTo>
                    <a:pt x="2119619" y="220417"/>
                  </a:lnTo>
                  <a:lnTo>
                    <a:pt x="2119619" y="219692"/>
                  </a:lnTo>
                  <a:lnTo>
                    <a:pt x="2123859" y="219692"/>
                  </a:lnTo>
                  <a:lnTo>
                    <a:pt x="2123859" y="218967"/>
                  </a:lnTo>
                  <a:lnTo>
                    <a:pt x="2128098" y="218967"/>
                  </a:lnTo>
                  <a:lnTo>
                    <a:pt x="2128098" y="218604"/>
                  </a:lnTo>
                  <a:lnTo>
                    <a:pt x="2132337" y="218604"/>
                  </a:lnTo>
                  <a:lnTo>
                    <a:pt x="2132337" y="218604"/>
                  </a:lnTo>
                  <a:lnTo>
                    <a:pt x="2136576" y="218604"/>
                  </a:lnTo>
                  <a:lnTo>
                    <a:pt x="2136576" y="217878"/>
                  </a:lnTo>
                  <a:lnTo>
                    <a:pt x="2140815" y="217878"/>
                  </a:lnTo>
                  <a:lnTo>
                    <a:pt x="2140815" y="217878"/>
                  </a:lnTo>
                  <a:lnTo>
                    <a:pt x="2145055" y="217878"/>
                  </a:lnTo>
                  <a:lnTo>
                    <a:pt x="2145055" y="217878"/>
                  </a:lnTo>
                  <a:lnTo>
                    <a:pt x="2149294" y="217878"/>
                  </a:lnTo>
                  <a:lnTo>
                    <a:pt x="2149294" y="217515"/>
                  </a:lnTo>
                  <a:lnTo>
                    <a:pt x="2153533" y="217515"/>
                  </a:lnTo>
                  <a:lnTo>
                    <a:pt x="2153533" y="217515"/>
                  </a:lnTo>
                  <a:lnTo>
                    <a:pt x="2157772" y="217515"/>
                  </a:lnTo>
                  <a:lnTo>
                    <a:pt x="2157772" y="217152"/>
                  </a:lnTo>
                  <a:lnTo>
                    <a:pt x="2162012" y="217152"/>
                  </a:lnTo>
                  <a:lnTo>
                    <a:pt x="2162012" y="216789"/>
                  </a:lnTo>
                  <a:lnTo>
                    <a:pt x="2166251" y="216789"/>
                  </a:lnTo>
                  <a:lnTo>
                    <a:pt x="2166251" y="216789"/>
                  </a:lnTo>
                  <a:lnTo>
                    <a:pt x="2170490" y="216789"/>
                  </a:lnTo>
                  <a:lnTo>
                    <a:pt x="2170490" y="215698"/>
                  </a:lnTo>
                  <a:lnTo>
                    <a:pt x="2174729" y="215698"/>
                  </a:lnTo>
                  <a:lnTo>
                    <a:pt x="2174729" y="215698"/>
                  </a:lnTo>
                  <a:lnTo>
                    <a:pt x="2178969" y="215698"/>
                  </a:lnTo>
                  <a:lnTo>
                    <a:pt x="2178969" y="215698"/>
                  </a:lnTo>
                  <a:lnTo>
                    <a:pt x="2183208" y="215698"/>
                  </a:lnTo>
                  <a:lnTo>
                    <a:pt x="2183208" y="214971"/>
                  </a:lnTo>
                  <a:lnTo>
                    <a:pt x="2187447" y="214971"/>
                  </a:lnTo>
                  <a:lnTo>
                    <a:pt x="2187447" y="214244"/>
                  </a:lnTo>
                  <a:lnTo>
                    <a:pt x="2191686" y="214244"/>
                  </a:lnTo>
                  <a:lnTo>
                    <a:pt x="2191686" y="214244"/>
                  </a:lnTo>
                  <a:lnTo>
                    <a:pt x="2195926" y="214244"/>
                  </a:lnTo>
                  <a:lnTo>
                    <a:pt x="2195926" y="213153"/>
                  </a:lnTo>
                  <a:lnTo>
                    <a:pt x="2200165" y="213153"/>
                  </a:lnTo>
                  <a:lnTo>
                    <a:pt x="2200165" y="212789"/>
                  </a:lnTo>
                  <a:lnTo>
                    <a:pt x="2204404" y="212789"/>
                  </a:lnTo>
                  <a:lnTo>
                    <a:pt x="2204404" y="212424"/>
                  </a:lnTo>
                  <a:lnTo>
                    <a:pt x="2208643" y="212424"/>
                  </a:lnTo>
                  <a:lnTo>
                    <a:pt x="2208643" y="212424"/>
                  </a:lnTo>
                  <a:lnTo>
                    <a:pt x="2212883" y="212424"/>
                  </a:lnTo>
                  <a:lnTo>
                    <a:pt x="2212883" y="212424"/>
                  </a:lnTo>
                  <a:lnTo>
                    <a:pt x="2217122" y="212424"/>
                  </a:lnTo>
                  <a:lnTo>
                    <a:pt x="2217122" y="211695"/>
                  </a:lnTo>
                  <a:lnTo>
                    <a:pt x="2221361" y="211695"/>
                  </a:lnTo>
                  <a:lnTo>
                    <a:pt x="2221361" y="210601"/>
                  </a:lnTo>
                  <a:lnTo>
                    <a:pt x="2225600" y="210601"/>
                  </a:lnTo>
                  <a:lnTo>
                    <a:pt x="2225600" y="210601"/>
                  </a:lnTo>
                  <a:lnTo>
                    <a:pt x="2229839" y="210601"/>
                  </a:lnTo>
                  <a:lnTo>
                    <a:pt x="2229839" y="210237"/>
                  </a:lnTo>
                  <a:lnTo>
                    <a:pt x="2234079" y="210237"/>
                  </a:lnTo>
                  <a:lnTo>
                    <a:pt x="2234079" y="210237"/>
                  </a:lnTo>
                  <a:lnTo>
                    <a:pt x="2238318" y="210237"/>
                  </a:lnTo>
                  <a:lnTo>
                    <a:pt x="2238318" y="210237"/>
                  </a:lnTo>
                  <a:lnTo>
                    <a:pt x="2242557" y="210237"/>
                  </a:lnTo>
                  <a:lnTo>
                    <a:pt x="2242557" y="210237"/>
                  </a:lnTo>
                  <a:lnTo>
                    <a:pt x="2246796" y="210237"/>
                  </a:lnTo>
                  <a:lnTo>
                    <a:pt x="2246796" y="209871"/>
                  </a:lnTo>
                  <a:lnTo>
                    <a:pt x="2251036" y="209871"/>
                  </a:lnTo>
                  <a:lnTo>
                    <a:pt x="2251036" y="209871"/>
                  </a:lnTo>
                  <a:lnTo>
                    <a:pt x="2255275" y="209871"/>
                  </a:lnTo>
                  <a:lnTo>
                    <a:pt x="2255275" y="209140"/>
                  </a:lnTo>
                  <a:lnTo>
                    <a:pt x="2259514" y="209140"/>
                  </a:lnTo>
                  <a:lnTo>
                    <a:pt x="2259514" y="208407"/>
                  </a:lnTo>
                  <a:lnTo>
                    <a:pt x="2263753" y="208407"/>
                  </a:lnTo>
                  <a:lnTo>
                    <a:pt x="2263753" y="208407"/>
                  </a:lnTo>
                  <a:lnTo>
                    <a:pt x="2267993" y="208407"/>
                  </a:lnTo>
                  <a:lnTo>
                    <a:pt x="2267993" y="207674"/>
                  </a:lnTo>
                  <a:lnTo>
                    <a:pt x="2272232" y="207674"/>
                  </a:lnTo>
                  <a:lnTo>
                    <a:pt x="2272232" y="206941"/>
                  </a:lnTo>
                  <a:lnTo>
                    <a:pt x="2276471" y="206941"/>
                  </a:lnTo>
                  <a:lnTo>
                    <a:pt x="2276471" y="206941"/>
                  </a:lnTo>
                  <a:lnTo>
                    <a:pt x="2280710" y="206941"/>
                  </a:lnTo>
                  <a:lnTo>
                    <a:pt x="2280710" y="206575"/>
                  </a:lnTo>
                  <a:lnTo>
                    <a:pt x="2284950" y="206575"/>
                  </a:lnTo>
                  <a:lnTo>
                    <a:pt x="2284950" y="206208"/>
                  </a:lnTo>
                  <a:lnTo>
                    <a:pt x="2289189" y="206208"/>
                  </a:lnTo>
                  <a:lnTo>
                    <a:pt x="2289189" y="206208"/>
                  </a:lnTo>
                  <a:lnTo>
                    <a:pt x="2293428" y="206208"/>
                  </a:lnTo>
                  <a:lnTo>
                    <a:pt x="2293428" y="206208"/>
                  </a:lnTo>
                  <a:lnTo>
                    <a:pt x="2297667" y="206208"/>
                  </a:lnTo>
                  <a:lnTo>
                    <a:pt x="2297667" y="206208"/>
                  </a:lnTo>
                  <a:lnTo>
                    <a:pt x="2301907" y="206208"/>
                  </a:lnTo>
                  <a:lnTo>
                    <a:pt x="2301907" y="205841"/>
                  </a:lnTo>
                  <a:lnTo>
                    <a:pt x="2306146" y="205841"/>
                  </a:lnTo>
                  <a:lnTo>
                    <a:pt x="2306146" y="205106"/>
                  </a:lnTo>
                  <a:lnTo>
                    <a:pt x="2310385" y="205106"/>
                  </a:lnTo>
                  <a:lnTo>
                    <a:pt x="2310385" y="205106"/>
                  </a:lnTo>
                  <a:lnTo>
                    <a:pt x="2314624" y="205106"/>
                  </a:lnTo>
                  <a:lnTo>
                    <a:pt x="2314624" y="204738"/>
                  </a:lnTo>
                  <a:lnTo>
                    <a:pt x="2318864" y="204738"/>
                  </a:lnTo>
                  <a:lnTo>
                    <a:pt x="2318864" y="204369"/>
                  </a:lnTo>
                  <a:lnTo>
                    <a:pt x="2323103" y="204369"/>
                  </a:lnTo>
                  <a:lnTo>
                    <a:pt x="2323103" y="204001"/>
                  </a:lnTo>
                  <a:lnTo>
                    <a:pt x="2327342" y="204001"/>
                  </a:lnTo>
                  <a:lnTo>
                    <a:pt x="2327342" y="204001"/>
                  </a:lnTo>
                  <a:lnTo>
                    <a:pt x="2331581" y="204001"/>
                  </a:lnTo>
                  <a:lnTo>
                    <a:pt x="2331581" y="203632"/>
                  </a:lnTo>
                  <a:lnTo>
                    <a:pt x="2335820" y="203632"/>
                  </a:lnTo>
                  <a:lnTo>
                    <a:pt x="2335820" y="202895"/>
                  </a:lnTo>
                  <a:lnTo>
                    <a:pt x="2340060" y="202895"/>
                  </a:lnTo>
                  <a:lnTo>
                    <a:pt x="2340060" y="202526"/>
                  </a:lnTo>
                  <a:lnTo>
                    <a:pt x="2344299" y="202526"/>
                  </a:lnTo>
                  <a:lnTo>
                    <a:pt x="2344299" y="201788"/>
                  </a:lnTo>
                  <a:lnTo>
                    <a:pt x="2348538" y="201788"/>
                  </a:lnTo>
                  <a:lnTo>
                    <a:pt x="2348538" y="201788"/>
                  </a:lnTo>
                  <a:lnTo>
                    <a:pt x="2352777" y="201788"/>
                  </a:lnTo>
                  <a:lnTo>
                    <a:pt x="2352777" y="201418"/>
                  </a:lnTo>
                  <a:lnTo>
                    <a:pt x="2357017" y="201418"/>
                  </a:lnTo>
                  <a:lnTo>
                    <a:pt x="2357017" y="200679"/>
                  </a:lnTo>
                  <a:lnTo>
                    <a:pt x="2361256" y="200679"/>
                  </a:lnTo>
                  <a:lnTo>
                    <a:pt x="2361256" y="199940"/>
                  </a:lnTo>
                  <a:lnTo>
                    <a:pt x="2365495" y="199940"/>
                  </a:lnTo>
                  <a:lnTo>
                    <a:pt x="2365495" y="199940"/>
                  </a:lnTo>
                  <a:lnTo>
                    <a:pt x="2369734" y="199940"/>
                  </a:lnTo>
                  <a:lnTo>
                    <a:pt x="2369734" y="199940"/>
                  </a:lnTo>
                  <a:lnTo>
                    <a:pt x="2373974" y="199940"/>
                  </a:lnTo>
                  <a:lnTo>
                    <a:pt x="2373974" y="199940"/>
                  </a:lnTo>
                  <a:lnTo>
                    <a:pt x="2378213" y="199940"/>
                  </a:lnTo>
                  <a:lnTo>
                    <a:pt x="2378213" y="199940"/>
                  </a:lnTo>
                  <a:lnTo>
                    <a:pt x="2382452" y="199940"/>
                  </a:lnTo>
                  <a:lnTo>
                    <a:pt x="2382452" y="199940"/>
                  </a:lnTo>
                  <a:lnTo>
                    <a:pt x="2386691" y="199940"/>
                  </a:lnTo>
                  <a:lnTo>
                    <a:pt x="2386691" y="199940"/>
                  </a:lnTo>
                  <a:lnTo>
                    <a:pt x="2390931" y="199940"/>
                  </a:lnTo>
                  <a:lnTo>
                    <a:pt x="2390931" y="199940"/>
                  </a:lnTo>
                  <a:lnTo>
                    <a:pt x="2395170" y="199940"/>
                  </a:lnTo>
                  <a:lnTo>
                    <a:pt x="2395170" y="199569"/>
                  </a:lnTo>
                  <a:lnTo>
                    <a:pt x="2399409" y="199569"/>
                  </a:lnTo>
                  <a:lnTo>
                    <a:pt x="2399409" y="199569"/>
                  </a:lnTo>
                  <a:lnTo>
                    <a:pt x="2403648" y="199569"/>
                  </a:lnTo>
                  <a:lnTo>
                    <a:pt x="2403648" y="198828"/>
                  </a:lnTo>
                  <a:lnTo>
                    <a:pt x="2407888" y="198828"/>
                  </a:lnTo>
                  <a:lnTo>
                    <a:pt x="2407888" y="198456"/>
                  </a:lnTo>
                  <a:lnTo>
                    <a:pt x="2412127" y="198456"/>
                  </a:lnTo>
                  <a:lnTo>
                    <a:pt x="2412127" y="198456"/>
                  </a:lnTo>
                  <a:lnTo>
                    <a:pt x="2416366" y="198456"/>
                  </a:lnTo>
                  <a:lnTo>
                    <a:pt x="2416366" y="198456"/>
                  </a:lnTo>
                  <a:lnTo>
                    <a:pt x="2420605" y="198456"/>
                  </a:lnTo>
                  <a:lnTo>
                    <a:pt x="2420605" y="198456"/>
                  </a:lnTo>
                  <a:lnTo>
                    <a:pt x="2424845" y="198456"/>
                  </a:lnTo>
                  <a:lnTo>
                    <a:pt x="2424845" y="198456"/>
                  </a:lnTo>
                  <a:lnTo>
                    <a:pt x="2429084" y="198456"/>
                  </a:lnTo>
                  <a:lnTo>
                    <a:pt x="2429084" y="198456"/>
                  </a:lnTo>
                  <a:lnTo>
                    <a:pt x="2433323" y="198456"/>
                  </a:lnTo>
                  <a:lnTo>
                    <a:pt x="2433323" y="198456"/>
                  </a:lnTo>
                  <a:lnTo>
                    <a:pt x="2437562" y="198456"/>
                  </a:lnTo>
                  <a:lnTo>
                    <a:pt x="2437562" y="198456"/>
                  </a:lnTo>
                  <a:lnTo>
                    <a:pt x="2441801" y="198456"/>
                  </a:lnTo>
                  <a:lnTo>
                    <a:pt x="2441801" y="197712"/>
                  </a:lnTo>
                  <a:lnTo>
                    <a:pt x="2446041" y="197712"/>
                  </a:lnTo>
                  <a:lnTo>
                    <a:pt x="2446041" y="197712"/>
                  </a:lnTo>
                  <a:lnTo>
                    <a:pt x="2450280" y="197712"/>
                  </a:lnTo>
                  <a:lnTo>
                    <a:pt x="2450280" y="197712"/>
                  </a:lnTo>
                  <a:lnTo>
                    <a:pt x="2454519" y="197712"/>
                  </a:lnTo>
                  <a:lnTo>
                    <a:pt x="2454519" y="197712"/>
                  </a:lnTo>
                  <a:lnTo>
                    <a:pt x="2458758" y="197712"/>
                  </a:lnTo>
                  <a:lnTo>
                    <a:pt x="2458758" y="197339"/>
                  </a:lnTo>
                  <a:lnTo>
                    <a:pt x="2462998" y="197339"/>
                  </a:lnTo>
                  <a:lnTo>
                    <a:pt x="2462998" y="197339"/>
                  </a:lnTo>
                  <a:lnTo>
                    <a:pt x="2467237" y="197339"/>
                  </a:lnTo>
                  <a:lnTo>
                    <a:pt x="2467237" y="196966"/>
                  </a:lnTo>
                  <a:lnTo>
                    <a:pt x="2471476" y="196966"/>
                  </a:lnTo>
                  <a:lnTo>
                    <a:pt x="2471476" y="196592"/>
                  </a:lnTo>
                  <a:lnTo>
                    <a:pt x="2475715" y="196592"/>
                  </a:lnTo>
                  <a:lnTo>
                    <a:pt x="2475715" y="196592"/>
                  </a:lnTo>
                  <a:lnTo>
                    <a:pt x="2479955" y="196592"/>
                  </a:lnTo>
                  <a:lnTo>
                    <a:pt x="2479955" y="196592"/>
                  </a:lnTo>
                  <a:lnTo>
                    <a:pt x="2484194" y="196592"/>
                  </a:lnTo>
                  <a:lnTo>
                    <a:pt x="2484194" y="196592"/>
                  </a:lnTo>
                  <a:lnTo>
                    <a:pt x="2488433" y="196592"/>
                  </a:lnTo>
                  <a:lnTo>
                    <a:pt x="2488433" y="196592"/>
                  </a:lnTo>
                  <a:lnTo>
                    <a:pt x="2492672" y="196592"/>
                  </a:lnTo>
                  <a:lnTo>
                    <a:pt x="2492672" y="195844"/>
                  </a:lnTo>
                  <a:lnTo>
                    <a:pt x="2496912" y="195844"/>
                  </a:lnTo>
                  <a:lnTo>
                    <a:pt x="2496912" y="195844"/>
                  </a:lnTo>
                  <a:lnTo>
                    <a:pt x="2501151" y="195844"/>
                  </a:lnTo>
                  <a:lnTo>
                    <a:pt x="2501151" y="195844"/>
                  </a:lnTo>
                  <a:lnTo>
                    <a:pt x="2505390" y="195844"/>
                  </a:lnTo>
                  <a:lnTo>
                    <a:pt x="2505390" y="195844"/>
                  </a:lnTo>
                  <a:lnTo>
                    <a:pt x="2509629" y="195844"/>
                  </a:lnTo>
                  <a:lnTo>
                    <a:pt x="2509629" y="195844"/>
                  </a:lnTo>
                  <a:lnTo>
                    <a:pt x="2513869" y="195844"/>
                  </a:lnTo>
                  <a:lnTo>
                    <a:pt x="2513869" y="195844"/>
                  </a:lnTo>
                  <a:lnTo>
                    <a:pt x="2518108" y="195844"/>
                  </a:lnTo>
                  <a:lnTo>
                    <a:pt x="2518108" y="195092"/>
                  </a:lnTo>
                  <a:lnTo>
                    <a:pt x="2522347" y="195092"/>
                  </a:lnTo>
                  <a:lnTo>
                    <a:pt x="2522347" y="194716"/>
                  </a:lnTo>
                  <a:lnTo>
                    <a:pt x="2526586" y="194716"/>
                  </a:lnTo>
                  <a:lnTo>
                    <a:pt x="2526586" y="194716"/>
                  </a:lnTo>
                  <a:lnTo>
                    <a:pt x="2530825" y="194716"/>
                  </a:lnTo>
                  <a:lnTo>
                    <a:pt x="2530825" y="194716"/>
                  </a:lnTo>
                  <a:lnTo>
                    <a:pt x="2535065" y="194716"/>
                  </a:lnTo>
                  <a:lnTo>
                    <a:pt x="2535065" y="194339"/>
                  </a:lnTo>
                  <a:lnTo>
                    <a:pt x="2539304" y="194339"/>
                  </a:lnTo>
                  <a:lnTo>
                    <a:pt x="2539304" y="194339"/>
                  </a:lnTo>
                  <a:lnTo>
                    <a:pt x="2543543" y="194339"/>
                  </a:lnTo>
                  <a:lnTo>
                    <a:pt x="2543543" y="193961"/>
                  </a:lnTo>
                  <a:lnTo>
                    <a:pt x="2547782" y="193961"/>
                  </a:lnTo>
                  <a:lnTo>
                    <a:pt x="2547782" y="193961"/>
                  </a:lnTo>
                  <a:lnTo>
                    <a:pt x="2552022" y="193961"/>
                  </a:lnTo>
                  <a:lnTo>
                    <a:pt x="2552022" y="193583"/>
                  </a:lnTo>
                  <a:lnTo>
                    <a:pt x="2556261" y="193583"/>
                  </a:lnTo>
                  <a:lnTo>
                    <a:pt x="2556261" y="193204"/>
                  </a:lnTo>
                  <a:lnTo>
                    <a:pt x="2560500" y="193204"/>
                  </a:lnTo>
                  <a:lnTo>
                    <a:pt x="2560500" y="192825"/>
                  </a:lnTo>
                  <a:lnTo>
                    <a:pt x="2564739" y="192825"/>
                  </a:lnTo>
                  <a:lnTo>
                    <a:pt x="2564739" y="192446"/>
                  </a:lnTo>
                  <a:lnTo>
                    <a:pt x="2568979" y="192446"/>
                  </a:lnTo>
                  <a:lnTo>
                    <a:pt x="2568979" y="192067"/>
                  </a:lnTo>
                  <a:lnTo>
                    <a:pt x="2573218" y="192067"/>
                  </a:lnTo>
                  <a:lnTo>
                    <a:pt x="2573218" y="191687"/>
                  </a:lnTo>
                  <a:lnTo>
                    <a:pt x="2577457" y="191687"/>
                  </a:lnTo>
                  <a:lnTo>
                    <a:pt x="2577457" y="191687"/>
                  </a:lnTo>
                  <a:lnTo>
                    <a:pt x="2581696" y="191687"/>
                  </a:lnTo>
                  <a:lnTo>
                    <a:pt x="2581696" y="190546"/>
                  </a:lnTo>
                  <a:lnTo>
                    <a:pt x="2585936" y="190546"/>
                  </a:lnTo>
                  <a:lnTo>
                    <a:pt x="2585936" y="190546"/>
                  </a:lnTo>
                  <a:lnTo>
                    <a:pt x="2590175" y="190546"/>
                  </a:lnTo>
                  <a:lnTo>
                    <a:pt x="2590175" y="190165"/>
                  </a:lnTo>
                  <a:lnTo>
                    <a:pt x="2594414" y="190165"/>
                  </a:lnTo>
                  <a:lnTo>
                    <a:pt x="2594414" y="189784"/>
                  </a:lnTo>
                  <a:lnTo>
                    <a:pt x="2598653" y="189784"/>
                  </a:lnTo>
                  <a:lnTo>
                    <a:pt x="2598653" y="189402"/>
                  </a:lnTo>
                  <a:lnTo>
                    <a:pt x="2602893" y="189402"/>
                  </a:lnTo>
                  <a:lnTo>
                    <a:pt x="2602893" y="189402"/>
                  </a:lnTo>
                  <a:lnTo>
                    <a:pt x="2607132" y="189402"/>
                  </a:lnTo>
                  <a:lnTo>
                    <a:pt x="2607132" y="189402"/>
                  </a:lnTo>
                  <a:lnTo>
                    <a:pt x="2611371" y="189402"/>
                  </a:lnTo>
                  <a:lnTo>
                    <a:pt x="2611371" y="188639"/>
                  </a:lnTo>
                  <a:lnTo>
                    <a:pt x="2615610" y="188639"/>
                  </a:lnTo>
                  <a:lnTo>
                    <a:pt x="2615610" y="188639"/>
                  </a:lnTo>
                  <a:lnTo>
                    <a:pt x="2619850" y="188639"/>
                  </a:lnTo>
                  <a:lnTo>
                    <a:pt x="2619850" y="188256"/>
                  </a:lnTo>
                  <a:lnTo>
                    <a:pt x="2624089" y="188256"/>
                  </a:lnTo>
                  <a:lnTo>
                    <a:pt x="2624089" y="188256"/>
                  </a:lnTo>
                  <a:lnTo>
                    <a:pt x="2628328" y="188256"/>
                  </a:lnTo>
                  <a:lnTo>
                    <a:pt x="2628328" y="188256"/>
                  </a:lnTo>
                  <a:lnTo>
                    <a:pt x="2632567" y="188256"/>
                  </a:lnTo>
                  <a:lnTo>
                    <a:pt x="2632567" y="187873"/>
                  </a:lnTo>
                  <a:lnTo>
                    <a:pt x="2636806" y="187873"/>
                  </a:lnTo>
                  <a:lnTo>
                    <a:pt x="2636806" y="187873"/>
                  </a:lnTo>
                  <a:lnTo>
                    <a:pt x="2641046" y="187873"/>
                  </a:lnTo>
                  <a:lnTo>
                    <a:pt x="2641046" y="186339"/>
                  </a:lnTo>
                  <a:lnTo>
                    <a:pt x="2645285" y="186339"/>
                  </a:lnTo>
                  <a:lnTo>
                    <a:pt x="2645285" y="186339"/>
                  </a:lnTo>
                  <a:lnTo>
                    <a:pt x="2649524" y="186339"/>
                  </a:lnTo>
                  <a:lnTo>
                    <a:pt x="2649524" y="186339"/>
                  </a:lnTo>
                  <a:lnTo>
                    <a:pt x="2653763" y="186339"/>
                  </a:lnTo>
                  <a:lnTo>
                    <a:pt x="2653763" y="186339"/>
                  </a:lnTo>
                  <a:lnTo>
                    <a:pt x="2658003" y="186339"/>
                  </a:lnTo>
                  <a:lnTo>
                    <a:pt x="2658003" y="186339"/>
                  </a:lnTo>
                  <a:lnTo>
                    <a:pt x="2662242" y="186339"/>
                  </a:lnTo>
                  <a:lnTo>
                    <a:pt x="2662242" y="186339"/>
                  </a:lnTo>
                  <a:lnTo>
                    <a:pt x="2666481" y="186339"/>
                  </a:lnTo>
                  <a:lnTo>
                    <a:pt x="2666481" y="185954"/>
                  </a:lnTo>
                  <a:lnTo>
                    <a:pt x="2670720" y="185954"/>
                  </a:lnTo>
                  <a:lnTo>
                    <a:pt x="2670720" y="185954"/>
                  </a:lnTo>
                  <a:lnTo>
                    <a:pt x="2674960" y="185954"/>
                  </a:lnTo>
                  <a:lnTo>
                    <a:pt x="2674960" y="185954"/>
                  </a:lnTo>
                  <a:lnTo>
                    <a:pt x="2679199" y="185954"/>
                  </a:lnTo>
                  <a:lnTo>
                    <a:pt x="2679199" y="185954"/>
                  </a:lnTo>
                  <a:lnTo>
                    <a:pt x="2683438" y="185954"/>
                  </a:lnTo>
                  <a:lnTo>
                    <a:pt x="2683438" y="185954"/>
                  </a:lnTo>
                  <a:lnTo>
                    <a:pt x="2687677" y="185954"/>
                  </a:lnTo>
                  <a:lnTo>
                    <a:pt x="2687677" y="185954"/>
                  </a:lnTo>
                  <a:lnTo>
                    <a:pt x="2691917" y="185954"/>
                  </a:lnTo>
                  <a:lnTo>
                    <a:pt x="2691917" y="185954"/>
                  </a:lnTo>
                  <a:lnTo>
                    <a:pt x="2696156" y="185954"/>
                  </a:lnTo>
                  <a:lnTo>
                    <a:pt x="2696156" y="184405"/>
                  </a:lnTo>
                  <a:lnTo>
                    <a:pt x="2700395" y="184405"/>
                  </a:lnTo>
                  <a:lnTo>
                    <a:pt x="2700395" y="183243"/>
                  </a:lnTo>
                  <a:lnTo>
                    <a:pt x="2704634" y="183243"/>
                  </a:lnTo>
                  <a:lnTo>
                    <a:pt x="2704634" y="182080"/>
                  </a:lnTo>
                  <a:lnTo>
                    <a:pt x="2708874" y="182080"/>
                  </a:lnTo>
                  <a:lnTo>
                    <a:pt x="2708874" y="182080"/>
                  </a:lnTo>
                  <a:lnTo>
                    <a:pt x="2713113" y="182080"/>
                  </a:lnTo>
                  <a:lnTo>
                    <a:pt x="2713113" y="182080"/>
                  </a:lnTo>
                  <a:lnTo>
                    <a:pt x="2717352" y="182080"/>
                  </a:lnTo>
                  <a:lnTo>
                    <a:pt x="2717352" y="181303"/>
                  </a:lnTo>
                  <a:lnTo>
                    <a:pt x="2721591" y="181303"/>
                  </a:lnTo>
                  <a:lnTo>
                    <a:pt x="2721591" y="180915"/>
                  </a:lnTo>
                  <a:lnTo>
                    <a:pt x="2725831" y="180915"/>
                  </a:lnTo>
                  <a:lnTo>
                    <a:pt x="2725831" y="180526"/>
                  </a:lnTo>
                  <a:lnTo>
                    <a:pt x="2730070" y="180526"/>
                  </a:lnTo>
                  <a:lnTo>
                    <a:pt x="2730070" y="180137"/>
                  </a:lnTo>
                  <a:lnTo>
                    <a:pt x="2734309" y="180137"/>
                  </a:lnTo>
                  <a:lnTo>
                    <a:pt x="2734309" y="179747"/>
                  </a:lnTo>
                  <a:lnTo>
                    <a:pt x="2738548" y="179747"/>
                  </a:lnTo>
                  <a:lnTo>
                    <a:pt x="2738548" y="179357"/>
                  </a:lnTo>
                  <a:lnTo>
                    <a:pt x="2742787" y="179357"/>
                  </a:lnTo>
                  <a:lnTo>
                    <a:pt x="2742787" y="179357"/>
                  </a:lnTo>
                  <a:lnTo>
                    <a:pt x="2747027" y="179357"/>
                  </a:lnTo>
                  <a:lnTo>
                    <a:pt x="2747027" y="179357"/>
                  </a:lnTo>
                  <a:lnTo>
                    <a:pt x="2751266" y="179357"/>
                  </a:lnTo>
                  <a:lnTo>
                    <a:pt x="2751266" y="179357"/>
                  </a:lnTo>
                  <a:lnTo>
                    <a:pt x="2755505" y="179357"/>
                  </a:lnTo>
                  <a:lnTo>
                    <a:pt x="2755505" y="178966"/>
                  </a:lnTo>
                  <a:lnTo>
                    <a:pt x="2759744" y="178966"/>
                  </a:lnTo>
                  <a:lnTo>
                    <a:pt x="2759744" y="177791"/>
                  </a:lnTo>
                  <a:lnTo>
                    <a:pt x="2763984" y="177791"/>
                  </a:lnTo>
                  <a:lnTo>
                    <a:pt x="2763984" y="177791"/>
                  </a:lnTo>
                  <a:lnTo>
                    <a:pt x="2768223" y="177791"/>
                  </a:lnTo>
                  <a:lnTo>
                    <a:pt x="2768223" y="177398"/>
                  </a:lnTo>
                  <a:lnTo>
                    <a:pt x="2772462" y="177398"/>
                  </a:lnTo>
                  <a:lnTo>
                    <a:pt x="2772462" y="177006"/>
                  </a:lnTo>
                  <a:lnTo>
                    <a:pt x="2776701" y="177006"/>
                  </a:lnTo>
                  <a:lnTo>
                    <a:pt x="2776701" y="177006"/>
                  </a:lnTo>
                  <a:lnTo>
                    <a:pt x="2780941" y="177006"/>
                  </a:lnTo>
                  <a:lnTo>
                    <a:pt x="2780941" y="176613"/>
                  </a:lnTo>
                  <a:lnTo>
                    <a:pt x="2785180" y="176613"/>
                  </a:lnTo>
                  <a:lnTo>
                    <a:pt x="2785180" y="176613"/>
                  </a:lnTo>
                  <a:lnTo>
                    <a:pt x="2789419" y="176613"/>
                  </a:lnTo>
                  <a:lnTo>
                    <a:pt x="2789419" y="175825"/>
                  </a:lnTo>
                  <a:lnTo>
                    <a:pt x="2793658" y="175825"/>
                  </a:lnTo>
                  <a:lnTo>
                    <a:pt x="2793658" y="175825"/>
                  </a:lnTo>
                  <a:lnTo>
                    <a:pt x="2797898" y="175825"/>
                  </a:lnTo>
                  <a:lnTo>
                    <a:pt x="2797898" y="175825"/>
                  </a:lnTo>
                  <a:lnTo>
                    <a:pt x="2802137" y="175825"/>
                  </a:lnTo>
                  <a:lnTo>
                    <a:pt x="2802137" y="175430"/>
                  </a:lnTo>
                  <a:lnTo>
                    <a:pt x="2806376" y="175430"/>
                  </a:lnTo>
                  <a:lnTo>
                    <a:pt x="2806376" y="175430"/>
                  </a:lnTo>
                  <a:lnTo>
                    <a:pt x="2810615" y="175430"/>
                  </a:lnTo>
                  <a:lnTo>
                    <a:pt x="2810615" y="175035"/>
                  </a:lnTo>
                  <a:lnTo>
                    <a:pt x="2814855" y="175035"/>
                  </a:lnTo>
                  <a:lnTo>
                    <a:pt x="2814855" y="175035"/>
                  </a:lnTo>
                  <a:lnTo>
                    <a:pt x="2819094" y="175035"/>
                  </a:lnTo>
                  <a:lnTo>
                    <a:pt x="2819094" y="174638"/>
                  </a:lnTo>
                  <a:lnTo>
                    <a:pt x="2823333" y="174638"/>
                  </a:lnTo>
                  <a:lnTo>
                    <a:pt x="2823333" y="174638"/>
                  </a:lnTo>
                  <a:lnTo>
                    <a:pt x="2827572" y="174638"/>
                  </a:lnTo>
                  <a:lnTo>
                    <a:pt x="2827572" y="174241"/>
                  </a:lnTo>
                  <a:lnTo>
                    <a:pt x="2831812" y="174241"/>
                  </a:lnTo>
                  <a:lnTo>
                    <a:pt x="2831812" y="173050"/>
                  </a:lnTo>
                  <a:lnTo>
                    <a:pt x="2836051" y="173050"/>
                  </a:lnTo>
                  <a:lnTo>
                    <a:pt x="2836051" y="173050"/>
                  </a:lnTo>
                  <a:lnTo>
                    <a:pt x="2840290" y="173050"/>
                  </a:lnTo>
                  <a:lnTo>
                    <a:pt x="2840290" y="173050"/>
                  </a:lnTo>
                  <a:lnTo>
                    <a:pt x="2844529" y="173050"/>
                  </a:lnTo>
                  <a:lnTo>
                    <a:pt x="2844529" y="173050"/>
                  </a:lnTo>
                  <a:lnTo>
                    <a:pt x="2848768" y="173050"/>
                  </a:lnTo>
                  <a:lnTo>
                    <a:pt x="2848768" y="172652"/>
                  </a:lnTo>
                  <a:lnTo>
                    <a:pt x="2853008" y="172652"/>
                  </a:lnTo>
                  <a:lnTo>
                    <a:pt x="2853008" y="172652"/>
                  </a:lnTo>
                  <a:lnTo>
                    <a:pt x="2857247" y="172652"/>
                  </a:lnTo>
                  <a:lnTo>
                    <a:pt x="2857247" y="172652"/>
                  </a:lnTo>
                  <a:lnTo>
                    <a:pt x="2861486" y="172652"/>
                  </a:lnTo>
                  <a:lnTo>
                    <a:pt x="2861486" y="172253"/>
                  </a:lnTo>
                  <a:lnTo>
                    <a:pt x="2865725" y="172253"/>
                  </a:lnTo>
                  <a:lnTo>
                    <a:pt x="2865725" y="172253"/>
                  </a:lnTo>
                  <a:lnTo>
                    <a:pt x="2869965" y="172253"/>
                  </a:lnTo>
                  <a:lnTo>
                    <a:pt x="2869965" y="171854"/>
                  </a:lnTo>
                  <a:lnTo>
                    <a:pt x="2874204" y="171854"/>
                  </a:lnTo>
                  <a:lnTo>
                    <a:pt x="2874204" y="171454"/>
                  </a:lnTo>
                  <a:lnTo>
                    <a:pt x="2878443" y="171454"/>
                  </a:lnTo>
                  <a:lnTo>
                    <a:pt x="2878443" y="170655"/>
                  </a:lnTo>
                  <a:lnTo>
                    <a:pt x="2882682" y="170655"/>
                  </a:lnTo>
                  <a:lnTo>
                    <a:pt x="2882682" y="170655"/>
                  </a:lnTo>
                  <a:lnTo>
                    <a:pt x="2886922" y="170655"/>
                  </a:lnTo>
                  <a:lnTo>
                    <a:pt x="2886922" y="170254"/>
                  </a:lnTo>
                  <a:lnTo>
                    <a:pt x="2891161" y="170254"/>
                  </a:lnTo>
                  <a:lnTo>
                    <a:pt x="2891161" y="170254"/>
                  </a:lnTo>
                  <a:lnTo>
                    <a:pt x="2895400" y="170254"/>
                  </a:lnTo>
                  <a:lnTo>
                    <a:pt x="2895400" y="170254"/>
                  </a:lnTo>
                  <a:lnTo>
                    <a:pt x="2899639" y="170254"/>
                  </a:lnTo>
                  <a:lnTo>
                    <a:pt x="2899639" y="169050"/>
                  </a:lnTo>
                  <a:lnTo>
                    <a:pt x="2903879" y="169050"/>
                  </a:lnTo>
                  <a:lnTo>
                    <a:pt x="2903879" y="168648"/>
                  </a:lnTo>
                  <a:lnTo>
                    <a:pt x="2908118" y="168648"/>
                  </a:lnTo>
                  <a:lnTo>
                    <a:pt x="2908118" y="167844"/>
                  </a:lnTo>
                  <a:lnTo>
                    <a:pt x="2912357" y="167844"/>
                  </a:lnTo>
                  <a:lnTo>
                    <a:pt x="2912357" y="167844"/>
                  </a:lnTo>
                  <a:lnTo>
                    <a:pt x="2916596" y="167844"/>
                  </a:lnTo>
                  <a:lnTo>
                    <a:pt x="2916596" y="167442"/>
                  </a:lnTo>
                  <a:lnTo>
                    <a:pt x="2920836" y="167442"/>
                  </a:lnTo>
                  <a:lnTo>
                    <a:pt x="2920836" y="167442"/>
                  </a:lnTo>
                  <a:lnTo>
                    <a:pt x="2925075" y="167442"/>
                  </a:lnTo>
                  <a:lnTo>
                    <a:pt x="2925075" y="167039"/>
                  </a:lnTo>
                  <a:lnTo>
                    <a:pt x="2929314" y="167039"/>
                  </a:lnTo>
                  <a:lnTo>
                    <a:pt x="2929314" y="167039"/>
                  </a:lnTo>
                  <a:lnTo>
                    <a:pt x="2933553" y="167039"/>
                  </a:lnTo>
                  <a:lnTo>
                    <a:pt x="2933553" y="167039"/>
                  </a:lnTo>
                  <a:lnTo>
                    <a:pt x="2937792" y="167039"/>
                  </a:lnTo>
                  <a:lnTo>
                    <a:pt x="2937792" y="166635"/>
                  </a:lnTo>
                  <a:lnTo>
                    <a:pt x="2942032" y="166635"/>
                  </a:lnTo>
                  <a:lnTo>
                    <a:pt x="2942032" y="166635"/>
                  </a:lnTo>
                  <a:lnTo>
                    <a:pt x="2946271" y="166635"/>
                  </a:lnTo>
                  <a:lnTo>
                    <a:pt x="2946271" y="166230"/>
                  </a:lnTo>
                  <a:lnTo>
                    <a:pt x="2950510" y="166230"/>
                  </a:lnTo>
                  <a:lnTo>
                    <a:pt x="2950510" y="166230"/>
                  </a:lnTo>
                  <a:lnTo>
                    <a:pt x="2954749" y="166230"/>
                  </a:lnTo>
                  <a:lnTo>
                    <a:pt x="2954749" y="165825"/>
                  </a:lnTo>
                  <a:lnTo>
                    <a:pt x="2958989" y="165825"/>
                  </a:lnTo>
                  <a:lnTo>
                    <a:pt x="2958989" y="165419"/>
                  </a:lnTo>
                  <a:lnTo>
                    <a:pt x="2963228" y="165419"/>
                  </a:lnTo>
                  <a:lnTo>
                    <a:pt x="2963228" y="164607"/>
                  </a:lnTo>
                  <a:lnTo>
                    <a:pt x="2967467" y="164607"/>
                  </a:lnTo>
                  <a:lnTo>
                    <a:pt x="2967467" y="164201"/>
                  </a:lnTo>
                  <a:lnTo>
                    <a:pt x="2971706" y="164201"/>
                  </a:lnTo>
                  <a:lnTo>
                    <a:pt x="2971706" y="164201"/>
                  </a:lnTo>
                  <a:lnTo>
                    <a:pt x="2975946" y="164201"/>
                  </a:lnTo>
                  <a:lnTo>
                    <a:pt x="2975946" y="164201"/>
                  </a:lnTo>
                  <a:lnTo>
                    <a:pt x="2980185" y="164201"/>
                  </a:lnTo>
                  <a:lnTo>
                    <a:pt x="2980185" y="164201"/>
                  </a:lnTo>
                  <a:lnTo>
                    <a:pt x="2984424" y="164201"/>
                  </a:lnTo>
                  <a:lnTo>
                    <a:pt x="2984424" y="164201"/>
                  </a:lnTo>
                  <a:lnTo>
                    <a:pt x="2988663" y="164201"/>
                  </a:lnTo>
                  <a:lnTo>
                    <a:pt x="2988663" y="164201"/>
                  </a:lnTo>
                  <a:lnTo>
                    <a:pt x="2992903" y="164201"/>
                  </a:lnTo>
                  <a:lnTo>
                    <a:pt x="2992903" y="164201"/>
                  </a:lnTo>
                  <a:lnTo>
                    <a:pt x="2997142" y="164201"/>
                  </a:lnTo>
                  <a:lnTo>
                    <a:pt x="2997142" y="163383"/>
                  </a:lnTo>
                  <a:lnTo>
                    <a:pt x="3001381" y="163383"/>
                  </a:lnTo>
                  <a:lnTo>
                    <a:pt x="3001381" y="163383"/>
                  </a:lnTo>
                  <a:lnTo>
                    <a:pt x="3005620" y="163383"/>
                  </a:lnTo>
                  <a:lnTo>
                    <a:pt x="3005620" y="162974"/>
                  </a:lnTo>
                  <a:lnTo>
                    <a:pt x="3009860" y="162974"/>
                  </a:lnTo>
                  <a:lnTo>
                    <a:pt x="3009860" y="162974"/>
                  </a:lnTo>
                  <a:lnTo>
                    <a:pt x="3014099" y="162974"/>
                  </a:lnTo>
                  <a:lnTo>
                    <a:pt x="3014099" y="162564"/>
                  </a:lnTo>
                  <a:lnTo>
                    <a:pt x="3018338" y="162564"/>
                  </a:lnTo>
                  <a:lnTo>
                    <a:pt x="3018338" y="162564"/>
                  </a:lnTo>
                  <a:lnTo>
                    <a:pt x="3022577" y="162564"/>
                  </a:lnTo>
                  <a:lnTo>
                    <a:pt x="3022577" y="162564"/>
                  </a:lnTo>
                  <a:lnTo>
                    <a:pt x="3026817" y="162564"/>
                  </a:lnTo>
                  <a:lnTo>
                    <a:pt x="3026817" y="162564"/>
                  </a:lnTo>
                  <a:lnTo>
                    <a:pt x="3031056" y="162564"/>
                  </a:lnTo>
                  <a:lnTo>
                    <a:pt x="3031056" y="162564"/>
                  </a:lnTo>
                  <a:lnTo>
                    <a:pt x="3035295" y="162564"/>
                  </a:lnTo>
                  <a:lnTo>
                    <a:pt x="3035295" y="162564"/>
                  </a:lnTo>
                  <a:lnTo>
                    <a:pt x="3039534" y="162564"/>
                  </a:lnTo>
                  <a:lnTo>
                    <a:pt x="3039534" y="162564"/>
                  </a:lnTo>
                  <a:lnTo>
                    <a:pt x="3043773" y="162564"/>
                  </a:lnTo>
                  <a:lnTo>
                    <a:pt x="3043773" y="162151"/>
                  </a:lnTo>
                  <a:lnTo>
                    <a:pt x="3048013" y="162151"/>
                  </a:lnTo>
                  <a:lnTo>
                    <a:pt x="3048013" y="162151"/>
                  </a:lnTo>
                  <a:lnTo>
                    <a:pt x="3052252" y="162151"/>
                  </a:lnTo>
                  <a:lnTo>
                    <a:pt x="3052252" y="161738"/>
                  </a:lnTo>
                  <a:lnTo>
                    <a:pt x="3056491" y="161738"/>
                  </a:lnTo>
                  <a:lnTo>
                    <a:pt x="3056491" y="161738"/>
                  </a:lnTo>
                  <a:lnTo>
                    <a:pt x="3060730" y="161738"/>
                  </a:lnTo>
                  <a:lnTo>
                    <a:pt x="3060730" y="161324"/>
                  </a:lnTo>
                  <a:lnTo>
                    <a:pt x="3064970" y="161324"/>
                  </a:lnTo>
                  <a:lnTo>
                    <a:pt x="3064970" y="160910"/>
                  </a:lnTo>
                  <a:lnTo>
                    <a:pt x="3069209" y="160910"/>
                  </a:lnTo>
                  <a:lnTo>
                    <a:pt x="3069209" y="160496"/>
                  </a:lnTo>
                  <a:lnTo>
                    <a:pt x="3073448" y="160496"/>
                  </a:lnTo>
                  <a:lnTo>
                    <a:pt x="3073448" y="160496"/>
                  </a:lnTo>
                  <a:lnTo>
                    <a:pt x="3077687" y="160496"/>
                  </a:lnTo>
                  <a:lnTo>
                    <a:pt x="3077687" y="160081"/>
                  </a:lnTo>
                  <a:lnTo>
                    <a:pt x="3081927" y="160081"/>
                  </a:lnTo>
                  <a:lnTo>
                    <a:pt x="3081927" y="159252"/>
                  </a:lnTo>
                  <a:lnTo>
                    <a:pt x="3086166" y="159252"/>
                  </a:lnTo>
                  <a:lnTo>
                    <a:pt x="3086166" y="158008"/>
                  </a:lnTo>
                  <a:lnTo>
                    <a:pt x="3090405" y="158008"/>
                  </a:lnTo>
                  <a:lnTo>
                    <a:pt x="3090405" y="158008"/>
                  </a:lnTo>
                  <a:lnTo>
                    <a:pt x="3094644" y="158008"/>
                  </a:lnTo>
                  <a:lnTo>
                    <a:pt x="3094644" y="158008"/>
                  </a:lnTo>
                  <a:lnTo>
                    <a:pt x="3098884" y="158008"/>
                  </a:lnTo>
                  <a:lnTo>
                    <a:pt x="3098884" y="158008"/>
                  </a:lnTo>
                  <a:lnTo>
                    <a:pt x="3103123" y="158008"/>
                  </a:lnTo>
                  <a:lnTo>
                    <a:pt x="3103123" y="156344"/>
                  </a:lnTo>
                  <a:lnTo>
                    <a:pt x="3107362" y="156344"/>
                  </a:lnTo>
                  <a:lnTo>
                    <a:pt x="3107362" y="156344"/>
                  </a:lnTo>
                  <a:lnTo>
                    <a:pt x="3111601" y="156344"/>
                  </a:lnTo>
                  <a:lnTo>
                    <a:pt x="3111601" y="156344"/>
                  </a:lnTo>
                  <a:lnTo>
                    <a:pt x="3115841" y="156344"/>
                  </a:lnTo>
                  <a:lnTo>
                    <a:pt x="3115841" y="154677"/>
                  </a:lnTo>
                  <a:lnTo>
                    <a:pt x="3120080" y="154677"/>
                  </a:lnTo>
                  <a:lnTo>
                    <a:pt x="3120080" y="154677"/>
                  </a:lnTo>
                  <a:lnTo>
                    <a:pt x="3124319" y="154677"/>
                  </a:lnTo>
                  <a:lnTo>
                    <a:pt x="3124319" y="154259"/>
                  </a:lnTo>
                  <a:lnTo>
                    <a:pt x="3128558" y="154259"/>
                  </a:lnTo>
                  <a:lnTo>
                    <a:pt x="3128558" y="154259"/>
                  </a:lnTo>
                  <a:lnTo>
                    <a:pt x="3132798" y="154259"/>
                  </a:lnTo>
                  <a:lnTo>
                    <a:pt x="3132798" y="154259"/>
                  </a:lnTo>
                  <a:lnTo>
                    <a:pt x="3137037" y="154259"/>
                  </a:lnTo>
                  <a:lnTo>
                    <a:pt x="3137037" y="153421"/>
                  </a:lnTo>
                  <a:lnTo>
                    <a:pt x="3141276" y="153421"/>
                  </a:lnTo>
                  <a:lnTo>
                    <a:pt x="3141276" y="153421"/>
                  </a:lnTo>
                  <a:lnTo>
                    <a:pt x="3145515" y="153421"/>
                  </a:lnTo>
                  <a:lnTo>
                    <a:pt x="3145515" y="153002"/>
                  </a:lnTo>
                  <a:lnTo>
                    <a:pt x="3149754" y="153002"/>
                  </a:lnTo>
                  <a:lnTo>
                    <a:pt x="3149754" y="153002"/>
                  </a:lnTo>
                  <a:lnTo>
                    <a:pt x="3153994" y="153002"/>
                  </a:lnTo>
                  <a:lnTo>
                    <a:pt x="3153994" y="153002"/>
                  </a:lnTo>
                  <a:lnTo>
                    <a:pt x="3158233" y="153002"/>
                  </a:lnTo>
                  <a:lnTo>
                    <a:pt x="3158233" y="153002"/>
                  </a:lnTo>
                  <a:lnTo>
                    <a:pt x="3162472" y="153002"/>
                  </a:lnTo>
                  <a:lnTo>
                    <a:pt x="3162472" y="153002"/>
                  </a:lnTo>
                  <a:lnTo>
                    <a:pt x="3166711" y="153002"/>
                  </a:lnTo>
                  <a:lnTo>
                    <a:pt x="3166711" y="153002"/>
                  </a:lnTo>
                  <a:lnTo>
                    <a:pt x="3170951" y="153002"/>
                  </a:lnTo>
                  <a:lnTo>
                    <a:pt x="3170951" y="153002"/>
                  </a:lnTo>
                  <a:lnTo>
                    <a:pt x="3175190" y="153002"/>
                  </a:lnTo>
                  <a:lnTo>
                    <a:pt x="3175190" y="152580"/>
                  </a:lnTo>
                  <a:lnTo>
                    <a:pt x="3179429" y="152580"/>
                  </a:lnTo>
                  <a:lnTo>
                    <a:pt x="3179429" y="152580"/>
                  </a:lnTo>
                  <a:lnTo>
                    <a:pt x="3183668" y="152580"/>
                  </a:lnTo>
                  <a:lnTo>
                    <a:pt x="3183668" y="152580"/>
                  </a:lnTo>
                  <a:lnTo>
                    <a:pt x="3187908" y="152580"/>
                  </a:lnTo>
                  <a:lnTo>
                    <a:pt x="3187908" y="152580"/>
                  </a:lnTo>
                  <a:lnTo>
                    <a:pt x="3192147" y="152580"/>
                  </a:lnTo>
                  <a:lnTo>
                    <a:pt x="3192147" y="152580"/>
                  </a:lnTo>
                  <a:lnTo>
                    <a:pt x="3196386" y="152580"/>
                  </a:lnTo>
                  <a:lnTo>
                    <a:pt x="3196386" y="152157"/>
                  </a:lnTo>
                  <a:lnTo>
                    <a:pt x="3200625" y="152157"/>
                  </a:lnTo>
                  <a:lnTo>
                    <a:pt x="3200625" y="152157"/>
                  </a:lnTo>
                  <a:lnTo>
                    <a:pt x="3204865" y="152157"/>
                  </a:lnTo>
                  <a:lnTo>
                    <a:pt x="3204865" y="151734"/>
                  </a:lnTo>
                  <a:lnTo>
                    <a:pt x="3209104" y="151734"/>
                  </a:lnTo>
                  <a:lnTo>
                    <a:pt x="3209104" y="151734"/>
                  </a:lnTo>
                  <a:lnTo>
                    <a:pt x="3213343" y="151734"/>
                  </a:lnTo>
                  <a:lnTo>
                    <a:pt x="3213343" y="151309"/>
                  </a:lnTo>
                  <a:lnTo>
                    <a:pt x="3217582" y="151309"/>
                  </a:lnTo>
                  <a:lnTo>
                    <a:pt x="3217582" y="151309"/>
                  </a:lnTo>
                  <a:lnTo>
                    <a:pt x="3221822" y="151309"/>
                  </a:lnTo>
                  <a:lnTo>
                    <a:pt x="3221822" y="151309"/>
                  </a:lnTo>
                  <a:lnTo>
                    <a:pt x="3226061" y="151309"/>
                  </a:lnTo>
                  <a:lnTo>
                    <a:pt x="3226061" y="151309"/>
                  </a:lnTo>
                  <a:lnTo>
                    <a:pt x="3230300" y="151309"/>
                  </a:lnTo>
                  <a:lnTo>
                    <a:pt x="3230300" y="150883"/>
                  </a:lnTo>
                  <a:lnTo>
                    <a:pt x="3234539" y="150883"/>
                  </a:lnTo>
                  <a:lnTo>
                    <a:pt x="3234539" y="150458"/>
                  </a:lnTo>
                  <a:lnTo>
                    <a:pt x="3238778" y="150458"/>
                  </a:lnTo>
                  <a:lnTo>
                    <a:pt x="3238778" y="150458"/>
                  </a:lnTo>
                  <a:lnTo>
                    <a:pt x="3243018" y="150458"/>
                  </a:lnTo>
                  <a:lnTo>
                    <a:pt x="3243018" y="150458"/>
                  </a:lnTo>
                  <a:lnTo>
                    <a:pt x="3247257" y="150458"/>
                  </a:lnTo>
                  <a:lnTo>
                    <a:pt x="3247257" y="150031"/>
                  </a:lnTo>
                  <a:lnTo>
                    <a:pt x="3251496" y="150031"/>
                  </a:lnTo>
                  <a:lnTo>
                    <a:pt x="3251496" y="150031"/>
                  </a:lnTo>
                  <a:lnTo>
                    <a:pt x="3255735" y="150031"/>
                  </a:lnTo>
                  <a:lnTo>
                    <a:pt x="3255735" y="150031"/>
                  </a:lnTo>
                  <a:lnTo>
                    <a:pt x="3259975" y="150031"/>
                  </a:lnTo>
                  <a:lnTo>
                    <a:pt x="3259975" y="149604"/>
                  </a:lnTo>
                  <a:lnTo>
                    <a:pt x="3264214" y="149604"/>
                  </a:lnTo>
                  <a:lnTo>
                    <a:pt x="3264214" y="149604"/>
                  </a:lnTo>
                  <a:lnTo>
                    <a:pt x="3268453" y="149604"/>
                  </a:lnTo>
                  <a:lnTo>
                    <a:pt x="3268453" y="149604"/>
                  </a:lnTo>
                  <a:lnTo>
                    <a:pt x="3272692" y="149604"/>
                  </a:lnTo>
                  <a:lnTo>
                    <a:pt x="3272692" y="149604"/>
                  </a:lnTo>
                  <a:lnTo>
                    <a:pt x="3276932" y="149604"/>
                  </a:lnTo>
                  <a:lnTo>
                    <a:pt x="3276932" y="149604"/>
                  </a:lnTo>
                  <a:lnTo>
                    <a:pt x="3281171" y="149604"/>
                  </a:lnTo>
                  <a:lnTo>
                    <a:pt x="3281171" y="148746"/>
                  </a:lnTo>
                  <a:lnTo>
                    <a:pt x="3285410" y="148746"/>
                  </a:lnTo>
                  <a:lnTo>
                    <a:pt x="3285410" y="148746"/>
                  </a:lnTo>
                  <a:lnTo>
                    <a:pt x="3289649" y="148746"/>
                  </a:lnTo>
                  <a:lnTo>
                    <a:pt x="3289649" y="148317"/>
                  </a:lnTo>
                  <a:lnTo>
                    <a:pt x="3293889" y="148317"/>
                  </a:lnTo>
                  <a:lnTo>
                    <a:pt x="3293889" y="147457"/>
                  </a:lnTo>
                  <a:lnTo>
                    <a:pt x="3298128" y="147457"/>
                  </a:lnTo>
                  <a:lnTo>
                    <a:pt x="3298128" y="147457"/>
                  </a:lnTo>
                  <a:lnTo>
                    <a:pt x="3302367" y="147457"/>
                  </a:lnTo>
                  <a:lnTo>
                    <a:pt x="3302367" y="147026"/>
                  </a:lnTo>
                  <a:lnTo>
                    <a:pt x="3306606" y="147026"/>
                  </a:lnTo>
                  <a:lnTo>
                    <a:pt x="3306606" y="146164"/>
                  </a:lnTo>
                  <a:lnTo>
                    <a:pt x="3310846" y="146164"/>
                  </a:lnTo>
                  <a:lnTo>
                    <a:pt x="3310846" y="146164"/>
                  </a:lnTo>
                  <a:lnTo>
                    <a:pt x="3315085" y="146164"/>
                  </a:lnTo>
                  <a:lnTo>
                    <a:pt x="3315085" y="145732"/>
                  </a:lnTo>
                  <a:lnTo>
                    <a:pt x="3319324" y="145732"/>
                  </a:lnTo>
                  <a:lnTo>
                    <a:pt x="3319324" y="145732"/>
                  </a:lnTo>
                  <a:lnTo>
                    <a:pt x="3323563" y="145732"/>
                  </a:lnTo>
                  <a:lnTo>
                    <a:pt x="3323563" y="145732"/>
                  </a:lnTo>
                  <a:lnTo>
                    <a:pt x="3327803" y="145732"/>
                  </a:lnTo>
                  <a:lnTo>
                    <a:pt x="3327803" y="145299"/>
                  </a:lnTo>
                  <a:lnTo>
                    <a:pt x="3332042" y="145299"/>
                  </a:lnTo>
                  <a:lnTo>
                    <a:pt x="3332042" y="144866"/>
                  </a:lnTo>
                  <a:lnTo>
                    <a:pt x="3336281" y="144866"/>
                  </a:lnTo>
                  <a:lnTo>
                    <a:pt x="3336281" y="144433"/>
                  </a:lnTo>
                  <a:lnTo>
                    <a:pt x="3340520" y="144433"/>
                  </a:lnTo>
                  <a:lnTo>
                    <a:pt x="3340520" y="144433"/>
                  </a:lnTo>
                  <a:lnTo>
                    <a:pt x="3344759" y="144433"/>
                  </a:lnTo>
                  <a:lnTo>
                    <a:pt x="3344759" y="144000"/>
                  </a:lnTo>
                  <a:lnTo>
                    <a:pt x="3348999" y="144000"/>
                  </a:lnTo>
                  <a:lnTo>
                    <a:pt x="3348999" y="142698"/>
                  </a:lnTo>
                  <a:lnTo>
                    <a:pt x="3353238" y="142698"/>
                  </a:lnTo>
                  <a:lnTo>
                    <a:pt x="3353238" y="141830"/>
                  </a:lnTo>
                  <a:lnTo>
                    <a:pt x="3357477" y="141830"/>
                  </a:lnTo>
                  <a:lnTo>
                    <a:pt x="3357477" y="141830"/>
                  </a:lnTo>
                  <a:lnTo>
                    <a:pt x="3361716" y="141830"/>
                  </a:lnTo>
                  <a:lnTo>
                    <a:pt x="3361716" y="141395"/>
                  </a:lnTo>
                  <a:lnTo>
                    <a:pt x="3365956" y="141395"/>
                  </a:lnTo>
                  <a:lnTo>
                    <a:pt x="3365956" y="141395"/>
                  </a:lnTo>
                  <a:lnTo>
                    <a:pt x="3370195" y="141395"/>
                  </a:lnTo>
                  <a:lnTo>
                    <a:pt x="3370195" y="141395"/>
                  </a:lnTo>
                  <a:lnTo>
                    <a:pt x="3374434" y="141395"/>
                  </a:lnTo>
                  <a:lnTo>
                    <a:pt x="3374434" y="141395"/>
                  </a:lnTo>
                  <a:lnTo>
                    <a:pt x="3378673" y="141395"/>
                  </a:lnTo>
                  <a:lnTo>
                    <a:pt x="3378673" y="141395"/>
                  </a:lnTo>
                  <a:lnTo>
                    <a:pt x="3382913" y="141395"/>
                  </a:lnTo>
                  <a:lnTo>
                    <a:pt x="3382913" y="141395"/>
                  </a:lnTo>
                  <a:lnTo>
                    <a:pt x="3387152" y="141395"/>
                  </a:lnTo>
                  <a:lnTo>
                    <a:pt x="3387152" y="141395"/>
                  </a:lnTo>
                  <a:lnTo>
                    <a:pt x="3391391" y="141395"/>
                  </a:lnTo>
                  <a:lnTo>
                    <a:pt x="3391391" y="141395"/>
                  </a:lnTo>
                  <a:lnTo>
                    <a:pt x="3395630" y="141395"/>
                  </a:lnTo>
                  <a:lnTo>
                    <a:pt x="3395630" y="141395"/>
                  </a:lnTo>
                  <a:lnTo>
                    <a:pt x="3399870" y="141395"/>
                  </a:lnTo>
                  <a:lnTo>
                    <a:pt x="3399870" y="141395"/>
                  </a:lnTo>
                  <a:lnTo>
                    <a:pt x="3404109" y="141395"/>
                  </a:lnTo>
                  <a:lnTo>
                    <a:pt x="3404109" y="140957"/>
                  </a:lnTo>
                  <a:lnTo>
                    <a:pt x="3408348" y="140957"/>
                  </a:lnTo>
                  <a:lnTo>
                    <a:pt x="3408348" y="140957"/>
                  </a:lnTo>
                  <a:lnTo>
                    <a:pt x="3412587" y="140957"/>
                  </a:lnTo>
                  <a:lnTo>
                    <a:pt x="3412587" y="140517"/>
                  </a:lnTo>
                  <a:lnTo>
                    <a:pt x="3416827" y="140517"/>
                  </a:lnTo>
                  <a:lnTo>
                    <a:pt x="3416827" y="139636"/>
                  </a:lnTo>
                  <a:lnTo>
                    <a:pt x="3421066" y="139636"/>
                  </a:lnTo>
                  <a:lnTo>
                    <a:pt x="3421066" y="139636"/>
                  </a:lnTo>
                  <a:lnTo>
                    <a:pt x="3425305" y="139636"/>
                  </a:lnTo>
                  <a:lnTo>
                    <a:pt x="3425305" y="139636"/>
                  </a:lnTo>
                  <a:lnTo>
                    <a:pt x="3429544" y="139636"/>
                  </a:lnTo>
                  <a:lnTo>
                    <a:pt x="3429544" y="139636"/>
                  </a:lnTo>
                  <a:lnTo>
                    <a:pt x="3433784" y="139636"/>
                  </a:lnTo>
                  <a:lnTo>
                    <a:pt x="3433784" y="139636"/>
                  </a:lnTo>
                  <a:lnTo>
                    <a:pt x="3438023" y="139636"/>
                  </a:lnTo>
                  <a:lnTo>
                    <a:pt x="3438023" y="139194"/>
                  </a:lnTo>
                  <a:lnTo>
                    <a:pt x="3442262" y="139194"/>
                  </a:lnTo>
                  <a:lnTo>
                    <a:pt x="3442262" y="138310"/>
                  </a:lnTo>
                  <a:lnTo>
                    <a:pt x="3446501" y="138310"/>
                  </a:lnTo>
                  <a:lnTo>
                    <a:pt x="3446501" y="137867"/>
                  </a:lnTo>
                  <a:lnTo>
                    <a:pt x="3450740" y="137867"/>
                  </a:lnTo>
                  <a:lnTo>
                    <a:pt x="3450740" y="137867"/>
                  </a:lnTo>
                  <a:lnTo>
                    <a:pt x="3454980" y="137867"/>
                  </a:lnTo>
                  <a:lnTo>
                    <a:pt x="3454980" y="137867"/>
                  </a:lnTo>
                  <a:lnTo>
                    <a:pt x="3459219" y="137867"/>
                  </a:lnTo>
                  <a:lnTo>
                    <a:pt x="3459219" y="137867"/>
                  </a:lnTo>
                  <a:lnTo>
                    <a:pt x="3463458" y="137867"/>
                  </a:lnTo>
                  <a:lnTo>
                    <a:pt x="3463458" y="137867"/>
                  </a:lnTo>
                  <a:lnTo>
                    <a:pt x="3467697" y="137867"/>
                  </a:lnTo>
                  <a:lnTo>
                    <a:pt x="3467697" y="137423"/>
                  </a:lnTo>
                  <a:lnTo>
                    <a:pt x="3471937" y="137423"/>
                  </a:lnTo>
                  <a:lnTo>
                    <a:pt x="3471937" y="136535"/>
                  </a:lnTo>
                  <a:lnTo>
                    <a:pt x="3476176" y="136535"/>
                  </a:lnTo>
                  <a:lnTo>
                    <a:pt x="3476176" y="136535"/>
                  </a:lnTo>
                  <a:lnTo>
                    <a:pt x="3480415" y="136535"/>
                  </a:lnTo>
                  <a:lnTo>
                    <a:pt x="3480415" y="136535"/>
                  </a:lnTo>
                  <a:lnTo>
                    <a:pt x="3484654" y="136535"/>
                  </a:lnTo>
                  <a:lnTo>
                    <a:pt x="3484654" y="136535"/>
                  </a:lnTo>
                  <a:lnTo>
                    <a:pt x="3488894" y="136535"/>
                  </a:lnTo>
                  <a:lnTo>
                    <a:pt x="3488894" y="136535"/>
                  </a:lnTo>
                  <a:lnTo>
                    <a:pt x="3493133" y="136535"/>
                  </a:lnTo>
                  <a:lnTo>
                    <a:pt x="3493133" y="136535"/>
                  </a:lnTo>
                  <a:lnTo>
                    <a:pt x="3497372" y="136535"/>
                  </a:lnTo>
                  <a:lnTo>
                    <a:pt x="3497372" y="136535"/>
                  </a:lnTo>
                  <a:lnTo>
                    <a:pt x="3501611" y="136535"/>
                  </a:lnTo>
                  <a:lnTo>
                    <a:pt x="3501611" y="135644"/>
                  </a:lnTo>
                  <a:lnTo>
                    <a:pt x="3505851" y="135644"/>
                  </a:lnTo>
                  <a:lnTo>
                    <a:pt x="3505851" y="135644"/>
                  </a:lnTo>
                  <a:lnTo>
                    <a:pt x="3510090" y="135644"/>
                  </a:lnTo>
                  <a:lnTo>
                    <a:pt x="3510090" y="135644"/>
                  </a:lnTo>
                  <a:lnTo>
                    <a:pt x="3514329" y="135644"/>
                  </a:lnTo>
                  <a:lnTo>
                    <a:pt x="3514329" y="134750"/>
                  </a:lnTo>
                  <a:lnTo>
                    <a:pt x="3518568" y="134750"/>
                  </a:lnTo>
                  <a:lnTo>
                    <a:pt x="3518568" y="134303"/>
                  </a:lnTo>
                  <a:lnTo>
                    <a:pt x="3522808" y="134303"/>
                  </a:lnTo>
                  <a:lnTo>
                    <a:pt x="3522808" y="133856"/>
                  </a:lnTo>
                  <a:lnTo>
                    <a:pt x="3527047" y="133856"/>
                  </a:lnTo>
                  <a:lnTo>
                    <a:pt x="3527047" y="133408"/>
                  </a:lnTo>
                  <a:lnTo>
                    <a:pt x="3531286" y="133408"/>
                  </a:lnTo>
                  <a:lnTo>
                    <a:pt x="3531286" y="133408"/>
                  </a:lnTo>
                  <a:lnTo>
                    <a:pt x="3535525" y="133408"/>
                  </a:lnTo>
                  <a:lnTo>
                    <a:pt x="3535525" y="133408"/>
                  </a:lnTo>
                  <a:lnTo>
                    <a:pt x="3539765" y="133408"/>
                  </a:lnTo>
                  <a:lnTo>
                    <a:pt x="3539765" y="132960"/>
                  </a:lnTo>
                  <a:lnTo>
                    <a:pt x="3544004" y="132960"/>
                  </a:lnTo>
                  <a:lnTo>
                    <a:pt x="3544004" y="132511"/>
                  </a:lnTo>
                  <a:lnTo>
                    <a:pt x="3548243" y="132511"/>
                  </a:lnTo>
                  <a:lnTo>
                    <a:pt x="3548243" y="132062"/>
                  </a:lnTo>
                  <a:lnTo>
                    <a:pt x="3552482" y="132062"/>
                  </a:lnTo>
                  <a:lnTo>
                    <a:pt x="3552482" y="132062"/>
                  </a:lnTo>
                  <a:lnTo>
                    <a:pt x="3556721" y="132062"/>
                  </a:lnTo>
                  <a:lnTo>
                    <a:pt x="3556721" y="132062"/>
                  </a:lnTo>
                  <a:lnTo>
                    <a:pt x="3560961" y="132062"/>
                  </a:lnTo>
                  <a:lnTo>
                    <a:pt x="3560961" y="131164"/>
                  </a:lnTo>
                  <a:lnTo>
                    <a:pt x="3565200" y="131164"/>
                  </a:lnTo>
                  <a:lnTo>
                    <a:pt x="3565200" y="129813"/>
                  </a:lnTo>
                  <a:lnTo>
                    <a:pt x="3569439" y="129813"/>
                  </a:lnTo>
                  <a:lnTo>
                    <a:pt x="3569439" y="129813"/>
                  </a:lnTo>
                  <a:lnTo>
                    <a:pt x="3573678" y="129813"/>
                  </a:lnTo>
                  <a:lnTo>
                    <a:pt x="3573678" y="129363"/>
                  </a:lnTo>
                  <a:lnTo>
                    <a:pt x="3577918" y="129363"/>
                  </a:lnTo>
                  <a:lnTo>
                    <a:pt x="3577918" y="129363"/>
                  </a:lnTo>
                  <a:lnTo>
                    <a:pt x="3582157" y="129363"/>
                  </a:lnTo>
                  <a:lnTo>
                    <a:pt x="3582157" y="129363"/>
                  </a:lnTo>
                  <a:lnTo>
                    <a:pt x="3586396" y="129363"/>
                  </a:lnTo>
                  <a:lnTo>
                    <a:pt x="3586396" y="128912"/>
                  </a:lnTo>
                  <a:lnTo>
                    <a:pt x="3590635" y="128912"/>
                  </a:lnTo>
                  <a:lnTo>
                    <a:pt x="3590635" y="128912"/>
                  </a:lnTo>
                  <a:lnTo>
                    <a:pt x="3594875" y="128912"/>
                  </a:lnTo>
                  <a:lnTo>
                    <a:pt x="3594875" y="128912"/>
                  </a:lnTo>
                  <a:lnTo>
                    <a:pt x="3599114" y="128912"/>
                  </a:lnTo>
                  <a:lnTo>
                    <a:pt x="3599114" y="128007"/>
                  </a:lnTo>
                  <a:lnTo>
                    <a:pt x="3603353" y="128007"/>
                  </a:lnTo>
                  <a:lnTo>
                    <a:pt x="3603353" y="128007"/>
                  </a:lnTo>
                  <a:lnTo>
                    <a:pt x="3607592" y="128007"/>
                  </a:lnTo>
                  <a:lnTo>
                    <a:pt x="3607592" y="127555"/>
                  </a:lnTo>
                  <a:lnTo>
                    <a:pt x="3611832" y="127555"/>
                  </a:lnTo>
                  <a:lnTo>
                    <a:pt x="3611832" y="126648"/>
                  </a:lnTo>
                  <a:lnTo>
                    <a:pt x="3616071" y="126648"/>
                  </a:lnTo>
                  <a:lnTo>
                    <a:pt x="3616071" y="126648"/>
                  </a:lnTo>
                  <a:lnTo>
                    <a:pt x="3620310" y="126648"/>
                  </a:lnTo>
                  <a:lnTo>
                    <a:pt x="3620310" y="126648"/>
                  </a:lnTo>
                  <a:lnTo>
                    <a:pt x="3624549" y="126648"/>
                  </a:lnTo>
                  <a:lnTo>
                    <a:pt x="3624549" y="126648"/>
                  </a:lnTo>
                  <a:lnTo>
                    <a:pt x="3628789" y="126648"/>
                  </a:lnTo>
                  <a:lnTo>
                    <a:pt x="3628789" y="126648"/>
                  </a:lnTo>
                  <a:lnTo>
                    <a:pt x="3633028" y="126648"/>
                  </a:lnTo>
                  <a:lnTo>
                    <a:pt x="3633028" y="126648"/>
                  </a:lnTo>
                  <a:lnTo>
                    <a:pt x="3637267" y="126648"/>
                  </a:lnTo>
                  <a:lnTo>
                    <a:pt x="3637267" y="126648"/>
                  </a:lnTo>
                  <a:lnTo>
                    <a:pt x="3641506" y="126648"/>
                  </a:lnTo>
                  <a:lnTo>
                    <a:pt x="3641506" y="126648"/>
                  </a:lnTo>
                  <a:lnTo>
                    <a:pt x="3645745" y="126648"/>
                  </a:lnTo>
                  <a:lnTo>
                    <a:pt x="3645745" y="126648"/>
                  </a:lnTo>
                  <a:lnTo>
                    <a:pt x="3649985" y="126648"/>
                  </a:lnTo>
                  <a:lnTo>
                    <a:pt x="3649985" y="126648"/>
                  </a:lnTo>
                  <a:lnTo>
                    <a:pt x="3654224" y="126648"/>
                  </a:lnTo>
                  <a:lnTo>
                    <a:pt x="3654224" y="126648"/>
                  </a:lnTo>
                  <a:lnTo>
                    <a:pt x="3658463" y="126648"/>
                  </a:lnTo>
                  <a:lnTo>
                    <a:pt x="3658463" y="126648"/>
                  </a:lnTo>
                  <a:lnTo>
                    <a:pt x="3662702" y="126648"/>
                  </a:lnTo>
                  <a:lnTo>
                    <a:pt x="3662702" y="126648"/>
                  </a:lnTo>
                  <a:lnTo>
                    <a:pt x="3666942" y="126648"/>
                  </a:lnTo>
                  <a:lnTo>
                    <a:pt x="3666942" y="126191"/>
                  </a:lnTo>
                  <a:lnTo>
                    <a:pt x="3671181" y="126191"/>
                  </a:lnTo>
                  <a:lnTo>
                    <a:pt x="3671181" y="126191"/>
                  </a:lnTo>
                  <a:lnTo>
                    <a:pt x="3675420" y="126191"/>
                  </a:lnTo>
                  <a:lnTo>
                    <a:pt x="3675420" y="125277"/>
                  </a:lnTo>
                  <a:lnTo>
                    <a:pt x="3679659" y="125277"/>
                  </a:lnTo>
                  <a:lnTo>
                    <a:pt x="3679659" y="125277"/>
                  </a:lnTo>
                  <a:lnTo>
                    <a:pt x="3683899" y="125277"/>
                  </a:lnTo>
                  <a:lnTo>
                    <a:pt x="3683899" y="125277"/>
                  </a:lnTo>
                  <a:lnTo>
                    <a:pt x="3688138" y="125277"/>
                  </a:lnTo>
                  <a:lnTo>
                    <a:pt x="3688138" y="124819"/>
                  </a:lnTo>
                  <a:lnTo>
                    <a:pt x="3692377" y="124819"/>
                  </a:lnTo>
                  <a:lnTo>
                    <a:pt x="3692377" y="124819"/>
                  </a:lnTo>
                  <a:lnTo>
                    <a:pt x="3696616" y="124819"/>
                  </a:lnTo>
                  <a:lnTo>
                    <a:pt x="3696616" y="124819"/>
                  </a:lnTo>
                  <a:lnTo>
                    <a:pt x="3700856" y="124819"/>
                  </a:lnTo>
                  <a:lnTo>
                    <a:pt x="3700856" y="124360"/>
                  </a:lnTo>
                  <a:lnTo>
                    <a:pt x="3705095" y="124360"/>
                  </a:lnTo>
                  <a:lnTo>
                    <a:pt x="3705095" y="124360"/>
                  </a:lnTo>
                  <a:lnTo>
                    <a:pt x="3709334" y="124360"/>
                  </a:lnTo>
                  <a:lnTo>
                    <a:pt x="3709334" y="122980"/>
                  </a:lnTo>
                  <a:lnTo>
                    <a:pt x="3713573" y="122980"/>
                  </a:lnTo>
                  <a:lnTo>
                    <a:pt x="3713573" y="122980"/>
                  </a:lnTo>
                  <a:lnTo>
                    <a:pt x="3717813" y="122980"/>
                  </a:lnTo>
                  <a:lnTo>
                    <a:pt x="3717813" y="122980"/>
                  </a:lnTo>
                  <a:lnTo>
                    <a:pt x="3722052" y="122980"/>
                  </a:lnTo>
                  <a:lnTo>
                    <a:pt x="3722052" y="122980"/>
                  </a:lnTo>
                  <a:lnTo>
                    <a:pt x="3726291" y="122980"/>
                  </a:lnTo>
                  <a:lnTo>
                    <a:pt x="3726291" y="122519"/>
                  </a:lnTo>
                  <a:lnTo>
                    <a:pt x="3730530" y="122519"/>
                  </a:lnTo>
                  <a:lnTo>
                    <a:pt x="3730530" y="122519"/>
                  </a:lnTo>
                  <a:lnTo>
                    <a:pt x="3734770" y="122519"/>
                  </a:lnTo>
                  <a:lnTo>
                    <a:pt x="3734770" y="122519"/>
                  </a:lnTo>
                  <a:lnTo>
                    <a:pt x="3739009" y="122519"/>
                  </a:lnTo>
                  <a:lnTo>
                    <a:pt x="3739009" y="122056"/>
                  </a:lnTo>
                  <a:lnTo>
                    <a:pt x="3743248" y="122056"/>
                  </a:lnTo>
                  <a:lnTo>
                    <a:pt x="3743248" y="121594"/>
                  </a:lnTo>
                  <a:lnTo>
                    <a:pt x="3747487" y="121594"/>
                  </a:lnTo>
                  <a:lnTo>
                    <a:pt x="3747487" y="121131"/>
                  </a:lnTo>
                  <a:lnTo>
                    <a:pt x="3751726" y="121131"/>
                  </a:lnTo>
                  <a:lnTo>
                    <a:pt x="3751726" y="121131"/>
                  </a:lnTo>
                  <a:lnTo>
                    <a:pt x="3755966" y="121131"/>
                  </a:lnTo>
                  <a:lnTo>
                    <a:pt x="3755966" y="121131"/>
                  </a:lnTo>
                  <a:lnTo>
                    <a:pt x="3760205" y="121131"/>
                  </a:lnTo>
                  <a:lnTo>
                    <a:pt x="3760205" y="120667"/>
                  </a:lnTo>
                  <a:lnTo>
                    <a:pt x="3764444" y="120667"/>
                  </a:lnTo>
                  <a:lnTo>
                    <a:pt x="3764444" y="120667"/>
                  </a:lnTo>
                  <a:lnTo>
                    <a:pt x="3768683" y="120667"/>
                  </a:lnTo>
                  <a:lnTo>
                    <a:pt x="3768683" y="120203"/>
                  </a:lnTo>
                  <a:lnTo>
                    <a:pt x="3772923" y="120203"/>
                  </a:lnTo>
                  <a:lnTo>
                    <a:pt x="3772923" y="119738"/>
                  </a:lnTo>
                  <a:lnTo>
                    <a:pt x="3777162" y="119738"/>
                  </a:lnTo>
                  <a:lnTo>
                    <a:pt x="3777162" y="119738"/>
                  </a:lnTo>
                  <a:lnTo>
                    <a:pt x="3781401" y="119738"/>
                  </a:lnTo>
                  <a:lnTo>
                    <a:pt x="3781401" y="119738"/>
                  </a:lnTo>
                  <a:lnTo>
                    <a:pt x="3785640" y="119738"/>
                  </a:lnTo>
                  <a:lnTo>
                    <a:pt x="3785640" y="119738"/>
                  </a:lnTo>
                  <a:lnTo>
                    <a:pt x="3789880" y="119738"/>
                  </a:lnTo>
                  <a:lnTo>
                    <a:pt x="3789880" y="119738"/>
                  </a:lnTo>
                  <a:lnTo>
                    <a:pt x="3794119" y="119738"/>
                  </a:lnTo>
                  <a:lnTo>
                    <a:pt x="3794119" y="119271"/>
                  </a:lnTo>
                  <a:lnTo>
                    <a:pt x="3798358" y="119271"/>
                  </a:lnTo>
                  <a:lnTo>
                    <a:pt x="3798358" y="118804"/>
                  </a:lnTo>
                  <a:lnTo>
                    <a:pt x="3802597" y="118804"/>
                  </a:lnTo>
                  <a:lnTo>
                    <a:pt x="3802597" y="118804"/>
                  </a:lnTo>
                  <a:lnTo>
                    <a:pt x="3806837" y="118804"/>
                  </a:lnTo>
                  <a:lnTo>
                    <a:pt x="3806837" y="118804"/>
                  </a:lnTo>
                  <a:lnTo>
                    <a:pt x="3811076" y="118804"/>
                  </a:lnTo>
                  <a:lnTo>
                    <a:pt x="3811076" y="118804"/>
                  </a:lnTo>
                  <a:lnTo>
                    <a:pt x="3815315" y="118804"/>
                  </a:lnTo>
                  <a:lnTo>
                    <a:pt x="3815315" y="118335"/>
                  </a:lnTo>
                  <a:lnTo>
                    <a:pt x="3819554" y="118335"/>
                  </a:lnTo>
                  <a:lnTo>
                    <a:pt x="3819554" y="117866"/>
                  </a:lnTo>
                  <a:lnTo>
                    <a:pt x="3823794" y="117866"/>
                  </a:lnTo>
                  <a:lnTo>
                    <a:pt x="3823794" y="117866"/>
                  </a:lnTo>
                  <a:lnTo>
                    <a:pt x="3828033" y="117866"/>
                  </a:lnTo>
                  <a:lnTo>
                    <a:pt x="3828033" y="117396"/>
                  </a:lnTo>
                  <a:lnTo>
                    <a:pt x="3832272" y="117396"/>
                  </a:lnTo>
                  <a:lnTo>
                    <a:pt x="3832272" y="117396"/>
                  </a:lnTo>
                  <a:lnTo>
                    <a:pt x="3836511" y="117396"/>
                  </a:lnTo>
                  <a:lnTo>
                    <a:pt x="3836511" y="116923"/>
                  </a:lnTo>
                  <a:lnTo>
                    <a:pt x="3840751" y="116923"/>
                  </a:lnTo>
                  <a:lnTo>
                    <a:pt x="3840751" y="116923"/>
                  </a:lnTo>
                  <a:lnTo>
                    <a:pt x="3844990" y="116923"/>
                  </a:lnTo>
                  <a:lnTo>
                    <a:pt x="3844990" y="116923"/>
                  </a:lnTo>
                  <a:lnTo>
                    <a:pt x="3849229" y="116923"/>
                  </a:lnTo>
                  <a:lnTo>
                    <a:pt x="3849229" y="116450"/>
                  </a:lnTo>
                  <a:lnTo>
                    <a:pt x="3853468" y="116450"/>
                  </a:lnTo>
                  <a:lnTo>
                    <a:pt x="3853468" y="115977"/>
                  </a:lnTo>
                  <a:lnTo>
                    <a:pt x="3857707" y="115977"/>
                  </a:lnTo>
                  <a:lnTo>
                    <a:pt x="3857707" y="115029"/>
                  </a:lnTo>
                  <a:lnTo>
                    <a:pt x="3861947" y="115029"/>
                  </a:lnTo>
                  <a:lnTo>
                    <a:pt x="3861947" y="115029"/>
                  </a:lnTo>
                  <a:lnTo>
                    <a:pt x="3866186" y="115029"/>
                  </a:lnTo>
                  <a:lnTo>
                    <a:pt x="3866186" y="115029"/>
                  </a:lnTo>
                  <a:lnTo>
                    <a:pt x="3870425" y="115029"/>
                  </a:lnTo>
                  <a:lnTo>
                    <a:pt x="3870425" y="115029"/>
                  </a:lnTo>
                  <a:lnTo>
                    <a:pt x="3874664" y="115029"/>
                  </a:lnTo>
                  <a:lnTo>
                    <a:pt x="3874664" y="115029"/>
                  </a:lnTo>
                  <a:lnTo>
                    <a:pt x="3878904" y="115029"/>
                  </a:lnTo>
                  <a:lnTo>
                    <a:pt x="3878904" y="114553"/>
                  </a:lnTo>
                  <a:lnTo>
                    <a:pt x="3883143" y="114553"/>
                  </a:lnTo>
                  <a:lnTo>
                    <a:pt x="3883143" y="114077"/>
                  </a:lnTo>
                  <a:lnTo>
                    <a:pt x="3887382" y="114077"/>
                  </a:lnTo>
                  <a:lnTo>
                    <a:pt x="3887382" y="113124"/>
                  </a:lnTo>
                  <a:lnTo>
                    <a:pt x="3891621" y="113124"/>
                  </a:lnTo>
                  <a:lnTo>
                    <a:pt x="3891621" y="113124"/>
                  </a:lnTo>
                  <a:lnTo>
                    <a:pt x="3895861" y="113124"/>
                  </a:lnTo>
                  <a:lnTo>
                    <a:pt x="3895861" y="113124"/>
                  </a:lnTo>
                  <a:lnTo>
                    <a:pt x="3900100" y="113124"/>
                  </a:lnTo>
                  <a:lnTo>
                    <a:pt x="3900100" y="113124"/>
                  </a:lnTo>
                  <a:lnTo>
                    <a:pt x="3904339" y="113124"/>
                  </a:lnTo>
                  <a:lnTo>
                    <a:pt x="3904339" y="112647"/>
                  </a:lnTo>
                  <a:lnTo>
                    <a:pt x="3908578" y="112647"/>
                  </a:lnTo>
                  <a:lnTo>
                    <a:pt x="3908578" y="112647"/>
                  </a:lnTo>
                  <a:lnTo>
                    <a:pt x="3912818" y="112647"/>
                  </a:lnTo>
                  <a:lnTo>
                    <a:pt x="3912818" y="112647"/>
                  </a:lnTo>
                  <a:lnTo>
                    <a:pt x="3917057" y="112647"/>
                  </a:lnTo>
                  <a:lnTo>
                    <a:pt x="3917057" y="112647"/>
                  </a:lnTo>
                  <a:lnTo>
                    <a:pt x="3921296" y="112647"/>
                  </a:lnTo>
                  <a:lnTo>
                    <a:pt x="3921296" y="112647"/>
                  </a:lnTo>
                  <a:lnTo>
                    <a:pt x="3925535" y="112647"/>
                  </a:lnTo>
                  <a:lnTo>
                    <a:pt x="3925535" y="112167"/>
                  </a:lnTo>
                  <a:lnTo>
                    <a:pt x="3929775" y="112167"/>
                  </a:lnTo>
                  <a:lnTo>
                    <a:pt x="3929775" y="111687"/>
                  </a:lnTo>
                  <a:lnTo>
                    <a:pt x="3934014" y="111687"/>
                  </a:lnTo>
                  <a:lnTo>
                    <a:pt x="3934014" y="111687"/>
                  </a:lnTo>
                  <a:lnTo>
                    <a:pt x="3938253" y="111687"/>
                  </a:lnTo>
                  <a:lnTo>
                    <a:pt x="3938253" y="111687"/>
                  </a:lnTo>
                  <a:lnTo>
                    <a:pt x="3942492" y="111687"/>
                  </a:lnTo>
                  <a:lnTo>
                    <a:pt x="3942492" y="111207"/>
                  </a:lnTo>
                  <a:lnTo>
                    <a:pt x="3946731" y="111207"/>
                  </a:lnTo>
                  <a:lnTo>
                    <a:pt x="3946731" y="110726"/>
                  </a:lnTo>
                  <a:lnTo>
                    <a:pt x="3950971" y="110726"/>
                  </a:lnTo>
                  <a:lnTo>
                    <a:pt x="3950971" y="110726"/>
                  </a:lnTo>
                  <a:lnTo>
                    <a:pt x="3955210" y="110726"/>
                  </a:lnTo>
                  <a:lnTo>
                    <a:pt x="3955210" y="110726"/>
                  </a:lnTo>
                  <a:lnTo>
                    <a:pt x="3959449" y="110726"/>
                  </a:lnTo>
                  <a:lnTo>
                    <a:pt x="3959449" y="110726"/>
                  </a:lnTo>
                  <a:lnTo>
                    <a:pt x="3963688" y="110726"/>
                  </a:lnTo>
                  <a:lnTo>
                    <a:pt x="3963688" y="110726"/>
                  </a:lnTo>
                  <a:lnTo>
                    <a:pt x="3967928" y="110726"/>
                  </a:lnTo>
                  <a:lnTo>
                    <a:pt x="3967928" y="110726"/>
                  </a:lnTo>
                  <a:lnTo>
                    <a:pt x="3972167" y="110726"/>
                  </a:lnTo>
                  <a:lnTo>
                    <a:pt x="3972167" y="110243"/>
                  </a:lnTo>
                  <a:lnTo>
                    <a:pt x="3976406" y="110243"/>
                  </a:lnTo>
                  <a:lnTo>
                    <a:pt x="3976406" y="110243"/>
                  </a:lnTo>
                  <a:lnTo>
                    <a:pt x="3980645" y="110243"/>
                  </a:lnTo>
                  <a:lnTo>
                    <a:pt x="3980645" y="110243"/>
                  </a:lnTo>
                  <a:lnTo>
                    <a:pt x="3984885" y="110243"/>
                  </a:lnTo>
                  <a:lnTo>
                    <a:pt x="3984885" y="110243"/>
                  </a:lnTo>
                  <a:lnTo>
                    <a:pt x="3989124" y="110243"/>
                  </a:lnTo>
                  <a:lnTo>
                    <a:pt x="3989124" y="109758"/>
                  </a:lnTo>
                  <a:lnTo>
                    <a:pt x="3993363" y="109758"/>
                  </a:lnTo>
                  <a:lnTo>
                    <a:pt x="3993363" y="109758"/>
                  </a:lnTo>
                  <a:lnTo>
                    <a:pt x="3997602" y="109758"/>
                  </a:lnTo>
                  <a:lnTo>
                    <a:pt x="3997602" y="109758"/>
                  </a:lnTo>
                  <a:lnTo>
                    <a:pt x="4001842" y="109758"/>
                  </a:lnTo>
                  <a:lnTo>
                    <a:pt x="4001842" y="109273"/>
                  </a:lnTo>
                  <a:lnTo>
                    <a:pt x="4006081" y="109273"/>
                  </a:lnTo>
                  <a:lnTo>
                    <a:pt x="4006081" y="109273"/>
                  </a:lnTo>
                  <a:lnTo>
                    <a:pt x="4010320" y="109273"/>
                  </a:lnTo>
                  <a:lnTo>
                    <a:pt x="4010320" y="108787"/>
                  </a:lnTo>
                  <a:lnTo>
                    <a:pt x="4014559" y="108787"/>
                  </a:lnTo>
                  <a:lnTo>
                    <a:pt x="4014559" y="108787"/>
                  </a:lnTo>
                  <a:lnTo>
                    <a:pt x="4018799" y="108787"/>
                  </a:lnTo>
                  <a:lnTo>
                    <a:pt x="4018799" y="108787"/>
                  </a:lnTo>
                  <a:lnTo>
                    <a:pt x="4023038" y="108787"/>
                  </a:lnTo>
                  <a:lnTo>
                    <a:pt x="4023038" y="108787"/>
                  </a:lnTo>
                  <a:lnTo>
                    <a:pt x="4027277" y="108787"/>
                  </a:lnTo>
                  <a:lnTo>
                    <a:pt x="4027277" y="108301"/>
                  </a:lnTo>
                  <a:lnTo>
                    <a:pt x="4031516" y="108301"/>
                  </a:lnTo>
                  <a:lnTo>
                    <a:pt x="4031516" y="108301"/>
                  </a:lnTo>
                  <a:lnTo>
                    <a:pt x="4035756" y="108301"/>
                  </a:lnTo>
                  <a:lnTo>
                    <a:pt x="4035756" y="107813"/>
                  </a:lnTo>
                  <a:lnTo>
                    <a:pt x="4039995" y="107813"/>
                  </a:lnTo>
                  <a:lnTo>
                    <a:pt x="4039995" y="107813"/>
                  </a:lnTo>
                  <a:lnTo>
                    <a:pt x="4044234" y="107813"/>
                  </a:lnTo>
                  <a:lnTo>
                    <a:pt x="4044234" y="107325"/>
                  </a:lnTo>
                  <a:lnTo>
                    <a:pt x="4048473" y="107325"/>
                  </a:lnTo>
                  <a:lnTo>
                    <a:pt x="4048473" y="107325"/>
                  </a:lnTo>
                  <a:lnTo>
                    <a:pt x="4052712" y="107325"/>
                  </a:lnTo>
                  <a:lnTo>
                    <a:pt x="4052712" y="107325"/>
                  </a:lnTo>
                  <a:lnTo>
                    <a:pt x="4056952" y="107325"/>
                  </a:lnTo>
                  <a:lnTo>
                    <a:pt x="4056952" y="107325"/>
                  </a:lnTo>
                  <a:lnTo>
                    <a:pt x="4061191" y="107325"/>
                  </a:lnTo>
                  <a:lnTo>
                    <a:pt x="4061191" y="107325"/>
                  </a:lnTo>
                  <a:lnTo>
                    <a:pt x="4065430" y="107325"/>
                  </a:lnTo>
                  <a:lnTo>
                    <a:pt x="4065430" y="107325"/>
                  </a:lnTo>
                  <a:lnTo>
                    <a:pt x="4069669" y="107325"/>
                  </a:lnTo>
                  <a:lnTo>
                    <a:pt x="4069669" y="107325"/>
                  </a:lnTo>
                  <a:lnTo>
                    <a:pt x="4073909" y="107325"/>
                  </a:lnTo>
                  <a:lnTo>
                    <a:pt x="4073909" y="107325"/>
                  </a:lnTo>
                  <a:lnTo>
                    <a:pt x="4078148" y="107325"/>
                  </a:lnTo>
                  <a:lnTo>
                    <a:pt x="4078148" y="107325"/>
                  </a:lnTo>
                  <a:lnTo>
                    <a:pt x="4082387" y="107325"/>
                  </a:lnTo>
                  <a:lnTo>
                    <a:pt x="4082387" y="107325"/>
                  </a:lnTo>
                  <a:lnTo>
                    <a:pt x="4086626" y="107325"/>
                  </a:lnTo>
                  <a:lnTo>
                    <a:pt x="4086626" y="107325"/>
                  </a:lnTo>
                  <a:lnTo>
                    <a:pt x="4090866" y="107325"/>
                  </a:lnTo>
                  <a:lnTo>
                    <a:pt x="4090866" y="107325"/>
                  </a:lnTo>
                  <a:lnTo>
                    <a:pt x="4095105" y="107325"/>
                  </a:lnTo>
                  <a:lnTo>
                    <a:pt x="4095105" y="106833"/>
                  </a:lnTo>
                  <a:lnTo>
                    <a:pt x="4099344" y="106833"/>
                  </a:lnTo>
                  <a:lnTo>
                    <a:pt x="4099344" y="106833"/>
                  </a:lnTo>
                  <a:lnTo>
                    <a:pt x="4103583" y="106833"/>
                  </a:lnTo>
                  <a:lnTo>
                    <a:pt x="4103583" y="106833"/>
                  </a:lnTo>
                  <a:lnTo>
                    <a:pt x="4107823" y="106833"/>
                  </a:lnTo>
                  <a:lnTo>
                    <a:pt x="4107823" y="106833"/>
                  </a:lnTo>
                  <a:lnTo>
                    <a:pt x="4112062" y="106833"/>
                  </a:lnTo>
                  <a:lnTo>
                    <a:pt x="4112062" y="106833"/>
                  </a:lnTo>
                  <a:lnTo>
                    <a:pt x="4116301" y="106833"/>
                  </a:lnTo>
                  <a:lnTo>
                    <a:pt x="4116301" y="106339"/>
                  </a:lnTo>
                  <a:lnTo>
                    <a:pt x="4120540" y="106339"/>
                  </a:lnTo>
                  <a:lnTo>
                    <a:pt x="4120540" y="106339"/>
                  </a:lnTo>
                  <a:lnTo>
                    <a:pt x="4124780" y="106339"/>
                  </a:lnTo>
                  <a:lnTo>
                    <a:pt x="4124780" y="105844"/>
                  </a:lnTo>
                  <a:lnTo>
                    <a:pt x="4129019" y="105844"/>
                  </a:lnTo>
                  <a:lnTo>
                    <a:pt x="4129019" y="105844"/>
                  </a:lnTo>
                  <a:lnTo>
                    <a:pt x="4133258" y="105844"/>
                  </a:lnTo>
                  <a:lnTo>
                    <a:pt x="4133258" y="104854"/>
                  </a:lnTo>
                  <a:lnTo>
                    <a:pt x="4137497" y="104854"/>
                  </a:lnTo>
                  <a:lnTo>
                    <a:pt x="4137497" y="104359"/>
                  </a:lnTo>
                  <a:lnTo>
                    <a:pt x="4141737" y="104359"/>
                  </a:lnTo>
                  <a:lnTo>
                    <a:pt x="4141737" y="103863"/>
                  </a:lnTo>
                  <a:lnTo>
                    <a:pt x="4145976" y="103863"/>
                  </a:lnTo>
                  <a:lnTo>
                    <a:pt x="4145976" y="103367"/>
                  </a:lnTo>
                  <a:lnTo>
                    <a:pt x="4150215" y="103367"/>
                  </a:lnTo>
                  <a:lnTo>
                    <a:pt x="4150215" y="103367"/>
                  </a:lnTo>
                  <a:lnTo>
                    <a:pt x="4154454" y="103367"/>
                  </a:lnTo>
                  <a:lnTo>
                    <a:pt x="4154454" y="103367"/>
                  </a:lnTo>
                  <a:lnTo>
                    <a:pt x="4158693" y="103367"/>
                  </a:lnTo>
                  <a:lnTo>
                    <a:pt x="4158693" y="103367"/>
                  </a:lnTo>
                  <a:lnTo>
                    <a:pt x="4162933" y="103367"/>
                  </a:lnTo>
                  <a:lnTo>
                    <a:pt x="4162933" y="102870"/>
                  </a:lnTo>
                  <a:lnTo>
                    <a:pt x="4167172" y="102870"/>
                  </a:lnTo>
                  <a:lnTo>
                    <a:pt x="4167172" y="102870"/>
                  </a:lnTo>
                  <a:lnTo>
                    <a:pt x="4171411" y="102870"/>
                  </a:lnTo>
                  <a:lnTo>
                    <a:pt x="4171411" y="102870"/>
                  </a:lnTo>
                  <a:lnTo>
                    <a:pt x="4175650" y="102870"/>
                  </a:lnTo>
                  <a:lnTo>
                    <a:pt x="4175650" y="101874"/>
                  </a:lnTo>
                  <a:lnTo>
                    <a:pt x="4179890" y="101874"/>
                  </a:lnTo>
                  <a:lnTo>
                    <a:pt x="4179890" y="101874"/>
                  </a:lnTo>
                  <a:lnTo>
                    <a:pt x="4184129" y="101874"/>
                  </a:lnTo>
                  <a:lnTo>
                    <a:pt x="4184129" y="101375"/>
                  </a:lnTo>
                  <a:lnTo>
                    <a:pt x="4188368" y="101375"/>
                  </a:lnTo>
                  <a:lnTo>
                    <a:pt x="4188368" y="101375"/>
                  </a:lnTo>
                  <a:lnTo>
                    <a:pt x="4192607" y="101375"/>
                  </a:lnTo>
                  <a:lnTo>
                    <a:pt x="4192607" y="100875"/>
                  </a:lnTo>
                  <a:lnTo>
                    <a:pt x="4196847" y="100875"/>
                  </a:lnTo>
                  <a:lnTo>
                    <a:pt x="4196847" y="100875"/>
                  </a:lnTo>
                  <a:lnTo>
                    <a:pt x="4201086" y="100875"/>
                  </a:lnTo>
                  <a:lnTo>
                    <a:pt x="4201086" y="100875"/>
                  </a:lnTo>
                  <a:lnTo>
                    <a:pt x="4205325" y="100875"/>
                  </a:lnTo>
                  <a:lnTo>
                    <a:pt x="4205325" y="100875"/>
                  </a:lnTo>
                  <a:lnTo>
                    <a:pt x="4209564" y="100875"/>
                  </a:lnTo>
                  <a:lnTo>
                    <a:pt x="4209564" y="100875"/>
                  </a:lnTo>
                  <a:lnTo>
                    <a:pt x="4213804" y="100875"/>
                  </a:lnTo>
                  <a:lnTo>
                    <a:pt x="4213804" y="100875"/>
                  </a:lnTo>
                  <a:lnTo>
                    <a:pt x="4218043" y="100875"/>
                  </a:lnTo>
                  <a:lnTo>
                    <a:pt x="4218043" y="100373"/>
                  </a:lnTo>
                  <a:lnTo>
                    <a:pt x="4222282" y="100373"/>
                  </a:lnTo>
                  <a:lnTo>
                    <a:pt x="4222282" y="100373"/>
                  </a:lnTo>
                  <a:lnTo>
                    <a:pt x="4226521" y="100373"/>
                  </a:lnTo>
                  <a:lnTo>
                    <a:pt x="4226521" y="100373"/>
                  </a:lnTo>
                  <a:lnTo>
                    <a:pt x="4230761" y="100373"/>
                  </a:lnTo>
                  <a:lnTo>
                    <a:pt x="4230761" y="100373"/>
                  </a:lnTo>
                  <a:lnTo>
                    <a:pt x="4235000" y="100373"/>
                  </a:lnTo>
                  <a:lnTo>
                    <a:pt x="4235000" y="100373"/>
                  </a:lnTo>
                  <a:lnTo>
                    <a:pt x="4239239" y="100373"/>
                  </a:lnTo>
                  <a:lnTo>
                    <a:pt x="4239239" y="100373"/>
                  </a:lnTo>
                  <a:lnTo>
                    <a:pt x="4243478" y="100373"/>
                  </a:lnTo>
                  <a:lnTo>
                    <a:pt x="4243478" y="99364"/>
                  </a:lnTo>
                  <a:lnTo>
                    <a:pt x="4247718" y="99364"/>
                  </a:lnTo>
                  <a:lnTo>
                    <a:pt x="4247718" y="99364"/>
                  </a:lnTo>
                  <a:lnTo>
                    <a:pt x="4251957" y="99364"/>
                  </a:lnTo>
                  <a:lnTo>
                    <a:pt x="4251957" y="98859"/>
                  </a:lnTo>
                  <a:lnTo>
                    <a:pt x="4256196" y="98859"/>
                  </a:lnTo>
                  <a:lnTo>
                    <a:pt x="4256196" y="98354"/>
                  </a:lnTo>
                  <a:lnTo>
                    <a:pt x="4260435" y="98354"/>
                  </a:lnTo>
                  <a:lnTo>
                    <a:pt x="4260435" y="98354"/>
                  </a:lnTo>
                  <a:lnTo>
                    <a:pt x="4264674" y="98354"/>
                  </a:lnTo>
                  <a:lnTo>
                    <a:pt x="4264674" y="98354"/>
                  </a:lnTo>
                  <a:lnTo>
                    <a:pt x="4268914" y="98354"/>
                  </a:lnTo>
                  <a:lnTo>
                    <a:pt x="4268914" y="97847"/>
                  </a:lnTo>
                  <a:lnTo>
                    <a:pt x="4273153" y="97847"/>
                  </a:lnTo>
                  <a:lnTo>
                    <a:pt x="4273153" y="97847"/>
                  </a:lnTo>
                  <a:lnTo>
                    <a:pt x="4277392" y="97847"/>
                  </a:lnTo>
                  <a:lnTo>
                    <a:pt x="4277392" y="97847"/>
                  </a:lnTo>
                  <a:lnTo>
                    <a:pt x="4281631" y="97847"/>
                  </a:lnTo>
                  <a:lnTo>
                    <a:pt x="4281631" y="97847"/>
                  </a:lnTo>
                  <a:lnTo>
                    <a:pt x="4285871" y="97847"/>
                  </a:lnTo>
                  <a:lnTo>
                    <a:pt x="4285871" y="97847"/>
                  </a:lnTo>
                  <a:lnTo>
                    <a:pt x="4290110" y="97847"/>
                  </a:lnTo>
                  <a:lnTo>
                    <a:pt x="4290110" y="97847"/>
                  </a:lnTo>
                  <a:lnTo>
                    <a:pt x="4294349" y="97847"/>
                  </a:lnTo>
                  <a:lnTo>
                    <a:pt x="4294349" y="97847"/>
                  </a:lnTo>
                  <a:lnTo>
                    <a:pt x="4298588" y="97847"/>
                  </a:lnTo>
                  <a:lnTo>
                    <a:pt x="4298588" y="97847"/>
                  </a:lnTo>
                  <a:lnTo>
                    <a:pt x="4302828" y="97847"/>
                  </a:lnTo>
                  <a:lnTo>
                    <a:pt x="4302828" y="97847"/>
                  </a:lnTo>
                  <a:lnTo>
                    <a:pt x="4307067" y="97847"/>
                  </a:lnTo>
                  <a:lnTo>
                    <a:pt x="4307067" y="97847"/>
                  </a:lnTo>
                  <a:lnTo>
                    <a:pt x="4311306" y="97847"/>
                  </a:lnTo>
                  <a:lnTo>
                    <a:pt x="4311306" y="97847"/>
                  </a:lnTo>
                  <a:lnTo>
                    <a:pt x="4315545" y="97847"/>
                  </a:lnTo>
                  <a:lnTo>
                    <a:pt x="4315545" y="97847"/>
                  </a:lnTo>
                  <a:lnTo>
                    <a:pt x="4319785" y="97847"/>
                  </a:lnTo>
                  <a:lnTo>
                    <a:pt x="4319785" y="97847"/>
                  </a:lnTo>
                  <a:lnTo>
                    <a:pt x="4324024" y="97847"/>
                  </a:lnTo>
                  <a:lnTo>
                    <a:pt x="4324024" y="97847"/>
                  </a:lnTo>
                  <a:lnTo>
                    <a:pt x="4328263" y="97847"/>
                  </a:lnTo>
                  <a:lnTo>
                    <a:pt x="4328263" y="97847"/>
                  </a:lnTo>
                  <a:lnTo>
                    <a:pt x="4332502" y="97847"/>
                  </a:lnTo>
                  <a:lnTo>
                    <a:pt x="4332502" y="96824"/>
                  </a:lnTo>
                  <a:lnTo>
                    <a:pt x="4336742" y="96824"/>
                  </a:lnTo>
                  <a:lnTo>
                    <a:pt x="4336742" y="96824"/>
                  </a:lnTo>
                  <a:lnTo>
                    <a:pt x="4340981" y="96824"/>
                  </a:lnTo>
                  <a:lnTo>
                    <a:pt x="4340981" y="96824"/>
                  </a:lnTo>
                  <a:lnTo>
                    <a:pt x="4345220" y="96824"/>
                  </a:lnTo>
                  <a:lnTo>
                    <a:pt x="4345220" y="96824"/>
                  </a:lnTo>
                  <a:lnTo>
                    <a:pt x="4349459" y="96824"/>
                  </a:lnTo>
                  <a:lnTo>
                    <a:pt x="4349459" y="96824"/>
                  </a:lnTo>
                  <a:lnTo>
                    <a:pt x="4353698" y="96824"/>
                  </a:lnTo>
                  <a:lnTo>
                    <a:pt x="4353698" y="96824"/>
                  </a:lnTo>
                  <a:lnTo>
                    <a:pt x="4357938" y="96824"/>
                  </a:lnTo>
                  <a:lnTo>
                    <a:pt x="4357938" y="96310"/>
                  </a:lnTo>
                  <a:lnTo>
                    <a:pt x="4362177" y="96310"/>
                  </a:lnTo>
                  <a:lnTo>
                    <a:pt x="4362177" y="96310"/>
                  </a:lnTo>
                  <a:lnTo>
                    <a:pt x="4366416" y="96310"/>
                  </a:lnTo>
                  <a:lnTo>
                    <a:pt x="4366416" y="95795"/>
                  </a:lnTo>
                  <a:lnTo>
                    <a:pt x="4370655" y="95795"/>
                  </a:lnTo>
                  <a:lnTo>
                    <a:pt x="4370655" y="95279"/>
                  </a:lnTo>
                  <a:lnTo>
                    <a:pt x="4374895" y="95279"/>
                  </a:lnTo>
                  <a:lnTo>
                    <a:pt x="4374895" y="94763"/>
                  </a:lnTo>
                  <a:lnTo>
                    <a:pt x="4379134" y="94763"/>
                  </a:lnTo>
                  <a:lnTo>
                    <a:pt x="4379134" y="94763"/>
                  </a:lnTo>
                  <a:lnTo>
                    <a:pt x="4383373" y="94763"/>
                  </a:lnTo>
                  <a:lnTo>
                    <a:pt x="4383373" y="94763"/>
                  </a:lnTo>
                  <a:lnTo>
                    <a:pt x="4387612" y="94763"/>
                  </a:lnTo>
                  <a:lnTo>
                    <a:pt x="4387612" y="94246"/>
                  </a:lnTo>
                  <a:lnTo>
                    <a:pt x="4391852" y="94246"/>
                  </a:lnTo>
                  <a:lnTo>
                    <a:pt x="4391852" y="92695"/>
                  </a:lnTo>
                  <a:lnTo>
                    <a:pt x="4396091" y="92695"/>
                  </a:lnTo>
                  <a:lnTo>
                    <a:pt x="4396091" y="92695"/>
                  </a:lnTo>
                  <a:lnTo>
                    <a:pt x="4400330" y="92695"/>
                  </a:lnTo>
                  <a:lnTo>
                    <a:pt x="4400330" y="92695"/>
                  </a:lnTo>
                  <a:lnTo>
                    <a:pt x="4404569" y="92695"/>
                  </a:lnTo>
                  <a:lnTo>
                    <a:pt x="4404569" y="92695"/>
                  </a:lnTo>
                  <a:lnTo>
                    <a:pt x="4408809" y="92695"/>
                  </a:lnTo>
                  <a:lnTo>
                    <a:pt x="4408809" y="92695"/>
                  </a:lnTo>
                  <a:lnTo>
                    <a:pt x="4413048" y="92695"/>
                  </a:lnTo>
                  <a:lnTo>
                    <a:pt x="4413048" y="92695"/>
                  </a:lnTo>
                  <a:lnTo>
                    <a:pt x="4417287" y="92695"/>
                  </a:lnTo>
                  <a:lnTo>
                    <a:pt x="4417287" y="92176"/>
                  </a:lnTo>
                  <a:lnTo>
                    <a:pt x="4421526" y="92176"/>
                  </a:lnTo>
                  <a:lnTo>
                    <a:pt x="4421526" y="92176"/>
                  </a:lnTo>
                  <a:lnTo>
                    <a:pt x="4425766" y="92176"/>
                  </a:lnTo>
                  <a:lnTo>
                    <a:pt x="4425766" y="92176"/>
                  </a:lnTo>
                  <a:lnTo>
                    <a:pt x="4430005" y="92176"/>
                  </a:lnTo>
                  <a:lnTo>
                    <a:pt x="4430005" y="92176"/>
                  </a:lnTo>
                  <a:lnTo>
                    <a:pt x="4434244" y="92176"/>
                  </a:lnTo>
                  <a:lnTo>
                    <a:pt x="4434244" y="92176"/>
                  </a:lnTo>
                  <a:lnTo>
                    <a:pt x="4438483" y="92176"/>
                  </a:lnTo>
                  <a:lnTo>
                    <a:pt x="4438483" y="92176"/>
                  </a:lnTo>
                  <a:lnTo>
                    <a:pt x="4442723" y="92176"/>
                  </a:lnTo>
                  <a:lnTo>
                    <a:pt x="4442723" y="91655"/>
                  </a:lnTo>
                  <a:lnTo>
                    <a:pt x="4446962" y="91655"/>
                  </a:lnTo>
                  <a:lnTo>
                    <a:pt x="4446962" y="91655"/>
                  </a:lnTo>
                  <a:lnTo>
                    <a:pt x="4451201" y="91655"/>
                  </a:lnTo>
                  <a:lnTo>
                    <a:pt x="4451201" y="91655"/>
                  </a:lnTo>
                  <a:lnTo>
                    <a:pt x="4455440" y="91655"/>
                  </a:lnTo>
                  <a:lnTo>
                    <a:pt x="4455440" y="91655"/>
                  </a:lnTo>
                  <a:lnTo>
                    <a:pt x="4459679" y="91655"/>
                  </a:lnTo>
                  <a:lnTo>
                    <a:pt x="4459679" y="91655"/>
                  </a:lnTo>
                  <a:lnTo>
                    <a:pt x="4463919" y="91655"/>
                  </a:lnTo>
                  <a:lnTo>
                    <a:pt x="4463919" y="91655"/>
                  </a:lnTo>
                  <a:lnTo>
                    <a:pt x="4468158" y="91655"/>
                  </a:lnTo>
                  <a:lnTo>
                    <a:pt x="4468158" y="91655"/>
                  </a:lnTo>
                  <a:lnTo>
                    <a:pt x="4472397" y="91655"/>
                  </a:lnTo>
                  <a:lnTo>
                    <a:pt x="4472397" y="91130"/>
                  </a:lnTo>
                  <a:lnTo>
                    <a:pt x="4476636" y="91130"/>
                  </a:lnTo>
                  <a:lnTo>
                    <a:pt x="4476636" y="91130"/>
                  </a:lnTo>
                  <a:lnTo>
                    <a:pt x="4480876" y="91130"/>
                  </a:lnTo>
                  <a:lnTo>
                    <a:pt x="4480876" y="90604"/>
                  </a:lnTo>
                  <a:lnTo>
                    <a:pt x="4485115" y="90604"/>
                  </a:lnTo>
                  <a:lnTo>
                    <a:pt x="4485115" y="90604"/>
                  </a:lnTo>
                  <a:lnTo>
                    <a:pt x="4489354" y="90604"/>
                  </a:lnTo>
                  <a:lnTo>
                    <a:pt x="4489354" y="90604"/>
                  </a:lnTo>
                  <a:lnTo>
                    <a:pt x="4493593" y="90604"/>
                  </a:lnTo>
                  <a:lnTo>
                    <a:pt x="4493593" y="90604"/>
                  </a:lnTo>
                  <a:lnTo>
                    <a:pt x="4497833" y="90604"/>
                  </a:lnTo>
                  <a:lnTo>
                    <a:pt x="4497833" y="90076"/>
                  </a:lnTo>
                  <a:lnTo>
                    <a:pt x="4502072" y="90076"/>
                  </a:lnTo>
                  <a:lnTo>
                    <a:pt x="4502072" y="89549"/>
                  </a:lnTo>
                  <a:lnTo>
                    <a:pt x="4506311" y="89549"/>
                  </a:lnTo>
                  <a:lnTo>
                    <a:pt x="4506311" y="89549"/>
                  </a:lnTo>
                  <a:lnTo>
                    <a:pt x="4510550" y="89549"/>
                  </a:lnTo>
                  <a:lnTo>
                    <a:pt x="4510550" y="89019"/>
                  </a:lnTo>
                  <a:lnTo>
                    <a:pt x="4514790" y="89019"/>
                  </a:lnTo>
                  <a:lnTo>
                    <a:pt x="4514790" y="89019"/>
                  </a:lnTo>
                  <a:lnTo>
                    <a:pt x="4519029" y="89019"/>
                  </a:lnTo>
                  <a:lnTo>
                    <a:pt x="4519029" y="88490"/>
                  </a:lnTo>
                  <a:lnTo>
                    <a:pt x="4523268" y="88490"/>
                  </a:lnTo>
                  <a:lnTo>
                    <a:pt x="4523268" y="88490"/>
                  </a:lnTo>
                  <a:lnTo>
                    <a:pt x="4527507" y="88490"/>
                  </a:lnTo>
                  <a:lnTo>
                    <a:pt x="4527507" y="88490"/>
                  </a:lnTo>
                  <a:lnTo>
                    <a:pt x="4531747" y="88490"/>
                  </a:lnTo>
                  <a:lnTo>
                    <a:pt x="4531747" y="88490"/>
                  </a:lnTo>
                  <a:lnTo>
                    <a:pt x="4535986" y="88490"/>
                  </a:lnTo>
                  <a:lnTo>
                    <a:pt x="4535986" y="88490"/>
                  </a:lnTo>
                  <a:lnTo>
                    <a:pt x="4540225" y="88490"/>
                  </a:lnTo>
                  <a:lnTo>
                    <a:pt x="4540225" y="88490"/>
                  </a:lnTo>
                  <a:lnTo>
                    <a:pt x="4544464" y="88490"/>
                  </a:lnTo>
                  <a:lnTo>
                    <a:pt x="4544464" y="88490"/>
                  </a:lnTo>
                  <a:lnTo>
                    <a:pt x="4548704" y="88490"/>
                  </a:lnTo>
                  <a:lnTo>
                    <a:pt x="4548704" y="87957"/>
                  </a:lnTo>
                  <a:lnTo>
                    <a:pt x="4552943" y="87957"/>
                  </a:lnTo>
                  <a:lnTo>
                    <a:pt x="4552943" y="87957"/>
                  </a:lnTo>
                  <a:lnTo>
                    <a:pt x="4557182" y="87957"/>
                  </a:lnTo>
                  <a:lnTo>
                    <a:pt x="4557182" y="87957"/>
                  </a:lnTo>
                  <a:lnTo>
                    <a:pt x="4561421" y="87957"/>
                  </a:lnTo>
                  <a:lnTo>
                    <a:pt x="4561421" y="87957"/>
                  </a:lnTo>
                  <a:lnTo>
                    <a:pt x="4565660" y="87957"/>
                  </a:lnTo>
                  <a:lnTo>
                    <a:pt x="4565660" y="87957"/>
                  </a:lnTo>
                  <a:lnTo>
                    <a:pt x="4569900" y="87957"/>
                  </a:lnTo>
                  <a:lnTo>
                    <a:pt x="4569900" y="87957"/>
                  </a:lnTo>
                  <a:lnTo>
                    <a:pt x="4574139" y="87957"/>
                  </a:lnTo>
                  <a:lnTo>
                    <a:pt x="4574139" y="87957"/>
                  </a:lnTo>
                  <a:lnTo>
                    <a:pt x="4578378" y="87957"/>
                  </a:lnTo>
                  <a:lnTo>
                    <a:pt x="4578378" y="87957"/>
                  </a:lnTo>
                  <a:lnTo>
                    <a:pt x="4582617" y="87957"/>
                  </a:lnTo>
                  <a:lnTo>
                    <a:pt x="4582617" y="87957"/>
                  </a:lnTo>
                  <a:lnTo>
                    <a:pt x="4586857" y="87957"/>
                  </a:lnTo>
                  <a:lnTo>
                    <a:pt x="4586857" y="87957"/>
                  </a:lnTo>
                  <a:lnTo>
                    <a:pt x="4591096" y="87957"/>
                  </a:lnTo>
                  <a:lnTo>
                    <a:pt x="4591096" y="87421"/>
                  </a:lnTo>
                  <a:lnTo>
                    <a:pt x="4595335" y="87421"/>
                  </a:lnTo>
                  <a:lnTo>
                    <a:pt x="4595335" y="87421"/>
                  </a:lnTo>
                  <a:lnTo>
                    <a:pt x="4599574" y="87421"/>
                  </a:lnTo>
                  <a:lnTo>
                    <a:pt x="4599574" y="87421"/>
                  </a:lnTo>
                  <a:lnTo>
                    <a:pt x="4603814" y="87421"/>
                  </a:lnTo>
                  <a:lnTo>
                    <a:pt x="4603814" y="87421"/>
                  </a:lnTo>
                  <a:lnTo>
                    <a:pt x="4608053" y="87421"/>
                  </a:lnTo>
                  <a:lnTo>
                    <a:pt x="4608053" y="87421"/>
                  </a:lnTo>
                  <a:lnTo>
                    <a:pt x="4612292" y="87421"/>
                  </a:lnTo>
                  <a:lnTo>
                    <a:pt x="4612292" y="87421"/>
                  </a:lnTo>
                  <a:lnTo>
                    <a:pt x="4616531" y="87421"/>
                  </a:lnTo>
                  <a:lnTo>
                    <a:pt x="4616531" y="87421"/>
                  </a:lnTo>
                  <a:lnTo>
                    <a:pt x="4620771" y="87421"/>
                  </a:lnTo>
                  <a:lnTo>
                    <a:pt x="4620771" y="87421"/>
                  </a:lnTo>
                  <a:lnTo>
                    <a:pt x="4625010" y="87421"/>
                  </a:lnTo>
                  <a:lnTo>
                    <a:pt x="4625010" y="86881"/>
                  </a:lnTo>
                  <a:lnTo>
                    <a:pt x="4629249" y="86881"/>
                  </a:lnTo>
                  <a:lnTo>
                    <a:pt x="4629249" y="86881"/>
                  </a:lnTo>
                  <a:lnTo>
                    <a:pt x="4633488" y="86881"/>
                  </a:lnTo>
                  <a:lnTo>
                    <a:pt x="4633488" y="86881"/>
                  </a:lnTo>
                  <a:lnTo>
                    <a:pt x="4637728" y="86881"/>
                  </a:lnTo>
                  <a:lnTo>
                    <a:pt x="4637728" y="86881"/>
                  </a:lnTo>
                  <a:lnTo>
                    <a:pt x="4641967" y="86881"/>
                  </a:lnTo>
                  <a:lnTo>
                    <a:pt x="4641967" y="86881"/>
                  </a:lnTo>
                  <a:lnTo>
                    <a:pt x="4646206" y="86881"/>
                  </a:lnTo>
                  <a:lnTo>
                    <a:pt x="4646206" y="86881"/>
                  </a:lnTo>
                  <a:lnTo>
                    <a:pt x="4650445" y="86881"/>
                  </a:lnTo>
                  <a:lnTo>
                    <a:pt x="4650445" y="86881"/>
                  </a:lnTo>
                  <a:lnTo>
                    <a:pt x="4654684" y="86881"/>
                  </a:lnTo>
                  <a:lnTo>
                    <a:pt x="4654684" y="86339"/>
                  </a:lnTo>
                  <a:lnTo>
                    <a:pt x="4658924" y="86339"/>
                  </a:lnTo>
                  <a:lnTo>
                    <a:pt x="4658924" y="85796"/>
                  </a:lnTo>
                  <a:lnTo>
                    <a:pt x="4663163" y="85796"/>
                  </a:lnTo>
                  <a:lnTo>
                    <a:pt x="4663163" y="85796"/>
                  </a:lnTo>
                  <a:lnTo>
                    <a:pt x="4667402" y="85796"/>
                  </a:lnTo>
                  <a:lnTo>
                    <a:pt x="4667402" y="85796"/>
                  </a:lnTo>
                  <a:lnTo>
                    <a:pt x="4671641" y="85796"/>
                  </a:lnTo>
                  <a:lnTo>
                    <a:pt x="4671641" y="85796"/>
                  </a:lnTo>
                  <a:lnTo>
                    <a:pt x="4675881" y="85796"/>
                  </a:lnTo>
                  <a:lnTo>
                    <a:pt x="4675881" y="85251"/>
                  </a:lnTo>
                  <a:lnTo>
                    <a:pt x="4680120" y="85251"/>
                  </a:lnTo>
                  <a:lnTo>
                    <a:pt x="4680120" y="84705"/>
                  </a:lnTo>
                  <a:lnTo>
                    <a:pt x="4684359" y="84705"/>
                  </a:lnTo>
                  <a:lnTo>
                    <a:pt x="4684359" y="84705"/>
                  </a:lnTo>
                  <a:lnTo>
                    <a:pt x="4688598" y="84705"/>
                  </a:lnTo>
                  <a:lnTo>
                    <a:pt x="4688598" y="84705"/>
                  </a:lnTo>
                  <a:lnTo>
                    <a:pt x="4692838" y="84705"/>
                  </a:lnTo>
                  <a:lnTo>
                    <a:pt x="4692838" y="84705"/>
                  </a:lnTo>
                  <a:lnTo>
                    <a:pt x="4697077" y="84705"/>
                  </a:lnTo>
                  <a:lnTo>
                    <a:pt x="4697077" y="84705"/>
                  </a:lnTo>
                  <a:lnTo>
                    <a:pt x="4701316" y="84705"/>
                  </a:lnTo>
                  <a:lnTo>
                    <a:pt x="4701316" y="84705"/>
                  </a:lnTo>
                  <a:lnTo>
                    <a:pt x="4705555" y="84705"/>
                  </a:lnTo>
                  <a:lnTo>
                    <a:pt x="4705555" y="84158"/>
                  </a:lnTo>
                  <a:lnTo>
                    <a:pt x="4709795" y="84158"/>
                  </a:lnTo>
                  <a:lnTo>
                    <a:pt x="4709795" y="84158"/>
                  </a:lnTo>
                  <a:lnTo>
                    <a:pt x="4714034" y="84158"/>
                  </a:lnTo>
                  <a:lnTo>
                    <a:pt x="4714034" y="83609"/>
                  </a:lnTo>
                  <a:lnTo>
                    <a:pt x="4718273" y="83609"/>
                  </a:lnTo>
                  <a:lnTo>
                    <a:pt x="4718273" y="83609"/>
                  </a:lnTo>
                  <a:lnTo>
                    <a:pt x="4722512" y="83609"/>
                  </a:lnTo>
                  <a:lnTo>
                    <a:pt x="4722512" y="83060"/>
                  </a:lnTo>
                  <a:lnTo>
                    <a:pt x="4726752" y="83060"/>
                  </a:lnTo>
                  <a:lnTo>
                    <a:pt x="4726752" y="82510"/>
                  </a:lnTo>
                  <a:lnTo>
                    <a:pt x="4730991" y="82510"/>
                  </a:lnTo>
                  <a:lnTo>
                    <a:pt x="4730991" y="81961"/>
                  </a:lnTo>
                  <a:lnTo>
                    <a:pt x="4735230" y="81961"/>
                  </a:lnTo>
                  <a:lnTo>
                    <a:pt x="4735230" y="81961"/>
                  </a:lnTo>
                  <a:lnTo>
                    <a:pt x="4739469" y="81961"/>
                  </a:lnTo>
                  <a:lnTo>
                    <a:pt x="4739469" y="81411"/>
                  </a:lnTo>
                  <a:lnTo>
                    <a:pt x="4743709" y="81411"/>
                  </a:lnTo>
                  <a:lnTo>
                    <a:pt x="4743709" y="81411"/>
                  </a:lnTo>
                  <a:lnTo>
                    <a:pt x="4747948" y="81411"/>
                  </a:lnTo>
                  <a:lnTo>
                    <a:pt x="4747948" y="80860"/>
                  </a:lnTo>
                  <a:lnTo>
                    <a:pt x="4752187" y="80860"/>
                  </a:lnTo>
                  <a:lnTo>
                    <a:pt x="4752187" y="80860"/>
                  </a:lnTo>
                  <a:lnTo>
                    <a:pt x="4756426" y="80860"/>
                  </a:lnTo>
                  <a:lnTo>
                    <a:pt x="4756426" y="80860"/>
                  </a:lnTo>
                  <a:lnTo>
                    <a:pt x="4760665" y="80860"/>
                  </a:lnTo>
                  <a:lnTo>
                    <a:pt x="4760665" y="80860"/>
                  </a:lnTo>
                  <a:lnTo>
                    <a:pt x="4764905" y="80860"/>
                  </a:lnTo>
                  <a:lnTo>
                    <a:pt x="4764905" y="80860"/>
                  </a:lnTo>
                  <a:lnTo>
                    <a:pt x="4769144" y="80860"/>
                  </a:lnTo>
                  <a:lnTo>
                    <a:pt x="4769144" y="79753"/>
                  </a:lnTo>
                  <a:lnTo>
                    <a:pt x="4773383" y="79753"/>
                  </a:lnTo>
                  <a:lnTo>
                    <a:pt x="4773383" y="79753"/>
                  </a:lnTo>
                  <a:lnTo>
                    <a:pt x="4777622" y="79753"/>
                  </a:lnTo>
                  <a:lnTo>
                    <a:pt x="4777622" y="79753"/>
                  </a:lnTo>
                  <a:lnTo>
                    <a:pt x="4781862" y="79753"/>
                  </a:lnTo>
                  <a:lnTo>
                    <a:pt x="4781862" y="79753"/>
                  </a:lnTo>
                  <a:lnTo>
                    <a:pt x="4786101" y="79753"/>
                  </a:lnTo>
                  <a:lnTo>
                    <a:pt x="4786101" y="79753"/>
                  </a:lnTo>
                  <a:lnTo>
                    <a:pt x="4790340" y="79753"/>
                  </a:lnTo>
                  <a:lnTo>
                    <a:pt x="4790340" y="79753"/>
                  </a:lnTo>
                  <a:lnTo>
                    <a:pt x="4794579" y="79753"/>
                  </a:lnTo>
                  <a:lnTo>
                    <a:pt x="4794579" y="79753"/>
                  </a:lnTo>
                  <a:lnTo>
                    <a:pt x="4798819" y="79753"/>
                  </a:lnTo>
                  <a:lnTo>
                    <a:pt x="4798819" y="79753"/>
                  </a:lnTo>
                  <a:lnTo>
                    <a:pt x="4803058" y="79753"/>
                  </a:lnTo>
                  <a:lnTo>
                    <a:pt x="4803058" y="79196"/>
                  </a:lnTo>
                  <a:lnTo>
                    <a:pt x="4807297" y="79196"/>
                  </a:lnTo>
                  <a:lnTo>
                    <a:pt x="4807297" y="79196"/>
                  </a:lnTo>
                  <a:lnTo>
                    <a:pt x="4811536" y="79196"/>
                  </a:lnTo>
                  <a:lnTo>
                    <a:pt x="4811536" y="79196"/>
                  </a:lnTo>
                  <a:lnTo>
                    <a:pt x="4815776" y="79196"/>
                  </a:lnTo>
                  <a:lnTo>
                    <a:pt x="4815776" y="79196"/>
                  </a:lnTo>
                  <a:lnTo>
                    <a:pt x="4820015" y="79196"/>
                  </a:lnTo>
                  <a:lnTo>
                    <a:pt x="4820015" y="78636"/>
                  </a:lnTo>
                  <a:lnTo>
                    <a:pt x="4824254" y="78636"/>
                  </a:lnTo>
                  <a:lnTo>
                    <a:pt x="4824254" y="78636"/>
                  </a:lnTo>
                  <a:lnTo>
                    <a:pt x="4828493" y="78636"/>
                  </a:lnTo>
                  <a:lnTo>
                    <a:pt x="4828493" y="78636"/>
                  </a:lnTo>
                  <a:lnTo>
                    <a:pt x="4832733" y="78636"/>
                  </a:lnTo>
                  <a:lnTo>
                    <a:pt x="4832733" y="78636"/>
                  </a:lnTo>
                  <a:lnTo>
                    <a:pt x="4836972" y="78636"/>
                  </a:lnTo>
                  <a:lnTo>
                    <a:pt x="4836972" y="76952"/>
                  </a:lnTo>
                  <a:lnTo>
                    <a:pt x="4841211" y="76952"/>
                  </a:lnTo>
                  <a:lnTo>
                    <a:pt x="4841211" y="76952"/>
                  </a:lnTo>
                  <a:lnTo>
                    <a:pt x="4845450" y="76952"/>
                  </a:lnTo>
                  <a:lnTo>
                    <a:pt x="4845450" y="76952"/>
                  </a:lnTo>
                  <a:lnTo>
                    <a:pt x="4849690" y="76952"/>
                  </a:lnTo>
                  <a:lnTo>
                    <a:pt x="4849690" y="76952"/>
                  </a:lnTo>
                  <a:lnTo>
                    <a:pt x="4853929" y="76952"/>
                  </a:lnTo>
                  <a:lnTo>
                    <a:pt x="4853929" y="76952"/>
                  </a:lnTo>
                  <a:lnTo>
                    <a:pt x="4858168" y="76952"/>
                  </a:lnTo>
                  <a:lnTo>
                    <a:pt x="4858168" y="76952"/>
                  </a:lnTo>
                  <a:lnTo>
                    <a:pt x="4862407" y="76952"/>
                  </a:lnTo>
                  <a:lnTo>
                    <a:pt x="4862407" y="76389"/>
                  </a:lnTo>
                  <a:lnTo>
                    <a:pt x="4866646" y="76389"/>
                  </a:lnTo>
                  <a:lnTo>
                    <a:pt x="4866646" y="76389"/>
                  </a:lnTo>
                  <a:lnTo>
                    <a:pt x="4870886" y="76389"/>
                  </a:lnTo>
                  <a:lnTo>
                    <a:pt x="4870886" y="76389"/>
                  </a:lnTo>
                  <a:lnTo>
                    <a:pt x="4879364" y="76389"/>
                  </a:lnTo>
                  <a:lnTo>
                    <a:pt x="4879364" y="76389"/>
                  </a:lnTo>
                  <a:lnTo>
                    <a:pt x="4883603" y="76389"/>
                  </a:lnTo>
                  <a:lnTo>
                    <a:pt x="4883603" y="76389"/>
                  </a:lnTo>
                  <a:lnTo>
                    <a:pt x="4887843" y="76389"/>
                  </a:lnTo>
                  <a:lnTo>
                    <a:pt x="4887843" y="76389"/>
                  </a:lnTo>
                  <a:lnTo>
                    <a:pt x="4892082" y="76389"/>
                  </a:lnTo>
                  <a:lnTo>
                    <a:pt x="4892082" y="76389"/>
                  </a:lnTo>
                  <a:lnTo>
                    <a:pt x="4896321" y="76389"/>
                  </a:lnTo>
                  <a:lnTo>
                    <a:pt x="4896321" y="76389"/>
                  </a:lnTo>
                  <a:lnTo>
                    <a:pt x="4900560" y="76389"/>
                  </a:lnTo>
                  <a:lnTo>
                    <a:pt x="4900560" y="76389"/>
                  </a:lnTo>
                  <a:lnTo>
                    <a:pt x="4904800" y="76389"/>
                  </a:lnTo>
                  <a:lnTo>
                    <a:pt x="4904800" y="76389"/>
                  </a:lnTo>
                  <a:lnTo>
                    <a:pt x="4909039" y="76389"/>
                  </a:lnTo>
                  <a:lnTo>
                    <a:pt x="4909039" y="76389"/>
                  </a:lnTo>
                  <a:lnTo>
                    <a:pt x="4913278" y="76389"/>
                  </a:lnTo>
                  <a:lnTo>
                    <a:pt x="4913278" y="76389"/>
                  </a:lnTo>
                  <a:lnTo>
                    <a:pt x="4917517" y="76389"/>
                  </a:lnTo>
                  <a:lnTo>
                    <a:pt x="4917517" y="76389"/>
                  </a:lnTo>
                  <a:lnTo>
                    <a:pt x="4921757" y="76389"/>
                  </a:lnTo>
                  <a:lnTo>
                    <a:pt x="4921757" y="75820"/>
                  </a:lnTo>
                  <a:lnTo>
                    <a:pt x="4925996" y="75820"/>
                  </a:lnTo>
                  <a:lnTo>
                    <a:pt x="4925996" y="75251"/>
                  </a:lnTo>
                  <a:lnTo>
                    <a:pt x="4930235" y="75251"/>
                  </a:lnTo>
                  <a:lnTo>
                    <a:pt x="4930235" y="74682"/>
                  </a:lnTo>
                  <a:lnTo>
                    <a:pt x="4934474" y="74682"/>
                  </a:lnTo>
                  <a:lnTo>
                    <a:pt x="4934474" y="74113"/>
                  </a:lnTo>
                  <a:lnTo>
                    <a:pt x="4938714" y="74113"/>
                  </a:lnTo>
                  <a:lnTo>
                    <a:pt x="4938714" y="74113"/>
                  </a:lnTo>
                  <a:lnTo>
                    <a:pt x="4942953" y="74113"/>
                  </a:lnTo>
                  <a:lnTo>
                    <a:pt x="4942953" y="74113"/>
                  </a:lnTo>
                  <a:lnTo>
                    <a:pt x="4951431" y="74113"/>
                  </a:lnTo>
                  <a:lnTo>
                    <a:pt x="4951431" y="73543"/>
                  </a:lnTo>
                  <a:lnTo>
                    <a:pt x="4955671" y="73543"/>
                  </a:lnTo>
                  <a:lnTo>
                    <a:pt x="4955671" y="73543"/>
                  </a:lnTo>
                  <a:lnTo>
                    <a:pt x="4959910" y="73543"/>
                  </a:lnTo>
                  <a:lnTo>
                    <a:pt x="4959910" y="73543"/>
                  </a:lnTo>
                  <a:lnTo>
                    <a:pt x="4964149" y="73543"/>
                  </a:lnTo>
                  <a:lnTo>
                    <a:pt x="4964149" y="73543"/>
                  </a:lnTo>
                  <a:lnTo>
                    <a:pt x="4968388" y="73543"/>
                  </a:lnTo>
                  <a:lnTo>
                    <a:pt x="4968388" y="73543"/>
                  </a:lnTo>
                  <a:lnTo>
                    <a:pt x="4972627" y="73543"/>
                  </a:lnTo>
                  <a:lnTo>
                    <a:pt x="4972627" y="73543"/>
                  </a:lnTo>
                  <a:lnTo>
                    <a:pt x="4976867" y="73543"/>
                  </a:lnTo>
                  <a:lnTo>
                    <a:pt x="4976867" y="72971"/>
                  </a:lnTo>
                  <a:lnTo>
                    <a:pt x="4981106" y="72971"/>
                  </a:lnTo>
                  <a:lnTo>
                    <a:pt x="4981106" y="72971"/>
                  </a:lnTo>
                  <a:lnTo>
                    <a:pt x="4985345" y="72971"/>
                  </a:lnTo>
                  <a:lnTo>
                    <a:pt x="4985345" y="72971"/>
                  </a:lnTo>
                  <a:lnTo>
                    <a:pt x="4989584" y="72971"/>
                  </a:lnTo>
                  <a:lnTo>
                    <a:pt x="4989584" y="72971"/>
                  </a:lnTo>
                  <a:lnTo>
                    <a:pt x="4993824" y="72971"/>
                  </a:lnTo>
                  <a:lnTo>
                    <a:pt x="4993824" y="72971"/>
                  </a:lnTo>
                  <a:lnTo>
                    <a:pt x="4998063" y="72971"/>
                  </a:lnTo>
                  <a:lnTo>
                    <a:pt x="4998063" y="72971"/>
                  </a:lnTo>
                  <a:lnTo>
                    <a:pt x="5002302" y="72971"/>
                  </a:lnTo>
                  <a:lnTo>
                    <a:pt x="5002302" y="72397"/>
                  </a:lnTo>
                  <a:lnTo>
                    <a:pt x="5006541" y="72397"/>
                  </a:lnTo>
                  <a:lnTo>
                    <a:pt x="5006541" y="72397"/>
                  </a:lnTo>
                  <a:lnTo>
                    <a:pt x="5010781" y="72397"/>
                  </a:lnTo>
                  <a:lnTo>
                    <a:pt x="5010781" y="71823"/>
                  </a:lnTo>
                  <a:lnTo>
                    <a:pt x="5015020" y="71823"/>
                  </a:lnTo>
                  <a:lnTo>
                    <a:pt x="5015020" y="71823"/>
                  </a:lnTo>
                  <a:lnTo>
                    <a:pt x="5019259" y="71823"/>
                  </a:lnTo>
                  <a:lnTo>
                    <a:pt x="5019259" y="71823"/>
                  </a:lnTo>
                  <a:lnTo>
                    <a:pt x="5023498" y="71823"/>
                  </a:lnTo>
                  <a:lnTo>
                    <a:pt x="5023498" y="71823"/>
                  </a:lnTo>
                  <a:lnTo>
                    <a:pt x="5027738" y="71823"/>
                  </a:lnTo>
                  <a:lnTo>
                    <a:pt x="5027738" y="71248"/>
                  </a:lnTo>
                  <a:lnTo>
                    <a:pt x="5031977" y="71248"/>
                  </a:lnTo>
                  <a:lnTo>
                    <a:pt x="5031977" y="71248"/>
                  </a:lnTo>
                  <a:lnTo>
                    <a:pt x="5036216" y="71248"/>
                  </a:lnTo>
                  <a:lnTo>
                    <a:pt x="5036216" y="71248"/>
                  </a:lnTo>
                  <a:lnTo>
                    <a:pt x="5040455" y="71248"/>
                  </a:lnTo>
                  <a:lnTo>
                    <a:pt x="5040455" y="71248"/>
                  </a:lnTo>
                  <a:lnTo>
                    <a:pt x="5044695" y="71248"/>
                  </a:lnTo>
                  <a:lnTo>
                    <a:pt x="5044695" y="71248"/>
                  </a:lnTo>
                  <a:lnTo>
                    <a:pt x="5048934" y="71248"/>
                  </a:lnTo>
                  <a:lnTo>
                    <a:pt x="5048934" y="70670"/>
                  </a:lnTo>
                  <a:lnTo>
                    <a:pt x="5053173" y="70670"/>
                  </a:lnTo>
                  <a:lnTo>
                    <a:pt x="5053173" y="70670"/>
                  </a:lnTo>
                  <a:lnTo>
                    <a:pt x="5057412" y="70670"/>
                  </a:lnTo>
                  <a:lnTo>
                    <a:pt x="5057412" y="70670"/>
                  </a:lnTo>
                  <a:lnTo>
                    <a:pt x="5061651" y="70670"/>
                  </a:lnTo>
                  <a:lnTo>
                    <a:pt x="5061651" y="70670"/>
                  </a:lnTo>
                  <a:lnTo>
                    <a:pt x="5065891" y="70670"/>
                  </a:lnTo>
                  <a:lnTo>
                    <a:pt x="5065891" y="70670"/>
                  </a:lnTo>
                  <a:lnTo>
                    <a:pt x="5070130" y="70670"/>
                  </a:lnTo>
                  <a:lnTo>
                    <a:pt x="5070130" y="70670"/>
                  </a:lnTo>
                  <a:lnTo>
                    <a:pt x="5074369" y="70670"/>
                  </a:lnTo>
                  <a:lnTo>
                    <a:pt x="5074369" y="70670"/>
                  </a:lnTo>
                  <a:lnTo>
                    <a:pt x="5078608" y="70670"/>
                  </a:lnTo>
                  <a:lnTo>
                    <a:pt x="5078608" y="70670"/>
                  </a:lnTo>
                  <a:lnTo>
                    <a:pt x="5082848" y="70670"/>
                  </a:lnTo>
                  <a:lnTo>
                    <a:pt x="5082848" y="70670"/>
                  </a:lnTo>
                  <a:lnTo>
                    <a:pt x="5087087" y="70670"/>
                  </a:lnTo>
                  <a:lnTo>
                    <a:pt x="5087087" y="70670"/>
                  </a:lnTo>
                  <a:lnTo>
                    <a:pt x="5095565" y="70670"/>
                  </a:lnTo>
                  <a:lnTo>
                    <a:pt x="5095565" y="70670"/>
                  </a:lnTo>
                  <a:lnTo>
                    <a:pt x="5104044" y="70670"/>
                  </a:lnTo>
                  <a:lnTo>
                    <a:pt x="5104044" y="70670"/>
                  </a:lnTo>
                  <a:lnTo>
                    <a:pt x="5108283" y="70670"/>
                  </a:lnTo>
                  <a:lnTo>
                    <a:pt x="5108283" y="70670"/>
                  </a:lnTo>
                  <a:lnTo>
                    <a:pt x="5112522" y="70670"/>
                  </a:lnTo>
                  <a:lnTo>
                    <a:pt x="5112522" y="70670"/>
                  </a:lnTo>
                  <a:lnTo>
                    <a:pt x="5116762" y="70670"/>
                  </a:lnTo>
                  <a:lnTo>
                    <a:pt x="5116762" y="70670"/>
                  </a:lnTo>
                  <a:lnTo>
                    <a:pt x="5121001" y="70670"/>
                  </a:lnTo>
                  <a:lnTo>
                    <a:pt x="5121001" y="70087"/>
                  </a:lnTo>
                  <a:lnTo>
                    <a:pt x="5125240" y="70087"/>
                  </a:lnTo>
                  <a:lnTo>
                    <a:pt x="5125240" y="70087"/>
                  </a:lnTo>
                  <a:lnTo>
                    <a:pt x="5129479" y="70087"/>
                  </a:lnTo>
                  <a:lnTo>
                    <a:pt x="5129479" y="70087"/>
                  </a:lnTo>
                  <a:lnTo>
                    <a:pt x="5133719" y="70087"/>
                  </a:lnTo>
                  <a:lnTo>
                    <a:pt x="5133719" y="70087"/>
                  </a:lnTo>
                  <a:lnTo>
                    <a:pt x="5137958" y="70087"/>
                  </a:lnTo>
                  <a:lnTo>
                    <a:pt x="5137958" y="70087"/>
                  </a:lnTo>
                  <a:lnTo>
                    <a:pt x="5142197" y="70087"/>
                  </a:lnTo>
                  <a:lnTo>
                    <a:pt x="5142197" y="70087"/>
                  </a:lnTo>
                  <a:lnTo>
                    <a:pt x="5146436" y="70087"/>
                  </a:lnTo>
                  <a:lnTo>
                    <a:pt x="5146436" y="70087"/>
                  </a:lnTo>
                  <a:lnTo>
                    <a:pt x="5150676" y="70087"/>
                  </a:lnTo>
                  <a:lnTo>
                    <a:pt x="5150676" y="70087"/>
                  </a:lnTo>
                  <a:lnTo>
                    <a:pt x="5154915" y="70087"/>
                  </a:lnTo>
                  <a:lnTo>
                    <a:pt x="5154915" y="70087"/>
                  </a:lnTo>
                  <a:lnTo>
                    <a:pt x="5159154" y="70087"/>
                  </a:lnTo>
                  <a:lnTo>
                    <a:pt x="5159154" y="69500"/>
                  </a:lnTo>
                  <a:lnTo>
                    <a:pt x="5163393" y="69500"/>
                  </a:lnTo>
                  <a:lnTo>
                    <a:pt x="5163393" y="69500"/>
                  </a:lnTo>
                  <a:lnTo>
                    <a:pt x="5167632" y="69500"/>
                  </a:lnTo>
                  <a:lnTo>
                    <a:pt x="5167632" y="69500"/>
                  </a:lnTo>
                  <a:lnTo>
                    <a:pt x="5171872" y="69500"/>
                  </a:lnTo>
                  <a:lnTo>
                    <a:pt x="5171872" y="69500"/>
                  </a:lnTo>
                  <a:lnTo>
                    <a:pt x="5176111" y="69500"/>
                  </a:lnTo>
                  <a:lnTo>
                    <a:pt x="5176111" y="68911"/>
                  </a:lnTo>
                  <a:lnTo>
                    <a:pt x="5180350" y="68911"/>
                  </a:lnTo>
                  <a:lnTo>
                    <a:pt x="5180350" y="68911"/>
                  </a:lnTo>
                  <a:lnTo>
                    <a:pt x="5184589" y="68911"/>
                  </a:lnTo>
                  <a:lnTo>
                    <a:pt x="5184589" y="68911"/>
                  </a:lnTo>
                  <a:lnTo>
                    <a:pt x="5188829" y="68911"/>
                  </a:lnTo>
                  <a:lnTo>
                    <a:pt x="5188829" y="68911"/>
                  </a:lnTo>
                  <a:lnTo>
                    <a:pt x="5193068" y="68911"/>
                  </a:lnTo>
                  <a:lnTo>
                    <a:pt x="5193068" y="68911"/>
                  </a:lnTo>
                  <a:lnTo>
                    <a:pt x="5197307" y="68911"/>
                  </a:lnTo>
                  <a:lnTo>
                    <a:pt x="5197307" y="68911"/>
                  </a:lnTo>
                  <a:lnTo>
                    <a:pt x="5201546" y="68911"/>
                  </a:lnTo>
                  <a:lnTo>
                    <a:pt x="5201546" y="68911"/>
                  </a:lnTo>
                  <a:lnTo>
                    <a:pt x="5205786" y="68911"/>
                  </a:lnTo>
                  <a:lnTo>
                    <a:pt x="5205786" y="68911"/>
                  </a:lnTo>
                  <a:lnTo>
                    <a:pt x="5210025" y="68911"/>
                  </a:lnTo>
                  <a:lnTo>
                    <a:pt x="5210025" y="68911"/>
                  </a:lnTo>
                  <a:lnTo>
                    <a:pt x="5214264" y="68911"/>
                  </a:lnTo>
                  <a:lnTo>
                    <a:pt x="5214264" y="68911"/>
                  </a:lnTo>
                  <a:lnTo>
                    <a:pt x="5218503" y="68911"/>
                  </a:lnTo>
                  <a:lnTo>
                    <a:pt x="5218503" y="68911"/>
                  </a:lnTo>
                  <a:lnTo>
                    <a:pt x="5222743" y="68911"/>
                  </a:lnTo>
                  <a:lnTo>
                    <a:pt x="5222743" y="68317"/>
                  </a:lnTo>
                  <a:lnTo>
                    <a:pt x="5226982" y="68317"/>
                  </a:lnTo>
                  <a:lnTo>
                    <a:pt x="5226982" y="68317"/>
                  </a:lnTo>
                  <a:lnTo>
                    <a:pt x="5231221" y="68317"/>
                  </a:lnTo>
                  <a:lnTo>
                    <a:pt x="5231221" y="67721"/>
                  </a:lnTo>
                  <a:lnTo>
                    <a:pt x="5235460" y="67721"/>
                  </a:lnTo>
                  <a:lnTo>
                    <a:pt x="5235460" y="67721"/>
                  </a:lnTo>
                  <a:lnTo>
                    <a:pt x="5239700" y="67721"/>
                  </a:lnTo>
                  <a:lnTo>
                    <a:pt x="5239700" y="67721"/>
                  </a:lnTo>
                  <a:lnTo>
                    <a:pt x="5243939" y="67721"/>
                  </a:lnTo>
                  <a:lnTo>
                    <a:pt x="5243939" y="67721"/>
                  </a:lnTo>
                  <a:lnTo>
                    <a:pt x="5248178" y="67721"/>
                  </a:lnTo>
                  <a:lnTo>
                    <a:pt x="5248178" y="67721"/>
                  </a:lnTo>
                  <a:lnTo>
                    <a:pt x="5252417" y="67721"/>
                  </a:lnTo>
                  <a:lnTo>
                    <a:pt x="5252417" y="67721"/>
                  </a:lnTo>
                  <a:lnTo>
                    <a:pt x="5256657" y="67721"/>
                  </a:lnTo>
                  <a:lnTo>
                    <a:pt x="5256657" y="67721"/>
                  </a:lnTo>
                  <a:lnTo>
                    <a:pt x="5260896" y="67721"/>
                  </a:lnTo>
                  <a:lnTo>
                    <a:pt x="5260896" y="67721"/>
                  </a:lnTo>
                  <a:lnTo>
                    <a:pt x="5265135" y="67721"/>
                  </a:lnTo>
                  <a:lnTo>
                    <a:pt x="5265135" y="67721"/>
                  </a:lnTo>
                  <a:lnTo>
                    <a:pt x="5269374" y="67721"/>
                  </a:lnTo>
                  <a:lnTo>
                    <a:pt x="5269374" y="67119"/>
                  </a:lnTo>
                  <a:lnTo>
                    <a:pt x="5273613" y="67119"/>
                  </a:lnTo>
                  <a:lnTo>
                    <a:pt x="5273613" y="67119"/>
                  </a:lnTo>
                  <a:lnTo>
                    <a:pt x="5277853" y="67119"/>
                  </a:lnTo>
                  <a:lnTo>
                    <a:pt x="5277853" y="67119"/>
                  </a:lnTo>
                  <a:lnTo>
                    <a:pt x="5282092" y="67119"/>
                  </a:lnTo>
                  <a:lnTo>
                    <a:pt x="5282092" y="67119"/>
                  </a:lnTo>
                  <a:lnTo>
                    <a:pt x="5286331" y="67119"/>
                  </a:lnTo>
                  <a:lnTo>
                    <a:pt x="5286331" y="67119"/>
                  </a:lnTo>
                  <a:lnTo>
                    <a:pt x="5290570" y="67119"/>
                  </a:lnTo>
                  <a:lnTo>
                    <a:pt x="5290570" y="67119"/>
                  </a:lnTo>
                  <a:lnTo>
                    <a:pt x="5294810" y="67119"/>
                  </a:lnTo>
                  <a:lnTo>
                    <a:pt x="5294810" y="67119"/>
                  </a:lnTo>
                  <a:lnTo>
                    <a:pt x="5303288" y="67119"/>
                  </a:lnTo>
                  <a:lnTo>
                    <a:pt x="5303288" y="67119"/>
                  </a:lnTo>
                  <a:lnTo>
                    <a:pt x="5307527" y="67119"/>
                  </a:lnTo>
                  <a:lnTo>
                    <a:pt x="5307527" y="67119"/>
                  </a:lnTo>
                  <a:lnTo>
                    <a:pt x="5311767" y="67119"/>
                  </a:lnTo>
                  <a:lnTo>
                    <a:pt x="5311767" y="67119"/>
                  </a:lnTo>
                  <a:lnTo>
                    <a:pt x="5316006" y="67119"/>
                  </a:lnTo>
                  <a:lnTo>
                    <a:pt x="5316006" y="67119"/>
                  </a:lnTo>
                  <a:lnTo>
                    <a:pt x="5320245" y="67119"/>
                  </a:lnTo>
                  <a:lnTo>
                    <a:pt x="5320245" y="67119"/>
                  </a:lnTo>
                  <a:lnTo>
                    <a:pt x="5324484" y="67119"/>
                  </a:lnTo>
                  <a:lnTo>
                    <a:pt x="5324484" y="67119"/>
                  </a:lnTo>
                  <a:lnTo>
                    <a:pt x="5328724" y="67119"/>
                  </a:lnTo>
                  <a:lnTo>
                    <a:pt x="5328724" y="67119"/>
                  </a:lnTo>
                  <a:lnTo>
                    <a:pt x="5332963" y="67119"/>
                  </a:lnTo>
                  <a:lnTo>
                    <a:pt x="5332963" y="66513"/>
                  </a:lnTo>
                  <a:lnTo>
                    <a:pt x="5337202" y="66513"/>
                  </a:lnTo>
                  <a:lnTo>
                    <a:pt x="5337202" y="65905"/>
                  </a:lnTo>
                  <a:lnTo>
                    <a:pt x="5341441" y="65905"/>
                  </a:lnTo>
                  <a:lnTo>
                    <a:pt x="5341441" y="65297"/>
                  </a:lnTo>
                  <a:lnTo>
                    <a:pt x="5345681" y="65297"/>
                  </a:lnTo>
                  <a:lnTo>
                    <a:pt x="5345681" y="65297"/>
                  </a:lnTo>
                  <a:lnTo>
                    <a:pt x="5349920" y="65297"/>
                  </a:lnTo>
                  <a:lnTo>
                    <a:pt x="5349920" y="64688"/>
                  </a:lnTo>
                  <a:lnTo>
                    <a:pt x="5354159" y="64688"/>
                  </a:lnTo>
                  <a:lnTo>
                    <a:pt x="5354159" y="64688"/>
                  </a:lnTo>
                  <a:lnTo>
                    <a:pt x="5358398" y="64688"/>
                  </a:lnTo>
                  <a:lnTo>
                    <a:pt x="5358398" y="64688"/>
                  </a:lnTo>
                  <a:lnTo>
                    <a:pt x="5362637" y="64688"/>
                  </a:lnTo>
                  <a:lnTo>
                    <a:pt x="5362637" y="64688"/>
                  </a:lnTo>
                  <a:lnTo>
                    <a:pt x="5366877" y="64688"/>
                  </a:lnTo>
                  <a:lnTo>
                    <a:pt x="5366877" y="64688"/>
                  </a:lnTo>
                  <a:lnTo>
                    <a:pt x="5371116" y="64688"/>
                  </a:lnTo>
                  <a:lnTo>
                    <a:pt x="5371116" y="64688"/>
                  </a:lnTo>
                  <a:lnTo>
                    <a:pt x="5375355" y="64688"/>
                  </a:lnTo>
                  <a:lnTo>
                    <a:pt x="5375355" y="64688"/>
                  </a:lnTo>
                  <a:lnTo>
                    <a:pt x="5379594" y="64688"/>
                  </a:lnTo>
                  <a:lnTo>
                    <a:pt x="5379594" y="64076"/>
                  </a:lnTo>
                  <a:lnTo>
                    <a:pt x="5383834" y="64076"/>
                  </a:lnTo>
                  <a:lnTo>
                    <a:pt x="5383834" y="64076"/>
                  </a:lnTo>
                  <a:lnTo>
                    <a:pt x="5388073" y="64076"/>
                  </a:lnTo>
                  <a:lnTo>
                    <a:pt x="5388073" y="64076"/>
                  </a:lnTo>
                  <a:lnTo>
                    <a:pt x="5392312" y="64076"/>
                  </a:lnTo>
                  <a:lnTo>
                    <a:pt x="5392312" y="64076"/>
                  </a:lnTo>
                  <a:lnTo>
                    <a:pt x="5396551" y="64076"/>
                  </a:lnTo>
                  <a:lnTo>
                    <a:pt x="5396551" y="63463"/>
                  </a:lnTo>
                  <a:lnTo>
                    <a:pt x="5400791" y="63463"/>
                  </a:lnTo>
                  <a:lnTo>
                    <a:pt x="5400791" y="63463"/>
                  </a:lnTo>
                  <a:lnTo>
                    <a:pt x="5405030" y="63463"/>
                  </a:lnTo>
                  <a:lnTo>
                    <a:pt x="5405030" y="63463"/>
                  </a:lnTo>
                  <a:lnTo>
                    <a:pt x="5409269" y="63463"/>
                  </a:lnTo>
                  <a:lnTo>
                    <a:pt x="5409269" y="63463"/>
                  </a:lnTo>
                  <a:lnTo>
                    <a:pt x="5413508" y="63463"/>
                  </a:lnTo>
                  <a:lnTo>
                    <a:pt x="5413508" y="63463"/>
                  </a:lnTo>
                  <a:lnTo>
                    <a:pt x="5417748" y="63463"/>
                  </a:lnTo>
                  <a:lnTo>
                    <a:pt x="5417748" y="63463"/>
                  </a:lnTo>
                  <a:lnTo>
                    <a:pt x="5421987" y="63463"/>
                  </a:lnTo>
                  <a:lnTo>
                    <a:pt x="5421987" y="63463"/>
                  </a:lnTo>
                  <a:lnTo>
                    <a:pt x="5426226" y="63463"/>
                  </a:lnTo>
                  <a:lnTo>
                    <a:pt x="5426226" y="63463"/>
                  </a:lnTo>
                  <a:lnTo>
                    <a:pt x="5430465" y="63463"/>
                  </a:lnTo>
                  <a:lnTo>
                    <a:pt x="5430465" y="62847"/>
                  </a:lnTo>
                  <a:lnTo>
                    <a:pt x="5434705" y="62847"/>
                  </a:lnTo>
                  <a:lnTo>
                    <a:pt x="5434705" y="62230"/>
                  </a:lnTo>
                  <a:lnTo>
                    <a:pt x="5438944" y="62230"/>
                  </a:lnTo>
                  <a:lnTo>
                    <a:pt x="5438944" y="62230"/>
                  </a:lnTo>
                  <a:lnTo>
                    <a:pt x="5443183" y="62230"/>
                  </a:lnTo>
                  <a:lnTo>
                    <a:pt x="5443183" y="62230"/>
                  </a:lnTo>
                  <a:lnTo>
                    <a:pt x="5447422" y="62230"/>
                  </a:lnTo>
                  <a:lnTo>
                    <a:pt x="5447422" y="62230"/>
                  </a:lnTo>
                  <a:lnTo>
                    <a:pt x="5451662" y="62230"/>
                  </a:lnTo>
                  <a:lnTo>
                    <a:pt x="5451662" y="62230"/>
                  </a:lnTo>
                  <a:lnTo>
                    <a:pt x="5455901" y="62230"/>
                  </a:lnTo>
                  <a:lnTo>
                    <a:pt x="5455901" y="62230"/>
                  </a:lnTo>
                  <a:lnTo>
                    <a:pt x="5460140" y="62230"/>
                  </a:lnTo>
                  <a:lnTo>
                    <a:pt x="5460140" y="62230"/>
                  </a:lnTo>
                  <a:lnTo>
                    <a:pt x="5464379" y="62230"/>
                  </a:lnTo>
                  <a:lnTo>
                    <a:pt x="5464379" y="62230"/>
                  </a:lnTo>
                  <a:lnTo>
                    <a:pt x="5468618" y="62230"/>
                  </a:lnTo>
                  <a:lnTo>
                    <a:pt x="5468618" y="62230"/>
                  </a:lnTo>
                  <a:lnTo>
                    <a:pt x="5472858" y="62230"/>
                  </a:lnTo>
                  <a:lnTo>
                    <a:pt x="5472858" y="62230"/>
                  </a:lnTo>
                  <a:lnTo>
                    <a:pt x="5477097" y="62230"/>
                  </a:lnTo>
                  <a:lnTo>
                    <a:pt x="5477097" y="62230"/>
                  </a:lnTo>
                  <a:lnTo>
                    <a:pt x="5481336" y="62230"/>
                  </a:lnTo>
                  <a:lnTo>
                    <a:pt x="5481336" y="61608"/>
                  </a:lnTo>
                  <a:lnTo>
                    <a:pt x="5485575" y="61608"/>
                  </a:lnTo>
                  <a:lnTo>
                    <a:pt x="5485575" y="61608"/>
                  </a:lnTo>
                  <a:lnTo>
                    <a:pt x="5489815" y="61608"/>
                  </a:lnTo>
                  <a:lnTo>
                    <a:pt x="5489815" y="61608"/>
                  </a:lnTo>
                  <a:lnTo>
                    <a:pt x="5494054" y="61608"/>
                  </a:lnTo>
                  <a:lnTo>
                    <a:pt x="5494054" y="60985"/>
                  </a:lnTo>
                  <a:lnTo>
                    <a:pt x="5498293" y="60985"/>
                  </a:lnTo>
                  <a:lnTo>
                    <a:pt x="5498293" y="60985"/>
                  </a:lnTo>
                  <a:lnTo>
                    <a:pt x="5502532" y="60985"/>
                  </a:lnTo>
                  <a:lnTo>
                    <a:pt x="5502532" y="60985"/>
                  </a:lnTo>
                  <a:lnTo>
                    <a:pt x="5506772" y="60985"/>
                  </a:lnTo>
                  <a:lnTo>
                    <a:pt x="5506772" y="60985"/>
                  </a:lnTo>
                  <a:lnTo>
                    <a:pt x="5515250" y="60985"/>
                  </a:lnTo>
                  <a:lnTo>
                    <a:pt x="5515250" y="60985"/>
                  </a:lnTo>
                  <a:lnTo>
                    <a:pt x="5519489" y="60985"/>
                  </a:lnTo>
                  <a:lnTo>
                    <a:pt x="5519489" y="60985"/>
                  </a:lnTo>
                  <a:lnTo>
                    <a:pt x="5523729" y="60985"/>
                  </a:lnTo>
                  <a:lnTo>
                    <a:pt x="5523729" y="60985"/>
                  </a:lnTo>
                  <a:lnTo>
                    <a:pt x="5527968" y="60985"/>
                  </a:lnTo>
                  <a:lnTo>
                    <a:pt x="5527968" y="60360"/>
                  </a:lnTo>
                  <a:lnTo>
                    <a:pt x="5532207" y="60360"/>
                  </a:lnTo>
                  <a:lnTo>
                    <a:pt x="5532207" y="60360"/>
                  </a:lnTo>
                  <a:lnTo>
                    <a:pt x="5536446" y="60360"/>
                  </a:lnTo>
                  <a:lnTo>
                    <a:pt x="5536446" y="60360"/>
                  </a:lnTo>
                  <a:lnTo>
                    <a:pt x="5540686" y="60360"/>
                  </a:lnTo>
                  <a:lnTo>
                    <a:pt x="5540686" y="60360"/>
                  </a:lnTo>
                  <a:lnTo>
                    <a:pt x="5544925" y="60360"/>
                  </a:lnTo>
                  <a:lnTo>
                    <a:pt x="5544925" y="60360"/>
                  </a:lnTo>
                  <a:lnTo>
                    <a:pt x="5549164" y="60360"/>
                  </a:lnTo>
                  <a:lnTo>
                    <a:pt x="5549164" y="60360"/>
                  </a:lnTo>
                  <a:lnTo>
                    <a:pt x="5553403" y="60360"/>
                  </a:lnTo>
                  <a:lnTo>
                    <a:pt x="5553403" y="60360"/>
                  </a:lnTo>
                  <a:lnTo>
                    <a:pt x="5557643" y="60360"/>
                  </a:lnTo>
                  <a:lnTo>
                    <a:pt x="5557643" y="60360"/>
                  </a:lnTo>
                  <a:lnTo>
                    <a:pt x="5561882" y="60360"/>
                  </a:lnTo>
                  <a:lnTo>
                    <a:pt x="5561882" y="60360"/>
                  </a:lnTo>
                  <a:lnTo>
                    <a:pt x="5566121" y="60360"/>
                  </a:lnTo>
                  <a:lnTo>
                    <a:pt x="5566121" y="60360"/>
                  </a:lnTo>
                  <a:lnTo>
                    <a:pt x="5570360" y="60360"/>
                  </a:lnTo>
                  <a:lnTo>
                    <a:pt x="5570360" y="59731"/>
                  </a:lnTo>
                  <a:lnTo>
                    <a:pt x="5574599" y="59731"/>
                  </a:lnTo>
                  <a:lnTo>
                    <a:pt x="5574599" y="59731"/>
                  </a:lnTo>
                  <a:lnTo>
                    <a:pt x="5578839" y="59731"/>
                  </a:lnTo>
                  <a:lnTo>
                    <a:pt x="5578839" y="59731"/>
                  </a:lnTo>
                  <a:lnTo>
                    <a:pt x="5583078" y="59731"/>
                  </a:lnTo>
                  <a:lnTo>
                    <a:pt x="5583078" y="59731"/>
                  </a:lnTo>
                  <a:lnTo>
                    <a:pt x="5587317" y="59731"/>
                  </a:lnTo>
                  <a:lnTo>
                    <a:pt x="5587317" y="59731"/>
                  </a:lnTo>
                  <a:lnTo>
                    <a:pt x="5591556" y="59731"/>
                  </a:lnTo>
                  <a:lnTo>
                    <a:pt x="5591556" y="59731"/>
                  </a:lnTo>
                  <a:lnTo>
                    <a:pt x="5595796" y="59731"/>
                  </a:lnTo>
                  <a:lnTo>
                    <a:pt x="5595796" y="59731"/>
                  </a:lnTo>
                  <a:lnTo>
                    <a:pt x="5600035" y="59731"/>
                  </a:lnTo>
                  <a:lnTo>
                    <a:pt x="5600035" y="59731"/>
                  </a:lnTo>
                  <a:lnTo>
                    <a:pt x="5604274" y="59731"/>
                  </a:lnTo>
                  <a:lnTo>
                    <a:pt x="5604274" y="59098"/>
                  </a:lnTo>
                  <a:lnTo>
                    <a:pt x="5608513" y="59098"/>
                  </a:lnTo>
                  <a:lnTo>
                    <a:pt x="5608513" y="58464"/>
                  </a:lnTo>
                  <a:lnTo>
                    <a:pt x="5612753" y="58464"/>
                  </a:lnTo>
                  <a:lnTo>
                    <a:pt x="5612753" y="58464"/>
                  </a:lnTo>
                  <a:lnTo>
                    <a:pt x="5616992" y="58464"/>
                  </a:lnTo>
                  <a:lnTo>
                    <a:pt x="5616992" y="58464"/>
                  </a:lnTo>
                  <a:lnTo>
                    <a:pt x="5621231" y="58464"/>
                  </a:lnTo>
                  <a:lnTo>
                    <a:pt x="5621231" y="58464"/>
                  </a:lnTo>
                  <a:lnTo>
                    <a:pt x="5625470" y="58464"/>
                  </a:lnTo>
                  <a:lnTo>
                    <a:pt x="5625470" y="58464"/>
                  </a:lnTo>
                  <a:lnTo>
                    <a:pt x="5629710" y="58464"/>
                  </a:lnTo>
                  <a:lnTo>
                    <a:pt x="5629710" y="57827"/>
                  </a:lnTo>
                  <a:lnTo>
                    <a:pt x="5638188" y="57827"/>
                  </a:lnTo>
                  <a:lnTo>
                    <a:pt x="5638188" y="57827"/>
                  </a:lnTo>
                  <a:lnTo>
                    <a:pt x="5642427" y="57827"/>
                  </a:lnTo>
                  <a:lnTo>
                    <a:pt x="5642427" y="57827"/>
                  </a:lnTo>
                  <a:lnTo>
                    <a:pt x="5646667" y="57827"/>
                  </a:lnTo>
                  <a:lnTo>
                    <a:pt x="5646667" y="57827"/>
                  </a:lnTo>
                  <a:lnTo>
                    <a:pt x="5650906" y="57827"/>
                  </a:lnTo>
                  <a:lnTo>
                    <a:pt x="5650906" y="57827"/>
                  </a:lnTo>
                  <a:lnTo>
                    <a:pt x="5655145" y="57827"/>
                  </a:lnTo>
                  <a:lnTo>
                    <a:pt x="5655145" y="57827"/>
                  </a:lnTo>
                  <a:lnTo>
                    <a:pt x="5659384" y="57827"/>
                  </a:lnTo>
                  <a:lnTo>
                    <a:pt x="5659384" y="57827"/>
                  </a:lnTo>
                  <a:lnTo>
                    <a:pt x="5663624" y="57827"/>
                  </a:lnTo>
                  <a:lnTo>
                    <a:pt x="5663624" y="57827"/>
                  </a:lnTo>
                  <a:lnTo>
                    <a:pt x="5667863" y="57827"/>
                  </a:lnTo>
                  <a:lnTo>
                    <a:pt x="5667863" y="57827"/>
                  </a:lnTo>
                  <a:lnTo>
                    <a:pt x="5672102" y="57827"/>
                  </a:lnTo>
                  <a:lnTo>
                    <a:pt x="5672102" y="57827"/>
                  </a:lnTo>
                  <a:lnTo>
                    <a:pt x="5676341" y="57827"/>
                  </a:lnTo>
                  <a:lnTo>
                    <a:pt x="5676341" y="57827"/>
                  </a:lnTo>
                  <a:lnTo>
                    <a:pt x="5680580" y="57827"/>
                  </a:lnTo>
                  <a:lnTo>
                    <a:pt x="5680580" y="57827"/>
                  </a:lnTo>
                  <a:lnTo>
                    <a:pt x="5684820" y="57827"/>
                  </a:lnTo>
                  <a:lnTo>
                    <a:pt x="5684820" y="57827"/>
                  </a:lnTo>
                  <a:lnTo>
                    <a:pt x="5689059" y="57827"/>
                  </a:lnTo>
                  <a:lnTo>
                    <a:pt x="5689059" y="57183"/>
                  </a:lnTo>
                  <a:lnTo>
                    <a:pt x="5693298" y="57183"/>
                  </a:lnTo>
                  <a:lnTo>
                    <a:pt x="5693298" y="57183"/>
                  </a:lnTo>
                  <a:lnTo>
                    <a:pt x="5697537" y="57183"/>
                  </a:lnTo>
                  <a:lnTo>
                    <a:pt x="5697537" y="57183"/>
                  </a:lnTo>
                  <a:lnTo>
                    <a:pt x="5701777" y="57183"/>
                  </a:lnTo>
                  <a:lnTo>
                    <a:pt x="5701777" y="57183"/>
                  </a:lnTo>
                  <a:lnTo>
                    <a:pt x="5706016" y="57183"/>
                  </a:lnTo>
                  <a:lnTo>
                    <a:pt x="5706016" y="57183"/>
                  </a:lnTo>
                  <a:lnTo>
                    <a:pt x="5710255" y="57183"/>
                  </a:lnTo>
                  <a:lnTo>
                    <a:pt x="5710255" y="57183"/>
                  </a:lnTo>
                  <a:lnTo>
                    <a:pt x="5714494" y="57183"/>
                  </a:lnTo>
                  <a:lnTo>
                    <a:pt x="5714494" y="57183"/>
                  </a:lnTo>
                  <a:lnTo>
                    <a:pt x="5718734" y="57183"/>
                  </a:lnTo>
                  <a:lnTo>
                    <a:pt x="5718734" y="56533"/>
                  </a:lnTo>
                  <a:lnTo>
                    <a:pt x="5722973" y="56533"/>
                  </a:lnTo>
                  <a:lnTo>
                    <a:pt x="5722973" y="56533"/>
                  </a:lnTo>
                  <a:lnTo>
                    <a:pt x="5727212" y="56533"/>
                  </a:lnTo>
                  <a:lnTo>
                    <a:pt x="5727212" y="56533"/>
                  </a:lnTo>
                  <a:lnTo>
                    <a:pt x="5731451" y="56533"/>
                  </a:lnTo>
                  <a:lnTo>
                    <a:pt x="5731451" y="56533"/>
                  </a:lnTo>
                  <a:lnTo>
                    <a:pt x="5735691" y="56533"/>
                  </a:lnTo>
                  <a:lnTo>
                    <a:pt x="5735691" y="55882"/>
                  </a:lnTo>
                  <a:lnTo>
                    <a:pt x="5739930" y="55882"/>
                  </a:lnTo>
                  <a:lnTo>
                    <a:pt x="5739930" y="55882"/>
                  </a:lnTo>
                  <a:lnTo>
                    <a:pt x="5744169" y="55882"/>
                  </a:lnTo>
                  <a:lnTo>
                    <a:pt x="5744169" y="55882"/>
                  </a:lnTo>
                  <a:lnTo>
                    <a:pt x="5748408" y="55882"/>
                  </a:lnTo>
                  <a:lnTo>
                    <a:pt x="5748408" y="55229"/>
                  </a:lnTo>
                  <a:lnTo>
                    <a:pt x="5752648" y="55229"/>
                  </a:lnTo>
                  <a:lnTo>
                    <a:pt x="5752648" y="54576"/>
                  </a:lnTo>
                  <a:lnTo>
                    <a:pt x="5756887" y="54576"/>
                  </a:lnTo>
                  <a:lnTo>
                    <a:pt x="5756887" y="53923"/>
                  </a:lnTo>
                  <a:lnTo>
                    <a:pt x="5761126" y="53923"/>
                  </a:lnTo>
                  <a:lnTo>
                    <a:pt x="5761126" y="53923"/>
                  </a:lnTo>
                  <a:lnTo>
                    <a:pt x="5765365" y="53923"/>
                  </a:lnTo>
                  <a:lnTo>
                    <a:pt x="5765365" y="53923"/>
                  </a:lnTo>
                  <a:lnTo>
                    <a:pt x="5769604" y="53923"/>
                  </a:lnTo>
                  <a:lnTo>
                    <a:pt x="5769604" y="53923"/>
                  </a:lnTo>
                  <a:lnTo>
                    <a:pt x="5773844" y="53923"/>
                  </a:lnTo>
                  <a:lnTo>
                    <a:pt x="5773844" y="53923"/>
                  </a:lnTo>
                  <a:lnTo>
                    <a:pt x="5778083" y="53923"/>
                  </a:lnTo>
                  <a:lnTo>
                    <a:pt x="5778083" y="53923"/>
                  </a:lnTo>
                  <a:lnTo>
                    <a:pt x="5782322" y="53923"/>
                  </a:lnTo>
                  <a:lnTo>
                    <a:pt x="5782322" y="53923"/>
                  </a:lnTo>
                  <a:lnTo>
                    <a:pt x="5786561" y="53923"/>
                  </a:lnTo>
                  <a:lnTo>
                    <a:pt x="5786561" y="53923"/>
                  </a:lnTo>
                  <a:lnTo>
                    <a:pt x="5790801" y="53923"/>
                  </a:lnTo>
                  <a:lnTo>
                    <a:pt x="5790801" y="53923"/>
                  </a:lnTo>
                  <a:lnTo>
                    <a:pt x="5795040" y="53923"/>
                  </a:lnTo>
                  <a:lnTo>
                    <a:pt x="5795040" y="53923"/>
                  </a:lnTo>
                  <a:lnTo>
                    <a:pt x="5799279" y="53923"/>
                  </a:lnTo>
                  <a:lnTo>
                    <a:pt x="5799279" y="53923"/>
                  </a:lnTo>
                  <a:lnTo>
                    <a:pt x="5803518" y="53923"/>
                  </a:lnTo>
                  <a:lnTo>
                    <a:pt x="5803518" y="53923"/>
                  </a:lnTo>
                  <a:lnTo>
                    <a:pt x="5807758" y="53923"/>
                  </a:lnTo>
                  <a:lnTo>
                    <a:pt x="5807758" y="53923"/>
                  </a:lnTo>
                  <a:lnTo>
                    <a:pt x="5811997" y="53923"/>
                  </a:lnTo>
                  <a:lnTo>
                    <a:pt x="5811997" y="53923"/>
                  </a:lnTo>
                  <a:lnTo>
                    <a:pt x="5816236" y="53923"/>
                  </a:lnTo>
                  <a:lnTo>
                    <a:pt x="5816236" y="53923"/>
                  </a:lnTo>
                  <a:lnTo>
                    <a:pt x="5820475" y="53923"/>
                  </a:lnTo>
                  <a:lnTo>
                    <a:pt x="5820475" y="53923"/>
                  </a:lnTo>
                  <a:lnTo>
                    <a:pt x="5824715" y="53923"/>
                  </a:lnTo>
                  <a:lnTo>
                    <a:pt x="5824715" y="53923"/>
                  </a:lnTo>
                  <a:lnTo>
                    <a:pt x="5828954" y="53923"/>
                  </a:lnTo>
                  <a:lnTo>
                    <a:pt x="5828954" y="53923"/>
                  </a:lnTo>
                  <a:lnTo>
                    <a:pt x="5833193" y="53923"/>
                  </a:lnTo>
                  <a:lnTo>
                    <a:pt x="5833193" y="53923"/>
                  </a:lnTo>
                  <a:lnTo>
                    <a:pt x="5841672" y="53923"/>
                  </a:lnTo>
                  <a:lnTo>
                    <a:pt x="5841672" y="53923"/>
                  </a:lnTo>
                  <a:lnTo>
                    <a:pt x="5845911" y="53923"/>
                  </a:lnTo>
                  <a:lnTo>
                    <a:pt x="5845911" y="53923"/>
                  </a:lnTo>
                  <a:lnTo>
                    <a:pt x="5850150" y="53923"/>
                  </a:lnTo>
                  <a:lnTo>
                    <a:pt x="5850150" y="53923"/>
                  </a:lnTo>
                  <a:lnTo>
                    <a:pt x="5854389" y="53923"/>
                  </a:lnTo>
                  <a:lnTo>
                    <a:pt x="5854389" y="53923"/>
                  </a:lnTo>
                  <a:lnTo>
                    <a:pt x="5858629" y="53923"/>
                  </a:lnTo>
                  <a:lnTo>
                    <a:pt x="5858629" y="53923"/>
                  </a:lnTo>
                  <a:lnTo>
                    <a:pt x="5862868" y="53923"/>
                  </a:lnTo>
                  <a:lnTo>
                    <a:pt x="5862868" y="53923"/>
                  </a:lnTo>
                  <a:lnTo>
                    <a:pt x="5867107" y="53923"/>
                  </a:lnTo>
                  <a:lnTo>
                    <a:pt x="5867107" y="53257"/>
                  </a:lnTo>
                  <a:lnTo>
                    <a:pt x="5871346" y="53257"/>
                  </a:lnTo>
                  <a:lnTo>
                    <a:pt x="5871346" y="53257"/>
                  </a:lnTo>
                  <a:lnTo>
                    <a:pt x="5875585" y="53257"/>
                  </a:lnTo>
                  <a:lnTo>
                    <a:pt x="5875585" y="53257"/>
                  </a:lnTo>
                  <a:lnTo>
                    <a:pt x="5884064" y="53257"/>
                  </a:lnTo>
                  <a:lnTo>
                    <a:pt x="5884064" y="53257"/>
                  </a:lnTo>
                  <a:lnTo>
                    <a:pt x="5888303" y="53257"/>
                  </a:lnTo>
                  <a:lnTo>
                    <a:pt x="5888303" y="53257"/>
                  </a:lnTo>
                  <a:lnTo>
                    <a:pt x="5892542" y="53257"/>
                  </a:lnTo>
                  <a:lnTo>
                    <a:pt x="5892542" y="53257"/>
                  </a:lnTo>
                  <a:lnTo>
                    <a:pt x="5901021" y="53257"/>
                  </a:lnTo>
                  <a:lnTo>
                    <a:pt x="5901021" y="52587"/>
                  </a:lnTo>
                  <a:lnTo>
                    <a:pt x="5905260" y="52587"/>
                  </a:lnTo>
                  <a:lnTo>
                    <a:pt x="5905260" y="52587"/>
                  </a:lnTo>
                  <a:lnTo>
                    <a:pt x="5909499" y="52587"/>
                  </a:lnTo>
                  <a:lnTo>
                    <a:pt x="5909499" y="51915"/>
                  </a:lnTo>
                  <a:lnTo>
                    <a:pt x="5917978" y="51915"/>
                  </a:lnTo>
                  <a:lnTo>
                    <a:pt x="5917978" y="51915"/>
                  </a:lnTo>
                  <a:lnTo>
                    <a:pt x="5922217" y="51915"/>
                  </a:lnTo>
                  <a:lnTo>
                    <a:pt x="5922217" y="51915"/>
                  </a:lnTo>
                  <a:lnTo>
                    <a:pt x="5926456" y="51915"/>
                  </a:lnTo>
                  <a:lnTo>
                    <a:pt x="5926456" y="51915"/>
                  </a:lnTo>
                  <a:lnTo>
                    <a:pt x="5930696" y="51915"/>
                  </a:lnTo>
                  <a:lnTo>
                    <a:pt x="5930696" y="51915"/>
                  </a:lnTo>
                  <a:lnTo>
                    <a:pt x="5934935" y="51915"/>
                  </a:lnTo>
                  <a:lnTo>
                    <a:pt x="5934935" y="51915"/>
                  </a:lnTo>
                  <a:lnTo>
                    <a:pt x="5939174" y="51915"/>
                  </a:lnTo>
                  <a:lnTo>
                    <a:pt x="5939174" y="51915"/>
                  </a:lnTo>
                  <a:lnTo>
                    <a:pt x="5943413" y="51915"/>
                  </a:lnTo>
                  <a:lnTo>
                    <a:pt x="5943413" y="51241"/>
                  </a:lnTo>
                  <a:lnTo>
                    <a:pt x="5947653" y="51241"/>
                  </a:lnTo>
                  <a:lnTo>
                    <a:pt x="5947653" y="51241"/>
                  </a:lnTo>
                  <a:lnTo>
                    <a:pt x="5951892" y="51241"/>
                  </a:lnTo>
                  <a:lnTo>
                    <a:pt x="5951892" y="51241"/>
                  </a:lnTo>
                  <a:lnTo>
                    <a:pt x="5956131" y="51241"/>
                  </a:lnTo>
                  <a:lnTo>
                    <a:pt x="5956131" y="51241"/>
                  </a:lnTo>
                  <a:lnTo>
                    <a:pt x="5960370" y="51241"/>
                  </a:lnTo>
                  <a:lnTo>
                    <a:pt x="5960370" y="51241"/>
                  </a:lnTo>
                  <a:lnTo>
                    <a:pt x="5964610" y="51241"/>
                  </a:lnTo>
                  <a:lnTo>
                    <a:pt x="5964610" y="51241"/>
                  </a:lnTo>
                  <a:lnTo>
                    <a:pt x="5968849" y="51241"/>
                  </a:lnTo>
                  <a:lnTo>
                    <a:pt x="5968849" y="51241"/>
                  </a:lnTo>
                  <a:lnTo>
                    <a:pt x="5973088" y="51241"/>
                  </a:lnTo>
                  <a:lnTo>
                    <a:pt x="5973088" y="51241"/>
                  </a:lnTo>
                  <a:lnTo>
                    <a:pt x="5977327" y="51241"/>
                  </a:lnTo>
                  <a:lnTo>
                    <a:pt x="5977327" y="51241"/>
                  </a:lnTo>
                  <a:lnTo>
                    <a:pt x="5981566" y="51241"/>
                  </a:lnTo>
                  <a:lnTo>
                    <a:pt x="5981566" y="51241"/>
                  </a:lnTo>
                  <a:lnTo>
                    <a:pt x="5985806" y="51241"/>
                  </a:lnTo>
                  <a:lnTo>
                    <a:pt x="5985806" y="51241"/>
                  </a:lnTo>
                  <a:lnTo>
                    <a:pt x="5990045" y="51241"/>
                  </a:lnTo>
                  <a:lnTo>
                    <a:pt x="5990045" y="51241"/>
                  </a:lnTo>
                  <a:lnTo>
                    <a:pt x="5994284" y="51241"/>
                  </a:lnTo>
                  <a:lnTo>
                    <a:pt x="5994284" y="50559"/>
                  </a:lnTo>
                  <a:lnTo>
                    <a:pt x="5998523" y="50559"/>
                  </a:lnTo>
                  <a:lnTo>
                    <a:pt x="5998523" y="50559"/>
                  </a:lnTo>
                  <a:lnTo>
                    <a:pt x="6002763" y="50559"/>
                  </a:lnTo>
                  <a:lnTo>
                    <a:pt x="6002763" y="50559"/>
                  </a:lnTo>
                  <a:lnTo>
                    <a:pt x="6007002" y="50559"/>
                  </a:lnTo>
                  <a:lnTo>
                    <a:pt x="6007002" y="49874"/>
                  </a:lnTo>
                  <a:lnTo>
                    <a:pt x="6011241" y="49874"/>
                  </a:lnTo>
                  <a:lnTo>
                    <a:pt x="6011241" y="49188"/>
                  </a:lnTo>
                  <a:lnTo>
                    <a:pt x="6015480" y="49188"/>
                  </a:lnTo>
                  <a:lnTo>
                    <a:pt x="6015480" y="48502"/>
                  </a:lnTo>
                  <a:lnTo>
                    <a:pt x="6019720" y="48502"/>
                  </a:lnTo>
                  <a:lnTo>
                    <a:pt x="6019720" y="48502"/>
                  </a:lnTo>
                  <a:lnTo>
                    <a:pt x="6023959" y="48502"/>
                  </a:lnTo>
                  <a:lnTo>
                    <a:pt x="6023959" y="48502"/>
                  </a:lnTo>
                  <a:lnTo>
                    <a:pt x="6028198" y="48502"/>
                  </a:lnTo>
                  <a:lnTo>
                    <a:pt x="6028198" y="48502"/>
                  </a:lnTo>
                  <a:lnTo>
                    <a:pt x="6032437" y="48502"/>
                  </a:lnTo>
                  <a:lnTo>
                    <a:pt x="6032437" y="48502"/>
                  </a:lnTo>
                  <a:lnTo>
                    <a:pt x="6036677" y="48502"/>
                  </a:lnTo>
                  <a:lnTo>
                    <a:pt x="6036677" y="48502"/>
                  </a:lnTo>
                  <a:lnTo>
                    <a:pt x="6040916" y="48502"/>
                  </a:lnTo>
                  <a:lnTo>
                    <a:pt x="6040916" y="48502"/>
                  </a:lnTo>
                  <a:lnTo>
                    <a:pt x="6045155" y="48502"/>
                  </a:lnTo>
                  <a:lnTo>
                    <a:pt x="6045155" y="48502"/>
                  </a:lnTo>
                  <a:lnTo>
                    <a:pt x="6049394" y="48502"/>
                  </a:lnTo>
                  <a:lnTo>
                    <a:pt x="6049394" y="48502"/>
                  </a:lnTo>
                  <a:lnTo>
                    <a:pt x="6062112" y="48502"/>
                  </a:lnTo>
                  <a:lnTo>
                    <a:pt x="6062112" y="47812"/>
                  </a:lnTo>
                  <a:lnTo>
                    <a:pt x="6066351" y="47812"/>
                  </a:lnTo>
                  <a:lnTo>
                    <a:pt x="6066351" y="47812"/>
                  </a:lnTo>
                  <a:lnTo>
                    <a:pt x="6070590" y="47812"/>
                  </a:lnTo>
                  <a:lnTo>
                    <a:pt x="6070590" y="47812"/>
                  </a:lnTo>
                  <a:lnTo>
                    <a:pt x="6074830" y="47812"/>
                  </a:lnTo>
                  <a:lnTo>
                    <a:pt x="6074830" y="47812"/>
                  </a:lnTo>
                  <a:lnTo>
                    <a:pt x="6079069" y="47812"/>
                  </a:lnTo>
                  <a:lnTo>
                    <a:pt x="6079069" y="47812"/>
                  </a:lnTo>
                  <a:lnTo>
                    <a:pt x="6083308" y="47812"/>
                  </a:lnTo>
                  <a:lnTo>
                    <a:pt x="6083308" y="47119"/>
                  </a:lnTo>
                  <a:lnTo>
                    <a:pt x="6087547" y="47119"/>
                  </a:lnTo>
                  <a:lnTo>
                    <a:pt x="6087547" y="45039"/>
                  </a:lnTo>
                  <a:lnTo>
                    <a:pt x="6091787" y="45039"/>
                  </a:lnTo>
                  <a:lnTo>
                    <a:pt x="6091787" y="44345"/>
                  </a:lnTo>
                  <a:lnTo>
                    <a:pt x="6096026" y="44345"/>
                  </a:lnTo>
                  <a:lnTo>
                    <a:pt x="6096026" y="44345"/>
                  </a:lnTo>
                  <a:lnTo>
                    <a:pt x="6104504" y="44345"/>
                  </a:lnTo>
                  <a:lnTo>
                    <a:pt x="6104504" y="44345"/>
                  </a:lnTo>
                  <a:lnTo>
                    <a:pt x="6108744" y="44345"/>
                  </a:lnTo>
                  <a:lnTo>
                    <a:pt x="6108744" y="44345"/>
                  </a:lnTo>
                  <a:lnTo>
                    <a:pt x="6112983" y="44345"/>
                  </a:lnTo>
                  <a:lnTo>
                    <a:pt x="6112983" y="43648"/>
                  </a:lnTo>
                  <a:lnTo>
                    <a:pt x="6117222" y="43648"/>
                  </a:lnTo>
                  <a:lnTo>
                    <a:pt x="6117222" y="43648"/>
                  </a:lnTo>
                  <a:lnTo>
                    <a:pt x="6121461" y="43648"/>
                  </a:lnTo>
                  <a:lnTo>
                    <a:pt x="6121461" y="43648"/>
                  </a:lnTo>
                  <a:lnTo>
                    <a:pt x="6125701" y="43648"/>
                  </a:lnTo>
                  <a:lnTo>
                    <a:pt x="6125701" y="43648"/>
                  </a:lnTo>
                  <a:lnTo>
                    <a:pt x="6129940" y="43648"/>
                  </a:lnTo>
                  <a:lnTo>
                    <a:pt x="6129940" y="43648"/>
                  </a:lnTo>
                  <a:lnTo>
                    <a:pt x="6134179" y="43648"/>
                  </a:lnTo>
                  <a:lnTo>
                    <a:pt x="6134179" y="42950"/>
                  </a:lnTo>
                  <a:lnTo>
                    <a:pt x="6138418" y="42950"/>
                  </a:lnTo>
                  <a:lnTo>
                    <a:pt x="6138418" y="42950"/>
                  </a:lnTo>
                  <a:lnTo>
                    <a:pt x="6142658" y="42950"/>
                  </a:lnTo>
                  <a:lnTo>
                    <a:pt x="6142658" y="42950"/>
                  </a:lnTo>
                  <a:lnTo>
                    <a:pt x="6146897" y="42950"/>
                  </a:lnTo>
                  <a:lnTo>
                    <a:pt x="6146897" y="42950"/>
                  </a:lnTo>
                  <a:lnTo>
                    <a:pt x="6151136" y="42950"/>
                  </a:lnTo>
                  <a:lnTo>
                    <a:pt x="6151136" y="42950"/>
                  </a:lnTo>
                  <a:lnTo>
                    <a:pt x="6155375" y="42950"/>
                  </a:lnTo>
                  <a:lnTo>
                    <a:pt x="6155375" y="42950"/>
                  </a:lnTo>
                  <a:lnTo>
                    <a:pt x="6159615" y="42950"/>
                  </a:lnTo>
                  <a:lnTo>
                    <a:pt x="6159615" y="42950"/>
                  </a:lnTo>
                  <a:lnTo>
                    <a:pt x="6163854" y="42950"/>
                  </a:lnTo>
                  <a:lnTo>
                    <a:pt x="6163854" y="42950"/>
                  </a:lnTo>
                  <a:lnTo>
                    <a:pt x="6168093" y="42950"/>
                  </a:lnTo>
                  <a:lnTo>
                    <a:pt x="6168093" y="41545"/>
                  </a:lnTo>
                  <a:lnTo>
                    <a:pt x="6172332" y="41545"/>
                  </a:lnTo>
                  <a:lnTo>
                    <a:pt x="6172332" y="41545"/>
                  </a:lnTo>
                  <a:lnTo>
                    <a:pt x="6176571" y="41545"/>
                  </a:lnTo>
                  <a:lnTo>
                    <a:pt x="6176571" y="41545"/>
                  </a:lnTo>
                  <a:lnTo>
                    <a:pt x="6180811" y="41545"/>
                  </a:lnTo>
                  <a:lnTo>
                    <a:pt x="6180811" y="41545"/>
                  </a:lnTo>
                  <a:lnTo>
                    <a:pt x="6185050" y="41545"/>
                  </a:lnTo>
                  <a:lnTo>
                    <a:pt x="6185050" y="41545"/>
                  </a:lnTo>
                  <a:lnTo>
                    <a:pt x="6189289" y="41545"/>
                  </a:lnTo>
                  <a:lnTo>
                    <a:pt x="6189289" y="41545"/>
                  </a:lnTo>
                  <a:lnTo>
                    <a:pt x="6193528" y="41545"/>
                  </a:lnTo>
                  <a:lnTo>
                    <a:pt x="6193528" y="40839"/>
                  </a:lnTo>
                  <a:lnTo>
                    <a:pt x="6202007" y="40839"/>
                  </a:lnTo>
                  <a:lnTo>
                    <a:pt x="6202007" y="40839"/>
                  </a:lnTo>
                  <a:lnTo>
                    <a:pt x="6206246" y="40839"/>
                  </a:lnTo>
                  <a:lnTo>
                    <a:pt x="6206246" y="40839"/>
                  </a:lnTo>
                  <a:lnTo>
                    <a:pt x="6210485" y="40839"/>
                  </a:lnTo>
                  <a:lnTo>
                    <a:pt x="6210485" y="40839"/>
                  </a:lnTo>
                  <a:lnTo>
                    <a:pt x="6214725" y="40839"/>
                  </a:lnTo>
                  <a:lnTo>
                    <a:pt x="6214725" y="40839"/>
                  </a:lnTo>
                  <a:lnTo>
                    <a:pt x="6223203" y="40839"/>
                  </a:lnTo>
                  <a:lnTo>
                    <a:pt x="6223203" y="40839"/>
                  </a:lnTo>
                  <a:lnTo>
                    <a:pt x="6227442" y="40839"/>
                  </a:lnTo>
                  <a:lnTo>
                    <a:pt x="6227442" y="40839"/>
                  </a:lnTo>
                  <a:lnTo>
                    <a:pt x="6231682" y="40839"/>
                  </a:lnTo>
                  <a:lnTo>
                    <a:pt x="6231682" y="40839"/>
                  </a:lnTo>
                  <a:lnTo>
                    <a:pt x="6235921" y="40839"/>
                  </a:lnTo>
                  <a:lnTo>
                    <a:pt x="6235921" y="40839"/>
                  </a:lnTo>
                  <a:lnTo>
                    <a:pt x="6240160" y="40839"/>
                  </a:lnTo>
                  <a:lnTo>
                    <a:pt x="6240160" y="40839"/>
                  </a:lnTo>
                  <a:lnTo>
                    <a:pt x="6244399" y="40839"/>
                  </a:lnTo>
                  <a:lnTo>
                    <a:pt x="6244399" y="40839"/>
                  </a:lnTo>
                  <a:lnTo>
                    <a:pt x="6252878" y="40839"/>
                  </a:lnTo>
                  <a:lnTo>
                    <a:pt x="6252878" y="40125"/>
                  </a:lnTo>
                  <a:lnTo>
                    <a:pt x="6257117" y="40125"/>
                  </a:lnTo>
                  <a:lnTo>
                    <a:pt x="6257117" y="39411"/>
                  </a:lnTo>
                  <a:lnTo>
                    <a:pt x="6261356" y="39411"/>
                  </a:lnTo>
                  <a:lnTo>
                    <a:pt x="6261356" y="37982"/>
                  </a:lnTo>
                  <a:lnTo>
                    <a:pt x="6265596" y="37982"/>
                  </a:lnTo>
                  <a:lnTo>
                    <a:pt x="6265596" y="37982"/>
                  </a:lnTo>
                  <a:lnTo>
                    <a:pt x="6269835" y="37982"/>
                  </a:lnTo>
                  <a:lnTo>
                    <a:pt x="6269835" y="37982"/>
                  </a:lnTo>
                  <a:lnTo>
                    <a:pt x="6274074" y="37982"/>
                  </a:lnTo>
                  <a:lnTo>
                    <a:pt x="6274074" y="37982"/>
                  </a:lnTo>
                  <a:lnTo>
                    <a:pt x="6278313" y="37982"/>
                  </a:lnTo>
                  <a:lnTo>
                    <a:pt x="6278313" y="37982"/>
                  </a:lnTo>
                  <a:lnTo>
                    <a:pt x="6282552" y="37982"/>
                  </a:lnTo>
                  <a:lnTo>
                    <a:pt x="6282552" y="37982"/>
                  </a:lnTo>
                  <a:lnTo>
                    <a:pt x="6286792" y="37982"/>
                  </a:lnTo>
                  <a:lnTo>
                    <a:pt x="6286792" y="37982"/>
                  </a:lnTo>
                  <a:lnTo>
                    <a:pt x="6291031" y="37982"/>
                  </a:lnTo>
                  <a:lnTo>
                    <a:pt x="6291031" y="37982"/>
                  </a:lnTo>
                  <a:lnTo>
                    <a:pt x="6295270" y="37982"/>
                  </a:lnTo>
                  <a:lnTo>
                    <a:pt x="6295270" y="37982"/>
                  </a:lnTo>
                  <a:lnTo>
                    <a:pt x="6299509" y="37982"/>
                  </a:lnTo>
                  <a:lnTo>
                    <a:pt x="6299509" y="37982"/>
                  </a:lnTo>
                  <a:lnTo>
                    <a:pt x="6303749" y="37982"/>
                  </a:lnTo>
                  <a:lnTo>
                    <a:pt x="6303749" y="37982"/>
                  </a:lnTo>
                  <a:lnTo>
                    <a:pt x="6316466" y="37982"/>
                  </a:lnTo>
                  <a:lnTo>
                    <a:pt x="6316466" y="37982"/>
                  </a:lnTo>
                  <a:lnTo>
                    <a:pt x="6320706" y="37982"/>
                  </a:lnTo>
                  <a:lnTo>
                    <a:pt x="6320706" y="37259"/>
                  </a:lnTo>
                  <a:lnTo>
                    <a:pt x="6329184" y="37259"/>
                  </a:lnTo>
                  <a:lnTo>
                    <a:pt x="6329184" y="37259"/>
                  </a:lnTo>
                  <a:lnTo>
                    <a:pt x="6333423" y="37259"/>
                  </a:lnTo>
                  <a:lnTo>
                    <a:pt x="6333423" y="37259"/>
                  </a:lnTo>
                  <a:lnTo>
                    <a:pt x="6337663" y="37259"/>
                  </a:lnTo>
                  <a:lnTo>
                    <a:pt x="6337663" y="37259"/>
                  </a:lnTo>
                  <a:lnTo>
                    <a:pt x="6341902" y="37259"/>
                  </a:lnTo>
                  <a:lnTo>
                    <a:pt x="6341902" y="37259"/>
                  </a:lnTo>
                  <a:lnTo>
                    <a:pt x="6346141" y="37259"/>
                  </a:lnTo>
                  <a:lnTo>
                    <a:pt x="6346141" y="37259"/>
                  </a:lnTo>
                  <a:lnTo>
                    <a:pt x="6350380" y="37259"/>
                  </a:lnTo>
                  <a:lnTo>
                    <a:pt x="6350380" y="37259"/>
                  </a:lnTo>
                  <a:lnTo>
                    <a:pt x="6354620" y="37259"/>
                  </a:lnTo>
                  <a:lnTo>
                    <a:pt x="6354620" y="37259"/>
                  </a:lnTo>
                  <a:lnTo>
                    <a:pt x="6358859" y="37259"/>
                  </a:lnTo>
                  <a:lnTo>
                    <a:pt x="6358859" y="37259"/>
                  </a:lnTo>
                  <a:lnTo>
                    <a:pt x="6363098" y="37259"/>
                  </a:lnTo>
                  <a:lnTo>
                    <a:pt x="6363098" y="37259"/>
                  </a:lnTo>
                  <a:lnTo>
                    <a:pt x="6367337" y="37259"/>
                  </a:lnTo>
                  <a:lnTo>
                    <a:pt x="6367337" y="37259"/>
                  </a:lnTo>
                  <a:lnTo>
                    <a:pt x="6371577" y="37259"/>
                  </a:lnTo>
                  <a:lnTo>
                    <a:pt x="6371577" y="36532"/>
                  </a:lnTo>
                  <a:lnTo>
                    <a:pt x="6375816" y="36532"/>
                  </a:lnTo>
                  <a:lnTo>
                    <a:pt x="6375816" y="36532"/>
                  </a:lnTo>
                  <a:lnTo>
                    <a:pt x="6380055" y="36532"/>
                  </a:lnTo>
                  <a:lnTo>
                    <a:pt x="6380055" y="35075"/>
                  </a:lnTo>
                  <a:lnTo>
                    <a:pt x="6384294" y="35075"/>
                  </a:lnTo>
                  <a:lnTo>
                    <a:pt x="6384294" y="35075"/>
                  </a:lnTo>
                  <a:lnTo>
                    <a:pt x="6388533" y="35075"/>
                  </a:lnTo>
                  <a:lnTo>
                    <a:pt x="6388533" y="35075"/>
                  </a:lnTo>
                  <a:lnTo>
                    <a:pt x="6392773" y="35075"/>
                  </a:lnTo>
                  <a:lnTo>
                    <a:pt x="6392773" y="35075"/>
                  </a:lnTo>
                  <a:lnTo>
                    <a:pt x="6397012" y="35075"/>
                  </a:lnTo>
                  <a:lnTo>
                    <a:pt x="6397012" y="35075"/>
                  </a:lnTo>
                  <a:lnTo>
                    <a:pt x="6401251" y="35075"/>
                  </a:lnTo>
                  <a:lnTo>
                    <a:pt x="6401251" y="34341"/>
                  </a:lnTo>
                  <a:lnTo>
                    <a:pt x="6405490" y="34341"/>
                  </a:lnTo>
                  <a:lnTo>
                    <a:pt x="6405490" y="34341"/>
                  </a:lnTo>
                  <a:lnTo>
                    <a:pt x="6409730" y="34341"/>
                  </a:lnTo>
                  <a:lnTo>
                    <a:pt x="6409730" y="34341"/>
                  </a:lnTo>
                  <a:lnTo>
                    <a:pt x="6413969" y="34341"/>
                  </a:lnTo>
                  <a:lnTo>
                    <a:pt x="6413969" y="34341"/>
                  </a:lnTo>
                  <a:lnTo>
                    <a:pt x="6418208" y="34341"/>
                  </a:lnTo>
                  <a:lnTo>
                    <a:pt x="6418208" y="34341"/>
                  </a:lnTo>
                  <a:lnTo>
                    <a:pt x="6422447" y="34341"/>
                  </a:lnTo>
                  <a:lnTo>
                    <a:pt x="6422447" y="34341"/>
                  </a:lnTo>
                  <a:lnTo>
                    <a:pt x="6426687" y="34341"/>
                  </a:lnTo>
                  <a:lnTo>
                    <a:pt x="6426687" y="32867"/>
                  </a:lnTo>
                  <a:lnTo>
                    <a:pt x="6435165" y="32867"/>
                  </a:lnTo>
                  <a:lnTo>
                    <a:pt x="6435165" y="32867"/>
                  </a:lnTo>
                  <a:lnTo>
                    <a:pt x="6439404" y="32867"/>
                  </a:lnTo>
                  <a:lnTo>
                    <a:pt x="6439404" y="32867"/>
                  </a:lnTo>
                  <a:lnTo>
                    <a:pt x="6443644" y="32867"/>
                  </a:lnTo>
                  <a:lnTo>
                    <a:pt x="6443644" y="32867"/>
                  </a:lnTo>
                  <a:lnTo>
                    <a:pt x="6447883" y="32867"/>
                  </a:lnTo>
                  <a:lnTo>
                    <a:pt x="6447883" y="32867"/>
                  </a:lnTo>
                  <a:lnTo>
                    <a:pt x="6452122" y="32867"/>
                  </a:lnTo>
                  <a:lnTo>
                    <a:pt x="6452122" y="32867"/>
                  </a:lnTo>
                  <a:lnTo>
                    <a:pt x="6456361" y="32867"/>
                  </a:lnTo>
                  <a:lnTo>
                    <a:pt x="6456361" y="32867"/>
                  </a:lnTo>
                  <a:lnTo>
                    <a:pt x="6460601" y="32867"/>
                  </a:lnTo>
                  <a:lnTo>
                    <a:pt x="6460601" y="32867"/>
                  </a:lnTo>
                  <a:lnTo>
                    <a:pt x="6464840" y="32867"/>
                  </a:lnTo>
                  <a:lnTo>
                    <a:pt x="6464840" y="32867"/>
                  </a:lnTo>
                  <a:lnTo>
                    <a:pt x="6469079" y="32867"/>
                  </a:lnTo>
                  <a:lnTo>
                    <a:pt x="6469079" y="32124"/>
                  </a:lnTo>
                  <a:lnTo>
                    <a:pt x="6473318" y="32124"/>
                  </a:lnTo>
                  <a:lnTo>
                    <a:pt x="6473318" y="32124"/>
                  </a:lnTo>
                  <a:lnTo>
                    <a:pt x="6477557" y="32124"/>
                  </a:lnTo>
                  <a:lnTo>
                    <a:pt x="6477557" y="32124"/>
                  </a:lnTo>
                  <a:lnTo>
                    <a:pt x="6481797" y="32124"/>
                  </a:lnTo>
                  <a:lnTo>
                    <a:pt x="6481797" y="32124"/>
                  </a:lnTo>
                  <a:lnTo>
                    <a:pt x="6486036" y="32124"/>
                  </a:lnTo>
                  <a:lnTo>
                    <a:pt x="6486036" y="32124"/>
                  </a:lnTo>
                  <a:lnTo>
                    <a:pt x="6490275" y="32124"/>
                  </a:lnTo>
                  <a:lnTo>
                    <a:pt x="6490275" y="32124"/>
                  </a:lnTo>
                  <a:lnTo>
                    <a:pt x="6494514" y="32124"/>
                  </a:lnTo>
                  <a:lnTo>
                    <a:pt x="6494514" y="32124"/>
                  </a:lnTo>
                  <a:lnTo>
                    <a:pt x="6498754" y="32124"/>
                  </a:lnTo>
                  <a:lnTo>
                    <a:pt x="6498754" y="32124"/>
                  </a:lnTo>
                  <a:lnTo>
                    <a:pt x="6507232" y="32124"/>
                  </a:lnTo>
                  <a:lnTo>
                    <a:pt x="6507232" y="32124"/>
                  </a:lnTo>
                  <a:lnTo>
                    <a:pt x="6511471" y="32124"/>
                  </a:lnTo>
                  <a:lnTo>
                    <a:pt x="6511471" y="32124"/>
                  </a:lnTo>
                  <a:lnTo>
                    <a:pt x="6515711" y="32124"/>
                  </a:lnTo>
                  <a:lnTo>
                    <a:pt x="6515711" y="32124"/>
                  </a:lnTo>
                  <a:lnTo>
                    <a:pt x="6519950" y="32124"/>
                  </a:lnTo>
                  <a:lnTo>
                    <a:pt x="6519950" y="32124"/>
                  </a:lnTo>
                  <a:lnTo>
                    <a:pt x="6524189" y="32124"/>
                  </a:lnTo>
                  <a:lnTo>
                    <a:pt x="6524189" y="32124"/>
                  </a:lnTo>
                  <a:lnTo>
                    <a:pt x="6528428" y="32124"/>
                  </a:lnTo>
                  <a:lnTo>
                    <a:pt x="6528428" y="31372"/>
                  </a:lnTo>
                  <a:lnTo>
                    <a:pt x="6532668" y="31372"/>
                  </a:lnTo>
                  <a:lnTo>
                    <a:pt x="6532668" y="31372"/>
                  </a:lnTo>
                  <a:lnTo>
                    <a:pt x="6536907" y="31372"/>
                  </a:lnTo>
                  <a:lnTo>
                    <a:pt x="6536907" y="31372"/>
                  </a:lnTo>
                  <a:lnTo>
                    <a:pt x="6541146" y="31372"/>
                  </a:lnTo>
                  <a:lnTo>
                    <a:pt x="6541146" y="31372"/>
                  </a:lnTo>
                  <a:lnTo>
                    <a:pt x="6545385" y="31372"/>
                  </a:lnTo>
                  <a:lnTo>
                    <a:pt x="6545385" y="31372"/>
                  </a:lnTo>
                  <a:lnTo>
                    <a:pt x="6549625" y="31372"/>
                  </a:lnTo>
                  <a:lnTo>
                    <a:pt x="6549625" y="31372"/>
                  </a:lnTo>
                  <a:lnTo>
                    <a:pt x="6553864" y="31372"/>
                  </a:lnTo>
                  <a:lnTo>
                    <a:pt x="6553864" y="31372"/>
                  </a:lnTo>
                  <a:lnTo>
                    <a:pt x="6558103" y="31372"/>
                  </a:lnTo>
                  <a:lnTo>
                    <a:pt x="6558103" y="31372"/>
                  </a:lnTo>
                  <a:lnTo>
                    <a:pt x="6562342" y="31372"/>
                  </a:lnTo>
                  <a:lnTo>
                    <a:pt x="6562342" y="31372"/>
                  </a:lnTo>
                  <a:lnTo>
                    <a:pt x="6570821" y="31372"/>
                  </a:lnTo>
                  <a:lnTo>
                    <a:pt x="6570821" y="31372"/>
                  </a:lnTo>
                  <a:lnTo>
                    <a:pt x="6575060" y="31372"/>
                  </a:lnTo>
                  <a:lnTo>
                    <a:pt x="6575060" y="30613"/>
                  </a:lnTo>
                  <a:lnTo>
                    <a:pt x="6579299" y="30613"/>
                  </a:lnTo>
                  <a:lnTo>
                    <a:pt x="6579299" y="30613"/>
                  </a:lnTo>
                  <a:lnTo>
                    <a:pt x="6583538" y="30613"/>
                  </a:lnTo>
                  <a:lnTo>
                    <a:pt x="6583538" y="30613"/>
                  </a:lnTo>
                  <a:lnTo>
                    <a:pt x="6587778" y="30613"/>
                  </a:lnTo>
                  <a:lnTo>
                    <a:pt x="6587778" y="29852"/>
                  </a:lnTo>
                  <a:lnTo>
                    <a:pt x="6592017" y="29852"/>
                  </a:lnTo>
                  <a:lnTo>
                    <a:pt x="6592017" y="29852"/>
                  </a:lnTo>
                  <a:lnTo>
                    <a:pt x="6596256" y="29852"/>
                  </a:lnTo>
                  <a:lnTo>
                    <a:pt x="6596256" y="29852"/>
                  </a:lnTo>
                  <a:lnTo>
                    <a:pt x="6604735" y="29852"/>
                  </a:lnTo>
                  <a:lnTo>
                    <a:pt x="6604735" y="29852"/>
                  </a:lnTo>
                  <a:lnTo>
                    <a:pt x="6608974" y="29852"/>
                  </a:lnTo>
                  <a:lnTo>
                    <a:pt x="6608974" y="29852"/>
                  </a:lnTo>
                  <a:lnTo>
                    <a:pt x="6613213" y="29852"/>
                  </a:lnTo>
                  <a:lnTo>
                    <a:pt x="6613213" y="29852"/>
                  </a:lnTo>
                  <a:lnTo>
                    <a:pt x="6617452" y="29852"/>
                  </a:lnTo>
                  <a:lnTo>
                    <a:pt x="6617452" y="29852"/>
                  </a:lnTo>
                  <a:lnTo>
                    <a:pt x="6621692" y="29852"/>
                  </a:lnTo>
                  <a:lnTo>
                    <a:pt x="6621692" y="29852"/>
                  </a:lnTo>
                  <a:lnTo>
                    <a:pt x="6625931" y="29852"/>
                  </a:lnTo>
                  <a:lnTo>
                    <a:pt x="6625931" y="29852"/>
                  </a:lnTo>
                  <a:lnTo>
                    <a:pt x="6630170" y="29852"/>
                  </a:lnTo>
                  <a:lnTo>
                    <a:pt x="6630170" y="29852"/>
                  </a:lnTo>
                  <a:lnTo>
                    <a:pt x="6634409" y="29852"/>
                  </a:lnTo>
                  <a:lnTo>
                    <a:pt x="6634409" y="29083"/>
                  </a:lnTo>
                  <a:lnTo>
                    <a:pt x="6638649" y="29083"/>
                  </a:lnTo>
                  <a:lnTo>
                    <a:pt x="6638649" y="29083"/>
                  </a:lnTo>
                  <a:lnTo>
                    <a:pt x="6642888" y="29083"/>
                  </a:lnTo>
                  <a:lnTo>
                    <a:pt x="6642888" y="29083"/>
                  </a:lnTo>
                  <a:lnTo>
                    <a:pt x="6647127" y="29083"/>
                  </a:lnTo>
                  <a:lnTo>
                    <a:pt x="6647127" y="28311"/>
                  </a:lnTo>
                  <a:lnTo>
                    <a:pt x="6651366" y="28311"/>
                  </a:lnTo>
                  <a:lnTo>
                    <a:pt x="6651366" y="28311"/>
                  </a:lnTo>
                  <a:lnTo>
                    <a:pt x="6655606" y="28311"/>
                  </a:lnTo>
                  <a:lnTo>
                    <a:pt x="6655606" y="28311"/>
                  </a:lnTo>
                  <a:lnTo>
                    <a:pt x="6659845" y="28311"/>
                  </a:lnTo>
                  <a:lnTo>
                    <a:pt x="6659845" y="28311"/>
                  </a:lnTo>
                  <a:lnTo>
                    <a:pt x="6664084" y="28311"/>
                  </a:lnTo>
                  <a:lnTo>
                    <a:pt x="6664084" y="27537"/>
                  </a:lnTo>
                  <a:lnTo>
                    <a:pt x="6672563" y="27537"/>
                  </a:lnTo>
                  <a:lnTo>
                    <a:pt x="6672563" y="27537"/>
                  </a:lnTo>
                  <a:lnTo>
                    <a:pt x="6676802" y="27537"/>
                  </a:lnTo>
                  <a:lnTo>
                    <a:pt x="6676802" y="26762"/>
                  </a:lnTo>
                  <a:lnTo>
                    <a:pt x="6681041" y="26762"/>
                  </a:lnTo>
                  <a:lnTo>
                    <a:pt x="6681041" y="26762"/>
                  </a:lnTo>
                  <a:lnTo>
                    <a:pt x="6685280" y="26762"/>
                  </a:lnTo>
                  <a:lnTo>
                    <a:pt x="6685280" y="26762"/>
                  </a:lnTo>
                  <a:lnTo>
                    <a:pt x="6693759" y="26762"/>
                  </a:lnTo>
                  <a:lnTo>
                    <a:pt x="6693759" y="26762"/>
                  </a:lnTo>
                  <a:lnTo>
                    <a:pt x="6697998" y="26762"/>
                  </a:lnTo>
                  <a:lnTo>
                    <a:pt x="6697998" y="25207"/>
                  </a:lnTo>
                  <a:lnTo>
                    <a:pt x="6702237" y="25207"/>
                  </a:lnTo>
                  <a:lnTo>
                    <a:pt x="6702237" y="24430"/>
                  </a:lnTo>
                  <a:lnTo>
                    <a:pt x="6706476" y="24430"/>
                  </a:lnTo>
                  <a:lnTo>
                    <a:pt x="6706476" y="23652"/>
                  </a:lnTo>
                  <a:lnTo>
                    <a:pt x="6714955" y="23652"/>
                  </a:lnTo>
                  <a:lnTo>
                    <a:pt x="6714955" y="23652"/>
                  </a:lnTo>
                  <a:lnTo>
                    <a:pt x="6719194" y="23652"/>
                  </a:lnTo>
                  <a:lnTo>
                    <a:pt x="6719194" y="23652"/>
                  </a:lnTo>
                  <a:lnTo>
                    <a:pt x="6723433" y="23652"/>
                  </a:lnTo>
                  <a:lnTo>
                    <a:pt x="6723433" y="23652"/>
                  </a:lnTo>
                  <a:lnTo>
                    <a:pt x="6727673" y="23652"/>
                  </a:lnTo>
                  <a:lnTo>
                    <a:pt x="6727673" y="23652"/>
                  </a:lnTo>
                  <a:lnTo>
                    <a:pt x="6731912" y="23652"/>
                  </a:lnTo>
                  <a:lnTo>
                    <a:pt x="6731912" y="23652"/>
                  </a:lnTo>
                  <a:lnTo>
                    <a:pt x="6736151" y="23652"/>
                  </a:lnTo>
                  <a:lnTo>
                    <a:pt x="6736151" y="23652"/>
                  </a:lnTo>
                  <a:lnTo>
                    <a:pt x="6744630" y="23652"/>
                  </a:lnTo>
                  <a:lnTo>
                    <a:pt x="6744630" y="23652"/>
                  </a:lnTo>
                  <a:lnTo>
                    <a:pt x="6748869" y="23652"/>
                  </a:lnTo>
                  <a:lnTo>
                    <a:pt x="6748869" y="23652"/>
                  </a:lnTo>
                  <a:lnTo>
                    <a:pt x="6757347" y="23652"/>
                  </a:lnTo>
                  <a:lnTo>
                    <a:pt x="6757347" y="23652"/>
                  </a:lnTo>
                  <a:lnTo>
                    <a:pt x="6761587" y="23652"/>
                  </a:lnTo>
                  <a:lnTo>
                    <a:pt x="6761587" y="22866"/>
                  </a:lnTo>
                  <a:lnTo>
                    <a:pt x="6765826" y="22866"/>
                  </a:lnTo>
                  <a:lnTo>
                    <a:pt x="6765826" y="22866"/>
                  </a:lnTo>
                  <a:lnTo>
                    <a:pt x="6770065" y="22866"/>
                  </a:lnTo>
                  <a:lnTo>
                    <a:pt x="6770065" y="22866"/>
                  </a:lnTo>
                  <a:lnTo>
                    <a:pt x="6774304" y="22866"/>
                  </a:lnTo>
                  <a:lnTo>
                    <a:pt x="6774304" y="22866"/>
                  </a:lnTo>
                  <a:lnTo>
                    <a:pt x="6778543" y="22866"/>
                  </a:lnTo>
                  <a:lnTo>
                    <a:pt x="6778543" y="22866"/>
                  </a:lnTo>
                  <a:lnTo>
                    <a:pt x="6782783" y="22866"/>
                  </a:lnTo>
                  <a:lnTo>
                    <a:pt x="6782783" y="22866"/>
                  </a:lnTo>
                  <a:lnTo>
                    <a:pt x="6791261" y="22866"/>
                  </a:lnTo>
                  <a:lnTo>
                    <a:pt x="6791261" y="22866"/>
                  </a:lnTo>
                  <a:lnTo>
                    <a:pt x="6795500" y="22866"/>
                  </a:lnTo>
                  <a:lnTo>
                    <a:pt x="6795500" y="22866"/>
                  </a:lnTo>
                  <a:lnTo>
                    <a:pt x="6799740" y="22866"/>
                  </a:lnTo>
                  <a:lnTo>
                    <a:pt x="6799740" y="22075"/>
                  </a:lnTo>
                  <a:lnTo>
                    <a:pt x="6803979" y="22075"/>
                  </a:lnTo>
                  <a:lnTo>
                    <a:pt x="6803979" y="22075"/>
                  </a:lnTo>
                  <a:lnTo>
                    <a:pt x="6808218" y="22075"/>
                  </a:lnTo>
                  <a:lnTo>
                    <a:pt x="6808218" y="22075"/>
                  </a:lnTo>
                  <a:lnTo>
                    <a:pt x="6812457" y="22075"/>
                  </a:lnTo>
                  <a:lnTo>
                    <a:pt x="6812457" y="22075"/>
                  </a:lnTo>
                  <a:lnTo>
                    <a:pt x="6816697" y="22075"/>
                  </a:lnTo>
                  <a:lnTo>
                    <a:pt x="6816697" y="22075"/>
                  </a:lnTo>
                  <a:lnTo>
                    <a:pt x="6820936" y="22075"/>
                  </a:lnTo>
                  <a:lnTo>
                    <a:pt x="6820936" y="22075"/>
                  </a:lnTo>
                  <a:lnTo>
                    <a:pt x="6825175" y="22075"/>
                  </a:lnTo>
                  <a:lnTo>
                    <a:pt x="6825175" y="22075"/>
                  </a:lnTo>
                  <a:lnTo>
                    <a:pt x="6829414" y="22075"/>
                  </a:lnTo>
                  <a:lnTo>
                    <a:pt x="6829414" y="21278"/>
                  </a:lnTo>
                  <a:lnTo>
                    <a:pt x="6833654" y="21278"/>
                  </a:lnTo>
                  <a:lnTo>
                    <a:pt x="6833654" y="20482"/>
                  </a:lnTo>
                  <a:lnTo>
                    <a:pt x="6837893" y="20482"/>
                  </a:lnTo>
                  <a:lnTo>
                    <a:pt x="6837893" y="20482"/>
                  </a:lnTo>
                  <a:lnTo>
                    <a:pt x="6842132" y="20482"/>
                  </a:lnTo>
                  <a:lnTo>
                    <a:pt x="6842132" y="20482"/>
                  </a:lnTo>
                  <a:lnTo>
                    <a:pt x="6846371" y="20482"/>
                  </a:lnTo>
                  <a:lnTo>
                    <a:pt x="6846371" y="20482"/>
                  </a:lnTo>
                  <a:lnTo>
                    <a:pt x="6854850" y="20482"/>
                  </a:lnTo>
                  <a:lnTo>
                    <a:pt x="6854850" y="20482"/>
                  </a:lnTo>
                  <a:lnTo>
                    <a:pt x="6859089" y="20482"/>
                  </a:lnTo>
                  <a:lnTo>
                    <a:pt x="6859089" y="20482"/>
                  </a:lnTo>
                  <a:lnTo>
                    <a:pt x="6867568" y="20482"/>
                  </a:lnTo>
                  <a:lnTo>
                    <a:pt x="6867568" y="20482"/>
                  </a:lnTo>
                  <a:lnTo>
                    <a:pt x="6871807" y="20482"/>
                  </a:lnTo>
                  <a:lnTo>
                    <a:pt x="6871807" y="20482"/>
                  </a:lnTo>
                  <a:lnTo>
                    <a:pt x="6876046" y="20482"/>
                  </a:lnTo>
                  <a:lnTo>
                    <a:pt x="6876046" y="20482"/>
                  </a:lnTo>
                  <a:lnTo>
                    <a:pt x="6880285" y="20482"/>
                  </a:lnTo>
                  <a:lnTo>
                    <a:pt x="6880285" y="20482"/>
                  </a:lnTo>
                  <a:lnTo>
                    <a:pt x="6884524" y="20482"/>
                  </a:lnTo>
                  <a:lnTo>
                    <a:pt x="6884524" y="19680"/>
                  </a:lnTo>
                  <a:lnTo>
                    <a:pt x="6888764" y="19680"/>
                  </a:lnTo>
                  <a:lnTo>
                    <a:pt x="6888764" y="18878"/>
                  </a:lnTo>
                  <a:lnTo>
                    <a:pt x="6897242" y="18878"/>
                  </a:lnTo>
                  <a:lnTo>
                    <a:pt x="6897242" y="18878"/>
                  </a:lnTo>
                  <a:lnTo>
                    <a:pt x="6901481" y="18878"/>
                  </a:lnTo>
                  <a:lnTo>
                    <a:pt x="6901481" y="18878"/>
                  </a:lnTo>
                  <a:lnTo>
                    <a:pt x="6905721" y="18878"/>
                  </a:lnTo>
                  <a:lnTo>
                    <a:pt x="6905721" y="18878"/>
                  </a:lnTo>
                  <a:lnTo>
                    <a:pt x="6914199" y="18878"/>
                  </a:lnTo>
                  <a:lnTo>
                    <a:pt x="6914199" y="18878"/>
                  </a:lnTo>
                  <a:lnTo>
                    <a:pt x="6918438" y="18878"/>
                  </a:lnTo>
                  <a:lnTo>
                    <a:pt x="6918438" y="18070"/>
                  </a:lnTo>
                  <a:lnTo>
                    <a:pt x="6922678" y="18070"/>
                  </a:lnTo>
                  <a:lnTo>
                    <a:pt x="6922678" y="18070"/>
                  </a:lnTo>
                  <a:lnTo>
                    <a:pt x="6926917" y="18070"/>
                  </a:lnTo>
                  <a:lnTo>
                    <a:pt x="6926917" y="18070"/>
                  </a:lnTo>
                  <a:lnTo>
                    <a:pt x="6931156" y="18070"/>
                  </a:lnTo>
                  <a:lnTo>
                    <a:pt x="6931156" y="18070"/>
                  </a:lnTo>
                  <a:lnTo>
                    <a:pt x="6939635" y="18070"/>
                  </a:lnTo>
                  <a:lnTo>
                    <a:pt x="6939635" y="18070"/>
                  </a:lnTo>
                  <a:lnTo>
                    <a:pt x="6943874" y="18070"/>
                  </a:lnTo>
                  <a:lnTo>
                    <a:pt x="6943874" y="17260"/>
                  </a:lnTo>
                  <a:lnTo>
                    <a:pt x="6948113" y="17260"/>
                  </a:lnTo>
                  <a:lnTo>
                    <a:pt x="6948113" y="17260"/>
                  </a:lnTo>
                  <a:lnTo>
                    <a:pt x="6956592" y="17260"/>
                  </a:lnTo>
                  <a:lnTo>
                    <a:pt x="6956592" y="17260"/>
                  </a:lnTo>
                  <a:lnTo>
                    <a:pt x="6960831" y="17260"/>
                  </a:lnTo>
                  <a:lnTo>
                    <a:pt x="6960831" y="16449"/>
                  </a:lnTo>
                  <a:lnTo>
                    <a:pt x="6969309" y="16449"/>
                  </a:lnTo>
                  <a:lnTo>
                    <a:pt x="6969309" y="16449"/>
                  </a:lnTo>
                  <a:lnTo>
                    <a:pt x="6973549" y="16449"/>
                  </a:lnTo>
                  <a:lnTo>
                    <a:pt x="6973549" y="15636"/>
                  </a:lnTo>
                  <a:lnTo>
                    <a:pt x="6977788" y="15636"/>
                  </a:lnTo>
                  <a:lnTo>
                    <a:pt x="6977788" y="15636"/>
                  </a:lnTo>
                  <a:lnTo>
                    <a:pt x="6982027" y="15636"/>
                  </a:lnTo>
                  <a:lnTo>
                    <a:pt x="6982027" y="15636"/>
                  </a:lnTo>
                  <a:lnTo>
                    <a:pt x="6990505" y="15636"/>
                  </a:lnTo>
                  <a:lnTo>
                    <a:pt x="6990505" y="15636"/>
                  </a:lnTo>
                  <a:lnTo>
                    <a:pt x="6994745" y="15636"/>
                  </a:lnTo>
                  <a:lnTo>
                    <a:pt x="6994745" y="15636"/>
                  </a:lnTo>
                  <a:lnTo>
                    <a:pt x="6998984" y="15636"/>
                  </a:lnTo>
                  <a:lnTo>
                    <a:pt x="6998984" y="14822"/>
                  </a:lnTo>
                  <a:lnTo>
                    <a:pt x="7003223" y="14822"/>
                  </a:lnTo>
                  <a:lnTo>
                    <a:pt x="7003223" y="14822"/>
                  </a:lnTo>
                  <a:lnTo>
                    <a:pt x="7007462" y="14822"/>
                  </a:lnTo>
                  <a:lnTo>
                    <a:pt x="7007462" y="14822"/>
                  </a:lnTo>
                  <a:lnTo>
                    <a:pt x="7011702" y="14822"/>
                  </a:lnTo>
                  <a:lnTo>
                    <a:pt x="7011702" y="14822"/>
                  </a:lnTo>
                  <a:lnTo>
                    <a:pt x="7015941" y="14822"/>
                  </a:lnTo>
                  <a:lnTo>
                    <a:pt x="7015941" y="14822"/>
                  </a:lnTo>
                  <a:lnTo>
                    <a:pt x="7020180" y="14822"/>
                  </a:lnTo>
                  <a:lnTo>
                    <a:pt x="7020180" y="14822"/>
                  </a:lnTo>
                  <a:lnTo>
                    <a:pt x="7028659" y="14822"/>
                  </a:lnTo>
                  <a:lnTo>
                    <a:pt x="7028659" y="14822"/>
                  </a:lnTo>
                  <a:lnTo>
                    <a:pt x="7032898" y="14822"/>
                  </a:lnTo>
                  <a:lnTo>
                    <a:pt x="7032898" y="14822"/>
                  </a:lnTo>
                  <a:lnTo>
                    <a:pt x="7037137" y="14822"/>
                  </a:lnTo>
                  <a:lnTo>
                    <a:pt x="7037137" y="14822"/>
                  </a:lnTo>
                  <a:lnTo>
                    <a:pt x="7041376" y="14822"/>
                  </a:lnTo>
                  <a:lnTo>
                    <a:pt x="7041376" y="14822"/>
                  </a:lnTo>
                  <a:lnTo>
                    <a:pt x="7045616" y="14822"/>
                  </a:lnTo>
                  <a:lnTo>
                    <a:pt x="7045616" y="14822"/>
                  </a:lnTo>
                  <a:lnTo>
                    <a:pt x="7049855" y="14822"/>
                  </a:lnTo>
                  <a:lnTo>
                    <a:pt x="7049855" y="14822"/>
                  </a:lnTo>
                  <a:lnTo>
                    <a:pt x="7054094" y="14822"/>
                  </a:lnTo>
                  <a:lnTo>
                    <a:pt x="7054094" y="14822"/>
                  </a:lnTo>
                  <a:lnTo>
                    <a:pt x="7062573" y="14822"/>
                  </a:lnTo>
                  <a:lnTo>
                    <a:pt x="7062573" y="14822"/>
                  </a:lnTo>
                  <a:lnTo>
                    <a:pt x="7066812" y="14822"/>
                  </a:lnTo>
                  <a:lnTo>
                    <a:pt x="7066812" y="14822"/>
                  </a:lnTo>
                  <a:lnTo>
                    <a:pt x="7071051" y="14822"/>
                  </a:lnTo>
                  <a:lnTo>
                    <a:pt x="7071051" y="14822"/>
                  </a:lnTo>
                  <a:lnTo>
                    <a:pt x="7075290" y="14822"/>
                  </a:lnTo>
                  <a:lnTo>
                    <a:pt x="7075290" y="14822"/>
                  </a:lnTo>
                  <a:lnTo>
                    <a:pt x="7079530" y="14822"/>
                  </a:lnTo>
                  <a:lnTo>
                    <a:pt x="7079530" y="14822"/>
                  </a:lnTo>
                  <a:lnTo>
                    <a:pt x="7083769" y="14822"/>
                  </a:lnTo>
                  <a:lnTo>
                    <a:pt x="7083769" y="14822"/>
                  </a:lnTo>
                  <a:lnTo>
                    <a:pt x="7092247" y="14822"/>
                  </a:lnTo>
                  <a:lnTo>
                    <a:pt x="7092247" y="13998"/>
                  </a:lnTo>
                  <a:lnTo>
                    <a:pt x="7096486" y="13998"/>
                  </a:lnTo>
                  <a:lnTo>
                    <a:pt x="7096486" y="13998"/>
                  </a:lnTo>
                  <a:lnTo>
                    <a:pt x="7100726" y="13998"/>
                  </a:lnTo>
                  <a:lnTo>
                    <a:pt x="7100726" y="13998"/>
                  </a:lnTo>
                  <a:lnTo>
                    <a:pt x="7104965" y="13998"/>
                  </a:lnTo>
                  <a:lnTo>
                    <a:pt x="7104965" y="13998"/>
                  </a:lnTo>
                  <a:lnTo>
                    <a:pt x="7109204" y="13998"/>
                  </a:lnTo>
                  <a:lnTo>
                    <a:pt x="7109204" y="13998"/>
                  </a:lnTo>
                  <a:lnTo>
                    <a:pt x="7113443" y="13998"/>
                  </a:lnTo>
                  <a:lnTo>
                    <a:pt x="7113443" y="13998"/>
                  </a:lnTo>
                  <a:lnTo>
                    <a:pt x="7117683" y="13998"/>
                  </a:lnTo>
                  <a:lnTo>
                    <a:pt x="7117683" y="13998"/>
                  </a:lnTo>
                  <a:lnTo>
                    <a:pt x="7121922" y="13998"/>
                  </a:lnTo>
                  <a:lnTo>
                    <a:pt x="7121922" y="13998"/>
                  </a:lnTo>
                  <a:lnTo>
                    <a:pt x="7126161" y="13998"/>
                  </a:lnTo>
                  <a:lnTo>
                    <a:pt x="7126161" y="13998"/>
                  </a:lnTo>
                  <a:lnTo>
                    <a:pt x="7130400" y="13998"/>
                  </a:lnTo>
                  <a:lnTo>
                    <a:pt x="7130400" y="13998"/>
                  </a:lnTo>
                  <a:lnTo>
                    <a:pt x="7138879" y="13998"/>
                  </a:lnTo>
                  <a:lnTo>
                    <a:pt x="7138879" y="13998"/>
                  </a:lnTo>
                  <a:lnTo>
                    <a:pt x="7143118" y="13998"/>
                  </a:lnTo>
                  <a:lnTo>
                    <a:pt x="7143118" y="13998"/>
                  </a:lnTo>
                  <a:lnTo>
                    <a:pt x="7151597" y="13998"/>
                  </a:lnTo>
                  <a:lnTo>
                    <a:pt x="7151597" y="13998"/>
                  </a:lnTo>
                  <a:lnTo>
                    <a:pt x="7155836" y="13998"/>
                  </a:lnTo>
                  <a:lnTo>
                    <a:pt x="7155836" y="13998"/>
                  </a:lnTo>
                  <a:lnTo>
                    <a:pt x="7160075" y="13998"/>
                  </a:lnTo>
                  <a:lnTo>
                    <a:pt x="7160075" y="13162"/>
                  </a:lnTo>
                  <a:lnTo>
                    <a:pt x="7164314" y="13162"/>
                  </a:lnTo>
                  <a:lnTo>
                    <a:pt x="7164314" y="13162"/>
                  </a:lnTo>
                  <a:lnTo>
                    <a:pt x="7168554" y="13162"/>
                  </a:lnTo>
                  <a:lnTo>
                    <a:pt x="7168554" y="13162"/>
                  </a:lnTo>
                  <a:lnTo>
                    <a:pt x="7172793" y="13162"/>
                  </a:lnTo>
                  <a:lnTo>
                    <a:pt x="7172793" y="13162"/>
                  </a:lnTo>
                  <a:lnTo>
                    <a:pt x="7177032" y="13162"/>
                  </a:lnTo>
                  <a:lnTo>
                    <a:pt x="7177032" y="13162"/>
                  </a:lnTo>
                  <a:lnTo>
                    <a:pt x="7181271" y="13162"/>
                  </a:lnTo>
                  <a:lnTo>
                    <a:pt x="7181271" y="13162"/>
                  </a:lnTo>
                  <a:lnTo>
                    <a:pt x="7185510" y="13162"/>
                  </a:lnTo>
                  <a:lnTo>
                    <a:pt x="7185510" y="13162"/>
                  </a:lnTo>
                  <a:lnTo>
                    <a:pt x="7193989" y="13162"/>
                  </a:lnTo>
                  <a:lnTo>
                    <a:pt x="7193989" y="12322"/>
                  </a:lnTo>
                  <a:lnTo>
                    <a:pt x="7198228" y="12322"/>
                  </a:lnTo>
                  <a:lnTo>
                    <a:pt x="7198228" y="12322"/>
                  </a:lnTo>
                  <a:lnTo>
                    <a:pt x="7202467" y="12322"/>
                  </a:lnTo>
                  <a:lnTo>
                    <a:pt x="7202467" y="12322"/>
                  </a:lnTo>
                  <a:lnTo>
                    <a:pt x="7206707" y="12322"/>
                  </a:lnTo>
                  <a:lnTo>
                    <a:pt x="7206707" y="12322"/>
                  </a:lnTo>
                  <a:lnTo>
                    <a:pt x="7210946" y="12322"/>
                  </a:lnTo>
                  <a:lnTo>
                    <a:pt x="7210946" y="12322"/>
                  </a:lnTo>
                  <a:lnTo>
                    <a:pt x="7215185" y="12322"/>
                  </a:lnTo>
                  <a:lnTo>
                    <a:pt x="7215185" y="12322"/>
                  </a:lnTo>
                  <a:lnTo>
                    <a:pt x="7219424" y="12322"/>
                  </a:lnTo>
                  <a:lnTo>
                    <a:pt x="7219424" y="12322"/>
                  </a:lnTo>
                  <a:lnTo>
                    <a:pt x="7223664" y="12322"/>
                  </a:lnTo>
                  <a:lnTo>
                    <a:pt x="7223664" y="12322"/>
                  </a:lnTo>
                  <a:lnTo>
                    <a:pt x="7232142" y="12322"/>
                  </a:lnTo>
                  <a:lnTo>
                    <a:pt x="7232142" y="12322"/>
                  </a:lnTo>
                  <a:lnTo>
                    <a:pt x="7236381" y="12322"/>
                  </a:lnTo>
                  <a:lnTo>
                    <a:pt x="7236381" y="12322"/>
                  </a:lnTo>
                  <a:lnTo>
                    <a:pt x="7240621" y="12322"/>
                  </a:lnTo>
                  <a:lnTo>
                    <a:pt x="7240621" y="12322"/>
                  </a:lnTo>
                  <a:lnTo>
                    <a:pt x="7244860" y="12322"/>
                  </a:lnTo>
                  <a:lnTo>
                    <a:pt x="7244860" y="12322"/>
                  </a:lnTo>
                  <a:lnTo>
                    <a:pt x="7253338" y="12322"/>
                  </a:lnTo>
                  <a:lnTo>
                    <a:pt x="7253338" y="12322"/>
                  </a:lnTo>
                  <a:lnTo>
                    <a:pt x="7261817" y="12322"/>
                  </a:lnTo>
                  <a:lnTo>
                    <a:pt x="7261817" y="12322"/>
                  </a:lnTo>
                  <a:lnTo>
                    <a:pt x="7266056" y="12322"/>
                  </a:lnTo>
                  <a:lnTo>
                    <a:pt x="7266056" y="12322"/>
                  </a:lnTo>
                  <a:lnTo>
                    <a:pt x="7270295" y="12322"/>
                  </a:lnTo>
                  <a:lnTo>
                    <a:pt x="7270295" y="11471"/>
                  </a:lnTo>
                  <a:lnTo>
                    <a:pt x="7274535" y="11471"/>
                  </a:lnTo>
                  <a:lnTo>
                    <a:pt x="7274535" y="11471"/>
                  </a:lnTo>
                  <a:lnTo>
                    <a:pt x="7278774" y="11471"/>
                  </a:lnTo>
                  <a:lnTo>
                    <a:pt x="7278774" y="11471"/>
                  </a:lnTo>
                  <a:lnTo>
                    <a:pt x="7283013" y="11471"/>
                  </a:lnTo>
                  <a:lnTo>
                    <a:pt x="7283013" y="11471"/>
                  </a:lnTo>
                  <a:lnTo>
                    <a:pt x="7287252" y="11471"/>
                  </a:lnTo>
                  <a:lnTo>
                    <a:pt x="7287252" y="11471"/>
                  </a:lnTo>
                  <a:lnTo>
                    <a:pt x="7295731" y="11471"/>
                  </a:lnTo>
                  <a:lnTo>
                    <a:pt x="7295731" y="11471"/>
                  </a:lnTo>
                  <a:lnTo>
                    <a:pt x="7299970" y="11471"/>
                  </a:lnTo>
                  <a:lnTo>
                    <a:pt x="7299970" y="11471"/>
                  </a:lnTo>
                  <a:lnTo>
                    <a:pt x="7304209" y="11471"/>
                  </a:lnTo>
                  <a:lnTo>
                    <a:pt x="7304209" y="11471"/>
                  </a:lnTo>
                  <a:lnTo>
                    <a:pt x="7308448" y="11471"/>
                  </a:lnTo>
                  <a:lnTo>
                    <a:pt x="7308448" y="11471"/>
                  </a:lnTo>
                  <a:lnTo>
                    <a:pt x="7312688" y="11471"/>
                  </a:lnTo>
                  <a:lnTo>
                    <a:pt x="7312688" y="11471"/>
                  </a:lnTo>
                  <a:lnTo>
                    <a:pt x="7329645" y="11471"/>
                  </a:lnTo>
                  <a:lnTo>
                    <a:pt x="7329645" y="10611"/>
                  </a:lnTo>
                  <a:lnTo>
                    <a:pt x="7333884" y="10611"/>
                  </a:lnTo>
                  <a:lnTo>
                    <a:pt x="7333884" y="10611"/>
                  </a:lnTo>
                  <a:lnTo>
                    <a:pt x="7342362" y="10611"/>
                  </a:lnTo>
                  <a:lnTo>
                    <a:pt x="7342362" y="10611"/>
                  </a:lnTo>
                  <a:lnTo>
                    <a:pt x="7346602" y="10611"/>
                  </a:lnTo>
                  <a:lnTo>
                    <a:pt x="7346602" y="10611"/>
                  </a:lnTo>
                  <a:lnTo>
                    <a:pt x="7350841" y="10611"/>
                  </a:lnTo>
                  <a:lnTo>
                    <a:pt x="7350841" y="9750"/>
                  </a:lnTo>
                  <a:lnTo>
                    <a:pt x="7355080" y="9750"/>
                  </a:lnTo>
                  <a:lnTo>
                    <a:pt x="7355080" y="9750"/>
                  </a:lnTo>
                  <a:lnTo>
                    <a:pt x="7359319" y="9750"/>
                  </a:lnTo>
                  <a:lnTo>
                    <a:pt x="7359319" y="9750"/>
                  </a:lnTo>
                  <a:lnTo>
                    <a:pt x="7363559" y="9750"/>
                  </a:lnTo>
                  <a:lnTo>
                    <a:pt x="7363559" y="9750"/>
                  </a:lnTo>
                  <a:lnTo>
                    <a:pt x="7367798" y="9750"/>
                  </a:lnTo>
                  <a:lnTo>
                    <a:pt x="7367798" y="8883"/>
                  </a:lnTo>
                  <a:lnTo>
                    <a:pt x="7372037" y="8883"/>
                  </a:lnTo>
                  <a:lnTo>
                    <a:pt x="7372037" y="8883"/>
                  </a:lnTo>
                  <a:lnTo>
                    <a:pt x="7376276" y="8883"/>
                  </a:lnTo>
                  <a:lnTo>
                    <a:pt x="7376276" y="8883"/>
                  </a:lnTo>
                  <a:lnTo>
                    <a:pt x="7380516" y="8883"/>
                  </a:lnTo>
                  <a:lnTo>
                    <a:pt x="7380516" y="8883"/>
                  </a:lnTo>
                  <a:lnTo>
                    <a:pt x="7384755" y="8883"/>
                  </a:lnTo>
                  <a:lnTo>
                    <a:pt x="7384755" y="8883"/>
                  </a:lnTo>
                  <a:lnTo>
                    <a:pt x="7388994" y="8883"/>
                  </a:lnTo>
                  <a:lnTo>
                    <a:pt x="7388994" y="8883"/>
                  </a:lnTo>
                  <a:lnTo>
                    <a:pt x="7393233" y="8883"/>
                  </a:lnTo>
                  <a:lnTo>
                    <a:pt x="7393233" y="8883"/>
                  </a:lnTo>
                  <a:lnTo>
                    <a:pt x="7397472" y="8883"/>
                  </a:lnTo>
                  <a:lnTo>
                    <a:pt x="7397472" y="8014"/>
                  </a:lnTo>
                  <a:lnTo>
                    <a:pt x="7401712" y="8014"/>
                  </a:lnTo>
                  <a:lnTo>
                    <a:pt x="7401712" y="8014"/>
                  </a:lnTo>
                  <a:lnTo>
                    <a:pt x="7405951" y="8014"/>
                  </a:lnTo>
                  <a:lnTo>
                    <a:pt x="7405951" y="7143"/>
                  </a:lnTo>
                  <a:lnTo>
                    <a:pt x="7410190" y="7143"/>
                  </a:lnTo>
                  <a:lnTo>
                    <a:pt x="7410190" y="7143"/>
                  </a:lnTo>
                  <a:lnTo>
                    <a:pt x="7414429" y="7143"/>
                  </a:lnTo>
                  <a:lnTo>
                    <a:pt x="7414429" y="6270"/>
                  </a:lnTo>
                  <a:lnTo>
                    <a:pt x="7418669" y="6270"/>
                  </a:lnTo>
                  <a:lnTo>
                    <a:pt x="7418669" y="5396"/>
                  </a:lnTo>
                  <a:lnTo>
                    <a:pt x="7422908" y="5396"/>
                  </a:lnTo>
                  <a:lnTo>
                    <a:pt x="7422908" y="5396"/>
                  </a:lnTo>
                  <a:lnTo>
                    <a:pt x="7431386" y="5396"/>
                  </a:lnTo>
                  <a:lnTo>
                    <a:pt x="7431386" y="5396"/>
                  </a:lnTo>
                  <a:lnTo>
                    <a:pt x="7444104" y="5396"/>
                  </a:lnTo>
                  <a:lnTo>
                    <a:pt x="7444104" y="5396"/>
                  </a:lnTo>
                  <a:lnTo>
                    <a:pt x="7448343" y="5396"/>
                  </a:lnTo>
                  <a:lnTo>
                    <a:pt x="7448343" y="5396"/>
                  </a:lnTo>
                  <a:lnTo>
                    <a:pt x="7452583" y="5396"/>
                  </a:lnTo>
                  <a:lnTo>
                    <a:pt x="7452583" y="5396"/>
                  </a:lnTo>
                  <a:lnTo>
                    <a:pt x="7456822" y="5396"/>
                  </a:lnTo>
                  <a:lnTo>
                    <a:pt x="7456822" y="5396"/>
                  </a:lnTo>
                  <a:lnTo>
                    <a:pt x="7461061" y="5396"/>
                  </a:lnTo>
                  <a:lnTo>
                    <a:pt x="7461061" y="5396"/>
                  </a:lnTo>
                  <a:lnTo>
                    <a:pt x="7465300" y="5396"/>
                  </a:lnTo>
                  <a:lnTo>
                    <a:pt x="7465300" y="5396"/>
                  </a:lnTo>
                  <a:lnTo>
                    <a:pt x="7469540" y="5396"/>
                  </a:lnTo>
                  <a:lnTo>
                    <a:pt x="7469540" y="5396"/>
                  </a:lnTo>
                  <a:lnTo>
                    <a:pt x="7473779" y="5396"/>
                  </a:lnTo>
                  <a:lnTo>
                    <a:pt x="7473779" y="5396"/>
                  </a:lnTo>
                  <a:lnTo>
                    <a:pt x="7478018" y="5396"/>
                  </a:lnTo>
                  <a:lnTo>
                    <a:pt x="7478018" y="5396"/>
                  </a:lnTo>
                  <a:lnTo>
                    <a:pt x="7486496" y="5396"/>
                  </a:lnTo>
                  <a:lnTo>
                    <a:pt x="7486496" y="5396"/>
                  </a:lnTo>
                  <a:lnTo>
                    <a:pt x="7499214" y="5396"/>
                  </a:lnTo>
                  <a:lnTo>
                    <a:pt x="7499214" y="5396"/>
                  </a:lnTo>
                  <a:lnTo>
                    <a:pt x="7503453" y="5396"/>
                  </a:lnTo>
                  <a:lnTo>
                    <a:pt x="7503453" y="5396"/>
                  </a:lnTo>
                  <a:lnTo>
                    <a:pt x="7507693" y="5396"/>
                  </a:lnTo>
                  <a:lnTo>
                    <a:pt x="7507693" y="3619"/>
                  </a:lnTo>
                  <a:lnTo>
                    <a:pt x="7520410" y="3619"/>
                  </a:lnTo>
                  <a:lnTo>
                    <a:pt x="7520410" y="3619"/>
                  </a:lnTo>
                  <a:lnTo>
                    <a:pt x="7524650" y="3619"/>
                  </a:lnTo>
                  <a:lnTo>
                    <a:pt x="7524650" y="3619"/>
                  </a:lnTo>
                  <a:lnTo>
                    <a:pt x="7528889" y="3619"/>
                  </a:lnTo>
                  <a:lnTo>
                    <a:pt x="7528889" y="3619"/>
                  </a:lnTo>
                  <a:lnTo>
                    <a:pt x="7533128" y="3619"/>
                  </a:lnTo>
                  <a:lnTo>
                    <a:pt x="7533128" y="3619"/>
                  </a:lnTo>
                  <a:lnTo>
                    <a:pt x="7537367" y="3619"/>
                  </a:lnTo>
                  <a:lnTo>
                    <a:pt x="7537367" y="2724"/>
                  </a:lnTo>
                  <a:lnTo>
                    <a:pt x="7545846" y="2724"/>
                  </a:lnTo>
                  <a:lnTo>
                    <a:pt x="7545846" y="2724"/>
                  </a:lnTo>
                  <a:lnTo>
                    <a:pt x="7550085" y="2724"/>
                  </a:lnTo>
                  <a:lnTo>
                    <a:pt x="7550085" y="2724"/>
                  </a:lnTo>
                  <a:lnTo>
                    <a:pt x="7554324" y="2724"/>
                  </a:lnTo>
                  <a:lnTo>
                    <a:pt x="7554324" y="2724"/>
                  </a:lnTo>
                  <a:lnTo>
                    <a:pt x="7558564" y="2724"/>
                  </a:lnTo>
                  <a:lnTo>
                    <a:pt x="7558564" y="2724"/>
                  </a:lnTo>
                  <a:lnTo>
                    <a:pt x="7562803" y="2724"/>
                  </a:lnTo>
                  <a:lnTo>
                    <a:pt x="7562803" y="2724"/>
                  </a:lnTo>
                  <a:lnTo>
                    <a:pt x="7567042" y="2724"/>
                  </a:lnTo>
                  <a:lnTo>
                    <a:pt x="7567042" y="2724"/>
                  </a:lnTo>
                  <a:lnTo>
                    <a:pt x="7571281" y="2724"/>
                  </a:lnTo>
                  <a:lnTo>
                    <a:pt x="7571281" y="2724"/>
                  </a:lnTo>
                  <a:lnTo>
                    <a:pt x="7583999" y="2724"/>
                  </a:lnTo>
                  <a:lnTo>
                    <a:pt x="7583999" y="2724"/>
                  </a:lnTo>
                  <a:lnTo>
                    <a:pt x="7588238" y="2724"/>
                  </a:lnTo>
                  <a:lnTo>
                    <a:pt x="7588238" y="2724"/>
                  </a:lnTo>
                  <a:lnTo>
                    <a:pt x="7592477" y="2724"/>
                  </a:lnTo>
                  <a:lnTo>
                    <a:pt x="7592477" y="2724"/>
                  </a:lnTo>
                  <a:lnTo>
                    <a:pt x="7596717" y="2724"/>
                  </a:lnTo>
                  <a:lnTo>
                    <a:pt x="7596717" y="2724"/>
                  </a:lnTo>
                  <a:lnTo>
                    <a:pt x="7600956" y="2724"/>
                  </a:lnTo>
                  <a:lnTo>
                    <a:pt x="7600956" y="2724"/>
                  </a:lnTo>
                  <a:lnTo>
                    <a:pt x="7605195" y="2724"/>
                  </a:lnTo>
                  <a:lnTo>
                    <a:pt x="7605195" y="1819"/>
                  </a:lnTo>
                  <a:lnTo>
                    <a:pt x="7613674" y="1819"/>
                  </a:lnTo>
                  <a:lnTo>
                    <a:pt x="7613674" y="1819"/>
                  </a:lnTo>
                  <a:lnTo>
                    <a:pt x="7617913" y="1819"/>
                  </a:lnTo>
                  <a:lnTo>
                    <a:pt x="7617913" y="1819"/>
                  </a:lnTo>
                  <a:lnTo>
                    <a:pt x="7622152" y="1819"/>
                  </a:lnTo>
                  <a:lnTo>
                    <a:pt x="7622152" y="1819"/>
                  </a:lnTo>
                  <a:lnTo>
                    <a:pt x="7626391" y="1819"/>
                  </a:lnTo>
                  <a:lnTo>
                    <a:pt x="7626391" y="1819"/>
                  </a:lnTo>
                  <a:lnTo>
                    <a:pt x="7630631" y="1819"/>
                  </a:lnTo>
                  <a:lnTo>
                    <a:pt x="7630631" y="911"/>
                  </a:lnTo>
                  <a:lnTo>
                    <a:pt x="7634870" y="911"/>
                  </a:lnTo>
                  <a:lnTo>
                    <a:pt x="7634870" y="911"/>
                  </a:lnTo>
                  <a:lnTo>
                    <a:pt x="7639109" y="911"/>
                  </a:lnTo>
                  <a:lnTo>
                    <a:pt x="7639109" y="911"/>
                  </a:lnTo>
                  <a:lnTo>
                    <a:pt x="7643348" y="911"/>
                  </a:lnTo>
                  <a:lnTo>
                    <a:pt x="7643348" y="911"/>
                  </a:lnTo>
                  <a:lnTo>
                    <a:pt x="7647588" y="911"/>
                  </a:lnTo>
                  <a:lnTo>
                    <a:pt x="7647588" y="911"/>
                  </a:lnTo>
                  <a:lnTo>
                    <a:pt x="7656066" y="911"/>
                  </a:lnTo>
                  <a:lnTo>
                    <a:pt x="7656066" y="911"/>
                  </a:lnTo>
                  <a:lnTo>
                    <a:pt x="7660305" y="911"/>
                  </a:lnTo>
                  <a:lnTo>
                    <a:pt x="7660305" y="911"/>
                  </a:lnTo>
                  <a:lnTo>
                    <a:pt x="7673023" y="911"/>
                  </a:lnTo>
                  <a:lnTo>
                    <a:pt x="7673023" y="0"/>
                  </a:lnTo>
                  <a:lnTo>
                    <a:pt x="7677262" y="0"/>
                  </a:lnTo>
                  <a:lnTo>
                    <a:pt x="7677262" y="0"/>
                  </a:lnTo>
                  <a:lnTo>
                    <a:pt x="7681502" y="0"/>
                  </a:lnTo>
                  <a:lnTo>
                    <a:pt x="7681502" y="0"/>
                  </a:lnTo>
                  <a:lnTo>
                    <a:pt x="7689980" y="0"/>
                  </a:lnTo>
                  <a:lnTo>
                    <a:pt x="7689980" y="0"/>
                  </a:lnTo>
                  <a:lnTo>
                    <a:pt x="7694219" y="0"/>
                  </a:lnTo>
                  <a:lnTo>
                    <a:pt x="7694219" y="0"/>
                  </a:lnTo>
                  <a:lnTo>
                    <a:pt x="7698458" y="0"/>
                  </a:lnTo>
                  <a:lnTo>
                    <a:pt x="7698458" y="0"/>
                  </a:lnTo>
                  <a:lnTo>
                    <a:pt x="7706937" y="0"/>
                  </a:lnTo>
                  <a:lnTo>
                    <a:pt x="7706937" y="0"/>
                  </a:lnTo>
                  <a:lnTo>
                    <a:pt x="7711176" y="0"/>
                  </a:lnTo>
                  <a:lnTo>
                    <a:pt x="7711176" y="0"/>
                  </a:lnTo>
                  <a:lnTo>
                    <a:pt x="7715415" y="0"/>
                  </a:lnTo>
                  <a:lnTo>
                    <a:pt x="7715415" y="0"/>
                  </a:lnTo>
                  <a:lnTo>
                    <a:pt x="7719655" y="0"/>
                  </a:lnTo>
                  <a:lnTo>
                    <a:pt x="7719655" y="0"/>
                  </a:lnTo>
                  <a:lnTo>
                    <a:pt x="7728133" y="0"/>
                  </a:lnTo>
                  <a:lnTo>
                    <a:pt x="7728133" y="0"/>
                  </a:lnTo>
                  <a:lnTo>
                    <a:pt x="7736612" y="0"/>
                  </a:lnTo>
                  <a:lnTo>
                    <a:pt x="773661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79568" y="849477"/>
              <a:ext cx="7736612" cy="3830826"/>
            </a:xfrm>
            <a:custGeom>
              <a:avLst/>
              <a:pathLst>
                <a:path w="7736612" h="3830826">
                  <a:moveTo>
                    <a:pt x="0" y="3830826"/>
                  </a:moveTo>
                  <a:lnTo>
                    <a:pt x="4239" y="3830826"/>
                  </a:lnTo>
                  <a:lnTo>
                    <a:pt x="4239" y="3828604"/>
                  </a:lnTo>
                  <a:lnTo>
                    <a:pt x="8478" y="3828604"/>
                  </a:lnTo>
                  <a:lnTo>
                    <a:pt x="8478" y="3826063"/>
                  </a:lnTo>
                  <a:lnTo>
                    <a:pt x="12717" y="3826063"/>
                  </a:lnTo>
                  <a:lnTo>
                    <a:pt x="12717" y="3824475"/>
                  </a:lnTo>
                  <a:lnTo>
                    <a:pt x="16956" y="3824475"/>
                  </a:lnTo>
                  <a:lnTo>
                    <a:pt x="16956" y="3819393"/>
                  </a:lnTo>
                  <a:lnTo>
                    <a:pt x="21196" y="3819393"/>
                  </a:lnTo>
                  <a:lnTo>
                    <a:pt x="21196" y="3815581"/>
                  </a:lnTo>
                  <a:lnTo>
                    <a:pt x="25435" y="3815581"/>
                  </a:lnTo>
                  <a:lnTo>
                    <a:pt x="25435" y="3810815"/>
                  </a:lnTo>
                  <a:lnTo>
                    <a:pt x="29674" y="3810815"/>
                  </a:lnTo>
                  <a:lnTo>
                    <a:pt x="29674" y="3804460"/>
                  </a:lnTo>
                  <a:lnTo>
                    <a:pt x="33913" y="3804460"/>
                  </a:lnTo>
                  <a:lnTo>
                    <a:pt x="33913" y="3796511"/>
                  </a:lnTo>
                  <a:lnTo>
                    <a:pt x="38153" y="3796511"/>
                  </a:lnTo>
                  <a:lnTo>
                    <a:pt x="38153" y="3790469"/>
                  </a:lnTo>
                  <a:lnTo>
                    <a:pt x="42392" y="3790469"/>
                  </a:lnTo>
                  <a:lnTo>
                    <a:pt x="42392" y="3783471"/>
                  </a:lnTo>
                  <a:lnTo>
                    <a:pt x="46631" y="3783471"/>
                  </a:lnTo>
                  <a:lnTo>
                    <a:pt x="46631" y="3777109"/>
                  </a:lnTo>
                  <a:lnTo>
                    <a:pt x="50870" y="3777109"/>
                  </a:lnTo>
                  <a:lnTo>
                    <a:pt x="50870" y="3769792"/>
                  </a:lnTo>
                  <a:lnTo>
                    <a:pt x="55110" y="3769792"/>
                  </a:lnTo>
                  <a:lnTo>
                    <a:pt x="55110" y="3763747"/>
                  </a:lnTo>
                  <a:lnTo>
                    <a:pt x="59349" y="3763747"/>
                  </a:lnTo>
                  <a:lnTo>
                    <a:pt x="59349" y="3755471"/>
                  </a:lnTo>
                  <a:lnTo>
                    <a:pt x="63588" y="3755471"/>
                  </a:lnTo>
                  <a:lnTo>
                    <a:pt x="63588" y="3746549"/>
                  </a:lnTo>
                  <a:lnTo>
                    <a:pt x="67827" y="3746549"/>
                  </a:lnTo>
                  <a:lnTo>
                    <a:pt x="67827" y="3736987"/>
                  </a:lnTo>
                  <a:lnTo>
                    <a:pt x="72067" y="3736987"/>
                  </a:lnTo>
                  <a:lnTo>
                    <a:pt x="72067" y="3727424"/>
                  </a:lnTo>
                  <a:lnTo>
                    <a:pt x="76306" y="3727424"/>
                  </a:lnTo>
                  <a:lnTo>
                    <a:pt x="76306" y="3716903"/>
                  </a:lnTo>
                  <a:lnTo>
                    <a:pt x="80545" y="3716903"/>
                  </a:lnTo>
                  <a:lnTo>
                    <a:pt x="80545" y="3708612"/>
                  </a:lnTo>
                  <a:lnTo>
                    <a:pt x="84784" y="3708612"/>
                  </a:lnTo>
                  <a:lnTo>
                    <a:pt x="84784" y="3696805"/>
                  </a:lnTo>
                  <a:lnTo>
                    <a:pt x="89024" y="3696805"/>
                  </a:lnTo>
                  <a:lnTo>
                    <a:pt x="89024" y="3689782"/>
                  </a:lnTo>
                  <a:lnTo>
                    <a:pt x="93263" y="3689782"/>
                  </a:lnTo>
                  <a:lnTo>
                    <a:pt x="93263" y="3680190"/>
                  </a:lnTo>
                  <a:lnTo>
                    <a:pt x="97502" y="3680190"/>
                  </a:lnTo>
                  <a:lnTo>
                    <a:pt x="97502" y="3671233"/>
                  </a:lnTo>
                  <a:lnTo>
                    <a:pt x="101741" y="3671233"/>
                  </a:lnTo>
                  <a:lnTo>
                    <a:pt x="101741" y="3663234"/>
                  </a:lnTo>
                  <a:lnTo>
                    <a:pt x="105980" y="3663234"/>
                  </a:lnTo>
                  <a:lnTo>
                    <a:pt x="105980" y="3653632"/>
                  </a:lnTo>
                  <a:lnTo>
                    <a:pt x="110220" y="3653632"/>
                  </a:lnTo>
                  <a:lnTo>
                    <a:pt x="110220" y="3641148"/>
                  </a:lnTo>
                  <a:lnTo>
                    <a:pt x="114459" y="3641148"/>
                  </a:lnTo>
                  <a:lnTo>
                    <a:pt x="114459" y="3633784"/>
                  </a:lnTo>
                  <a:lnTo>
                    <a:pt x="118698" y="3633784"/>
                  </a:lnTo>
                  <a:lnTo>
                    <a:pt x="118698" y="3621611"/>
                  </a:lnTo>
                  <a:lnTo>
                    <a:pt x="122937" y="3621611"/>
                  </a:lnTo>
                  <a:lnTo>
                    <a:pt x="122937" y="3607181"/>
                  </a:lnTo>
                  <a:lnTo>
                    <a:pt x="127177" y="3607181"/>
                  </a:lnTo>
                  <a:lnTo>
                    <a:pt x="127177" y="3598198"/>
                  </a:lnTo>
                  <a:lnTo>
                    <a:pt x="131416" y="3598198"/>
                  </a:lnTo>
                  <a:lnTo>
                    <a:pt x="131416" y="3587606"/>
                  </a:lnTo>
                  <a:lnTo>
                    <a:pt x="135655" y="3587606"/>
                  </a:lnTo>
                  <a:lnTo>
                    <a:pt x="135655" y="3576690"/>
                  </a:lnTo>
                  <a:lnTo>
                    <a:pt x="139894" y="3576690"/>
                  </a:lnTo>
                  <a:lnTo>
                    <a:pt x="139894" y="3569304"/>
                  </a:lnTo>
                  <a:lnTo>
                    <a:pt x="144134" y="3569304"/>
                  </a:lnTo>
                  <a:lnTo>
                    <a:pt x="144134" y="3559669"/>
                  </a:lnTo>
                  <a:lnTo>
                    <a:pt x="148373" y="3559669"/>
                  </a:lnTo>
                  <a:lnTo>
                    <a:pt x="148373" y="3548104"/>
                  </a:lnTo>
                  <a:lnTo>
                    <a:pt x="152612" y="3548104"/>
                  </a:lnTo>
                  <a:lnTo>
                    <a:pt x="152612" y="3540068"/>
                  </a:lnTo>
                  <a:lnTo>
                    <a:pt x="156851" y="3540068"/>
                  </a:lnTo>
                  <a:lnTo>
                    <a:pt x="156851" y="3531387"/>
                  </a:lnTo>
                  <a:lnTo>
                    <a:pt x="161091" y="3531387"/>
                  </a:lnTo>
                  <a:lnTo>
                    <a:pt x="161091" y="3520453"/>
                  </a:lnTo>
                  <a:lnTo>
                    <a:pt x="165330" y="3520453"/>
                  </a:lnTo>
                  <a:lnTo>
                    <a:pt x="165330" y="3509517"/>
                  </a:lnTo>
                  <a:lnTo>
                    <a:pt x="169569" y="3509517"/>
                  </a:lnTo>
                  <a:lnTo>
                    <a:pt x="169569" y="3501473"/>
                  </a:lnTo>
                  <a:lnTo>
                    <a:pt x="173808" y="3501473"/>
                  </a:lnTo>
                  <a:lnTo>
                    <a:pt x="173808" y="3492461"/>
                  </a:lnTo>
                  <a:lnTo>
                    <a:pt x="178048" y="3492461"/>
                  </a:lnTo>
                  <a:lnTo>
                    <a:pt x="178048" y="3483766"/>
                  </a:lnTo>
                  <a:lnTo>
                    <a:pt x="182287" y="3483766"/>
                  </a:lnTo>
                  <a:lnTo>
                    <a:pt x="182287" y="3474086"/>
                  </a:lnTo>
                  <a:lnTo>
                    <a:pt x="186526" y="3474086"/>
                  </a:lnTo>
                  <a:lnTo>
                    <a:pt x="186526" y="3466016"/>
                  </a:lnTo>
                  <a:lnTo>
                    <a:pt x="190765" y="3466016"/>
                  </a:lnTo>
                  <a:lnTo>
                    <a:pt x="190765" y="3454713"/>
                  </a:lnTo>
                  <a:lnTo>
                    <a:pt x="195005" y="3454713"/>
                  </a:lnTo>
                  <a:lnTo>
                    <a:pt x="195005" y="3445344"/>
                  </a:lnTo>
                  <a:lnTo>
                    <a:pt x="199244" y="3445344"/>
                  </a:lnTo>
                  <a:lnTo>
                    <a:pt x="199244" y="3435001"/>
                  </a:lnTo>
                  <a:lnTo>
                    <a:pt x="203483" y="3435001"/>
                  </a:lnTo>
                  <a:lnTo>
                    <a:pt x="203483" y="3422072"/>
                  </a:lnTo>
                  <a:lnTo>
                    <a:pt x="207722" y="3422072"/>
                  </a:lnTo>
                  <a:lnTo>
                    <a:pt x="207722" y="3412374"/>
                  </a:lnTo>
                  <a:lnTo>
                    <a:pt x="211961" y="3412374"/>
                  </a:lnTo>
                  <a:lnTo>
                    <a:pt x="211961" y="3403640"/>
                  </a:lnTo>
                  <a:lnTo>
                    <a:pt x="216201" y="3403640"/>
                  </a:lnTo>
                  <a:lnTo>
                    <a:pt x="216201" y="3392637"/>
                  </a:lnTo>
                  <a:lnTo>
                    <a:pt x="220440" y="3392637"/>
                  </a:lnTo>
                  <a:lnTo>
                    <a:pt x="220440" y="3382605"/>
                  </a:lnTo>
                  <a:lnTo>
                    <a:pt x="224679" y="3382605"/>
                  </a:lnTo>
                  <a:lnTo>
                    <a:pt x="224679" y="3371276"/>
                  </a:lnTo>
                  <a:lnTo>
                    <a:pt x="228918" y="3371276"/>
                  </a:lnTo>
                  <a:lnTo>
                    <a:pt x="228918" y="3362536"/>
                  </a:lnTo>
                  <a:lnTo>
                    <a:pt x="233158" y="3362536"/>
                  </a:lnTo>
                  <a:lnTo>
                    <a:pt x="233158" y="3352174"/>
                  </a:lnTo>
                  <a:lnTo>
                    <a:pt x="237397" y="3352174"/>
                  </a:lnTo>
                  <a:lnTo>
                    <a:pt x="237397" y="3342460"/>
                  </a:lnTo>
                  <a:lnTo>
                    <a:pt x="241636" y="3342460"/>
                  </a:lnTo>
                  <a:lnTo>
                    <a:pt x="241636" y="3331763"/>
                  </a:lnTo>
                  <a:lnTo>
                    <a:pt x="245875" y="3331763"/>
                  </a:lnTo>
                  <a:lnTo>
                    <a:pt x="245875" y="3323656"/>
                  </a:lnTo>
                  <a:lnTo>
                    <a:pt x="250115" y="3323656"/>
                  </a:lnTo>
                  <a:lnTo>
                    <a:pt x="250115" y="3318466"/>
                  </a:lnTo>
                  <a:lnTo>
                    <a:pt x="254354" y="3318466"/>
                  </a:lnTo>
                  <a:lnTo>
                    <a:pt x="254354" y="3308733"/>
                  </a:lnTo>
                  <a:lnTo>
                    <a:pt x="258593" y="3308733"/>
                  </a:lnTo>
                  <a:lnTo>
                    <a:pt x="258593" y="3299971"/>
                  </a:lnTo>
                  <a:lnTo>
                    <a:pt x="262832" y="3299971"/>
                  </a:lnTo>
                  <a:lnTo>
                    <a:pt x="262832" y="3292180"/>
                  </a:lnTo>
                  <a:lnTo>
                    <a:pt x="267072" y="3292180"/>
                  </a:lnTo>
                  <a:lnTo>
                    <a:pt x="267072" y="3282438"/>
                  </a:lnTo>
                  <a:lnTo>
                    <a:pt x="271311" y="3282438"/>
                  </a:lnTo>
                  <a:lnTo>
                    <a:pt x="271311" y="3273009"/>
                  </a:lnTo>
                  <a:lnTo>
                    <a:pt x="275550" y="3273009"/>
                  </a:lnTo>
                  <a:lnTo>
                    <a:pt x="275550" y="3260971"/>
                  </a:lnTo>
                  <a:lnTo>
                    <a:pt x="279789" y="3260971"/>
                  </a:lnTo>
                  <a:lnTo>
                    <a:pt x="279789" y="3254463"/>
                  </a:lnTo>
                  <a:lnTo>
                    <a:pt x="284029" y="3254463"/>
                  </a:lnTo>
                  <a:lnTo>
                    <a:pt x="284029" y="3245350"/>
                  </a:lnTo>
                  <a:lnTo>
                    <a:pt x="288268" y="3245350"/>
                  </a:lnTo>
                  <a:lnTo>
                    <a:pt x="288268" y="3238512"/>
                  </a:lnTo>
                  <a:lnTo>
                    <a:pt x="292507" y="3238512"/>
                  </a:lnTo>
                  <a:lnTo>
                    <a:pt x="292507" y="3229065"/>
                  </a:lnTo>
                  <a:lnTo>
                    <a:pt x="296746" y="3229065"/>
                  </a:lnTo>
                  <a:lnTo>
                    <a:pt x="296746" y="3219616"/>
                  </a:lnTo>
                  <a:lnTo>
                    <a:pt x="300986" y="3219616"/>
                  </a:lnTo>
                  <a:lnTo>
                    <a:pt x="300986" y="3211137"/>
                  </a:lnTo>
                  <a:lnTo>
                    <a:pt x="305225" y="3211137"/>
                  </a:lnTo>
                  <a:lnTo>
                    <a:pt x="305225" y="3203962"/>
                  </a:lnTo>
                  <a:lnTo>
                    <a:pt x="309464" y="3203962"/>
                  </a:lnTo>
                  <a:lnTo>
                    <a:pt x="309464" y="3194503"/>
                  </a:lnTo>
                  <a:lnTo>
                    <a:pt x="313703" y="3194503"/>
                  </a:lnTo>
                  <a:lnTo>
                    <a:pt x="313703" y="3184062"/>
                  </a:lnTo>
                  <a:lnTo>
                    <a:pt x="317942" y="3184062"/>
                  </a:lnTo>
                  <a:lnTo>
                    <a:pt x="317942" y="3176229"/>
                  </a:lnTo>
                  <a:lnTo>
                    <a:pt x="322182" y="3176229"/>
                  </a:lnTo>
                  <a:lnTo>
                    <a:pt x="322182" y="3167741"/>
                  </a:lnTo>
                  <a:lnTo>
                    <a:pt x="326421" y="3167741"/>
                  </a:lnTo>
                  <a:lnTo>
                    <a:pt x="326421" y="3158598"/>
                  </a:lnTo>
                  <a:lnTo>
                    <a:pt x="330660" y="3158598"/>
                  </a:lnTo>
                  <a:lnTo>
                    <a:pt x="330660" y="3151086"/>
                  </a:lnTo>
                  <a:lnTo>
                    <a:pt x="334899" y="3151086"/>
                  </a:lnTo>
                  <a:lnTo>
                    <a:pt x="334899" y="3142921"/>
                  </a:lnTo>
                  <a:lnTo>
                    <a:pt x="339139" y="3142921"/>
                  </a:lnTo>
                  <a:lnTo>
                    <a:pt x="339139" y="3136712"/>
                  </a:lnTo>
                  <a:lnTo>
                    <a:pt x="343378" y="3136712"/>
                  </a:lnTo>
                  <a:lnTo>
                    <a:pt x="343378" y="3125597"/>
                  </a:lnTo>
                  <a:lnTo>
                    <a:pt x="347617" y="3125597"/>
                  </a:lnTo>
                  <a:lnTo>
                    <a:pt x="347617" y="3117750"/>
                  </a:lnTo>
                  <a:lnTo>
                    <a:pt x="351856" y="3117750"/>
                  </a:lnTo>
                  <a:lnTo>
                    <a:pt x="351856" y="3108591"/>
                  </a:lnTo>
                  <a:lnTo>
                    <a:pt x="356096" y="3108591"/>
                  </a:lnTo>
                  <a:lnTo>
                    <a:pt x="356096" y="3097788"/>
                  </a:lnTo>
                  <a:lnTo>
                    <a:pt x="360335" y="3097788"/>
                  </a:lnTo>
                  <a:lnTo>
                    <a:pt x="360335" y="3089267"/>
                  </a:lnTo>
                  <a:lnTo>
                    <a:pt x="364574" y="3089267"/>
                  </a:lnTo>
                  <a:lnTo>
                    <a:pt x="364574" y="3081726"/>
                  </a:lnTo>
                  <a:lnTo>
                    <a:pt x="368813" y="3081726"/>
                  </a:lnTo>
                  <a:lnTo>
                    <a:pt x="368813" y="3077463"/>
                  </a:lnTo>
                  <a:lnTo>
                    <a:pt x="373053" y="3077463"/>
                  </a:lnTo>
                  <a:lnTo>
                    <a:pt x="373053" y="3069263"/>
                  </a:lnTo>
                  <a:lnTo>
                    <a:pt x="377292" y="3069263"/>
                  </a:lnTo>
                  <a:lnTo>
                    <a:pt x="377292" y="3064342"/>
                  </a:lnTo>
                  <a:lnTo>
                    <a:pt x="381531" y="3064342"/>
                  </a:lnTo>
                  <a:lnTo>
                    <a:pt x="381531" y="3058764"/>
                  </a:lnTo>
                  <a:lnTo>
                    <a:pt x="385770" y="3058764"/>
                  </a:lnTo>
                  <a:lnTo>
                    <a:pt x="385770" y="3047277"/>
                  </a:lnTo>
                  <a:lnTo>
                    <a:pt x="390010" y="3047277"/>
                  </a:lnTo>
                  <a:lnTo>
                    <a:pt x="390010" y="3041038"/>
                  </a:lnTo>
                  <a:lnTo>
                    <a:pt x="394249" y="3041038"/>
                  </a:lnTo>
                  <a:lnTo>
                    <a:pt x="394249" y="3032827"/>
                  </a:lnTo>
                  <a:lnTo>
                    <a:pt x="398488" y="3032827"/>
                  </a:lnTo>
                  <a:lnTo>
                    <a:pt x="398488" y="3023302"/>
                  </a:lnTo>
                  <a:lnTo>
                    <a:pt x="402727" y="3023302"/>
                  </a:lnTo>
                  <a:lnTo>
                    <a:pt x="402727" y="3014760"/>
                  </a:lnTo>
                  <a:lnTo>
                    <a:pt x="406966" y="3014760"/>
                  </a:lnTo>
                  <a:lnTo>
                    <a:pt x="406966" y="3007532"/>
                  </a:lnTo>
                  <a:lnTo>
                    <a:pt x="411206" y="3007532"/>
                  </a:lnTo>
                  <a:lnTo>
                    <a:pt x="411206" y="2998659"/>
                  </a:lnTo>
                  <a:lnTo>
                    <a:pt x="415445" y="2998659"/>
                  </a:lnTo>
                  <a:lnTo>
                    <a:pt x="415445" y="2993071"/>
                  </a:lnTo>
                  <a:lnTo>
                    <a:pt x="419684" y="2993071"/>
                  </a:lnTo>
                  <a:lnTo>
                    <a:pt x="419684" y="2986164"/>
                  </a:lnTo>
                  <a:lnTo>
                    <a:pt x="423923" y="2986164"/>
                  </a:lnTo>
                  <a:lnTo>
                    <a:pt x="423923" y="2977939"/>
                  </a:lnTo>
                  <a:lnTo>
                    <a:pt x="428163" y="2977939"/>
                  </a:lnTo>
                  <a:lnTo>
                    <a:pt x="428163" y="2972017"/>
                  </a:lnTo>
                  <a:lnTo>
                    <a:pt x="432402" y="2972017"/>
                  </a:lnTo>
                  <a:lnTo>
                    <a:pt x="432402" y="2963791"/>
                  </a:lnTo>
                  <a:lnTo>
                    <a:pt x="436641" y="2963791"/>
                  </a:lnTo>
                  <a:lnTo>
                    <a:pt x="436641" y="2953917"/>
                  </a:lnTo>
                  <a:lnTo>
                    <a:pt x="440880" y="2953917"/>
                  </a:lnTo>
                  <a:lnTo>
                    <a:pt x="440880" y="2949635"/>
                  </a:lnTo>
                  <a:lnTo>
                    <a:pt x="445120" y="2949635"/>
                  </a:lnTo>
                  <a:lnTo>
                    <a:pt x="445120" y="2943047"/>
                  </a:lnTo>
                  <a:lnTo>
                    <a:pt x="449359" y="2943047"/>
                  </a:lnTo>
                  <a:lnTo>
                    <a:pt x="449359" y="2936780"/>
                  </a:lnTo>
                  <a:lnTo>
                    <a:pt x="453598" y="2936780"/>
                  </a:lnTo>
                  <a:lnTo>
                    <a:pt x="453598" y="2927873"/>
                  </a:lnTo>
                  <a:lnTo>
                    <a:pt x="457837" y="2927873"/>
                  </a:lnTo>
                  <a:lnTo>
                    <a:pt x="457837" y="2921604"/>
                  </a:lnTo>
                  <a:lnTo>
                    <a:pt x="462077" y="2921604"/>
                  </a:lnTo>
                  <a:lnTo>
                    <a:pt x="462077" y="2914674"/>
                  </a:lnTo>
                  <a:lnTo>
                    <a:pt x="466316" y="2914674"/>
                  </a:lnTo>
                  <a:lnTo>
                    <a:pt x="466316" y="2909394"/>
                  </a:lnTo>
                  <a:lnTo>
                    <a:pt x="470555" y="2909394"/>
                  </a:lnTo>
                  <a:lnTo>
                    <a:pt x="470555" y="2901471"/>
                  </a:lnTo>
                  <a:lnTo>
                    <a:pt x="474794" y="2901471"/>
                  </a:lnTo>
                  <a:lnTo>
                    <a:pt x="474794" y="2895197"/>
                  </a:lnTo>
                  <a:lnTo>
                    <a:pt x="479034" y="2895197"/>
                  </a:lnTo>
                  <a:lnTo>
                    <a:pt x="479034" y="2890241"/>
                  </a:lnTo>
                  <a:lnTo>
                    <a:pt x="483273" y="2890241"/>
                  </a:lnTo>
                  <a:lnTo>
                    <a:pt x="483273" y="2881977"/>
                  </a:lnTo>
                  <a:lnTo>
                    <a:pt x="487512" y="2881977"/>
                  </a:lnTo>
                  <a:lnTo>
                    <a:pt x="487512" y="2876357"/>
                  </a:lnTo>
                  <a:lnTo>
                    <a:pt x="491751" y="2876357"/>
                  </a:lnTo>
                  <a:lnTo>
                    <a:pt x="491751" y="2870403"/>
                  </a:lnTo>
                  <a:lnTo>
                    <a:pt x="495991" y="2870403"/>
                  </a:lnTo>
                  <a:lnTo>
                    <a:pt x="495991" y="2863787"/>
                  </a:lnTo>
                  <a:lnTo>
                    <a:pt x="500230" y="2863787"/>
                  </a:lnTo>
                  <a:lnTo>
                    <a:pt x="500230" y="2858824"/>
                  </a:lnTo>
                  <a:lnTo>
                    <a:pt x="504469" y="2858824"/>
                  </a:lnTo>
                  <a:lnTo>
                    <a:pt x="504469" y="2853529"/>
                  </a:lnTo>
                  <a:lnTo>
                    <a:pt x="508708" y="2853529"/>
                  </a:lnTo>
                  <a:lnTo>
                    <a:pt x="508708" y="2847239"/>
                  </a:lnTo>
                  <a:lnTo>
                    <a:pt x="512947" y="2847239"/>
                  </a:lnTo>
                  <a:lnTo>
                    <a:pt x="512947" y="2839952"/>
                  </a:lnTo>
                  <a:lnTo>
                    <a:pt x="517187" y="2839952"/>
                  </a:lnTo>
                  <a:lnTo>
                    <a:pt x="517187" y="2832995"/>
                  </a:lnTo>
                  <a:lnTo>
                    <a:pt x="521426" y="2832995"/>
                  </a:lnTo>
                  <a:lnTo>
                    <a:pt x="521426" y="2827031"/>
                  </a:lnTo>
                  <a:lnTo>
                    <a:pt x="525665" y="2827031"/>
                  </a:lnTo>
                  <a:lnTo>
                    <a:pt x="525665" y="2819079"/>
                  </a:lnTo>
                  <a:lnTo>
                    <a:pt x="529904" y="2819079"/>
                  </a:lnTo>
                  <a:lnTo>
                    <a:pt x="529904" y="2813444"/>
                  </a:lnTo>
                  <a:lnTo>
                    <a:pt x="534144" y="2813444"/>
                  </a:lnTo>
                  <a:lnTo>
                    <a:pt x="534144" y="2805816"/>
                  </a:lnTo>
                  <a:lnTo>
                    <a:pt x="538383" y="2805816"/>
                  </a:lnTo>
                  <a:lnTo>
                    <a:pt x="538383" y="2799842"/>
                  </a:lnTo>
                  <a:lnTo>
                    <a:pt x="542622" y="2799842"/>
                  </a:lnTo>
                  <a:lnTo>
                    <a:pt x="542622" y="2792871"/>
                  </a:lnTo>
                  <a:lnTo>
                    <a:pt x="546861" y="2792871"/>
                  </a:lnTo>
                  <a:lnTo>
                    <a:pt x="546861" y="2784569"/>
                  </a:lnTo>
                  <a:lnTo>
                    <a:pt x="551101" y="2784569"/>
                  </a:lnTo>
                  <a:lnTo>
                    <a:pt x="551101" y="2776599"/>
                  </a:lnTo>
                  <a:lnTo>
                    <a:pt x="555340" y="2776599"/>
                  </a:lnTo>
                  <a:lnTo>
                    <a:pt x="555340" y="2772280"/>
                  </a:lnTo>
                  <a:lnTo>
                    <a:pt x="559579" y="2772280"/>
                  </a:lnTo>
                  <a:lnTo>
                    <a:pt x="559579" y="2765967"/>
                  </a:lnTo>
                  <a:lnTo>
                    <a:pt x="563818" y="2765967"/>
                  </a:lnTo>
                  <a:lnTo>
                    <a:pt x="563818" y="2760316"/>
                  </a:lnTo>
                  <a:lnTo>
                    <a:pt x="568058" y="2760316"/>
                  </a:lnTo>
                  <a:lnTo>
                    <a:pt x="568058" y="2752664"/>
                  </a:lnTo>
                  <a:lnTo>
                    <a:pt x="572297" y="2752664"/>
                  </a:lnTo>
                  <a:lnTo>
                    <a:pt x="572297" y="2744679"/>
                  </a:lnTo>
                  <a:lnTo>
                    <a:pt x="576536" y="2744679"/>
                  </a:lnTo>
                  <a:lnTo>
                    <a:pt x="576536" y="2738356"/>
                  </a:lnTo>
                  <a:lnTo>
                    <a:pt x="580775" y="2738356"/>
                  </a:lnTo>
                  <a:lnTo>
                    <a:pt x="580775" y="2732032"/>
                  </a:lnTo>
                  <a:lnTo>
                    <a:pt x="585015" y="2732032"/>
                  </a:lnTo>
                  <a:lnTo>
                    <a:pt x="585015" y="2723378"/>
                  </a:lnTo>
                  <a:lnTo>
                    <a:pt x="589254" y="2723378"/>
                  </a:lnTo>
                  <a:lnTo>
                    <a:pt x="589254" y="2718384"/>
                  </a:lnTo>
                  <a:lnTo>
                    <a:pt x="593493" y="2718384"/>
                  </a:lnTo>
                  <a:lnTo>
                    <a:pt x="593493" y="2710061"/>
                  </a:lnTo>
                  <a:lnTo>
                    <a:pt x="597732" y="2710061"/>
                  </a:lnTo>
                  <a:lnTo>
                    <a:pt x="597732" y="2702399"/>
                  </a:lnTo>
                  <a:lnTo>
                    <a:pt x="601972" y="2702399"/>
                  </a:lnTo>
                  <a:lnTo>
                    <a:pt x="601972" y="2694069"/>
                  </a:lnTo>
                  <a:lnTo>
                    <a:pt x="606211" y="2694069"/>
                  </a:lnTo>
                  <a:lnTo>
                    <a:pt x="606211" y="2686736"/>
                  </a:lnTo>
                  <a:lnTo>
                    <a:pt x="610450" y="2686736"/>
                  </a:lnTo>
                  <a:lnTo>
                    <a:pt x="610450" y="2681403"/>
                  </a:lnTo>
                  <a:lnTo>
                    <a:pt x="614689" y="2681403"/>
                  </a:lnTo>
                  <a:lnTo>
                    <a:pt x="614689" y="2676735"/>
                  </a:lnTo>
                  <a:lnTo>
                    <a:pt x="618928" y="2676735"/>
                  </a:lnTo>
                  <a:lnTo>
                    <a:pt x="618928" y="2669733"/>
                  </a:lnTo>
                  <a:lnTo>
                    <a:pt x="623168" y="2669733"/>
                  </a:lnTo>
                  <a:lnTo>
                    <a:pt x="623168" y="2663397"/>
                  </a:lnTo>
                  <a:lnTo>
                    <a:pt x="627407" y="2663397"/>
                  </a:lnTo>
                  <a:lnTo>
                    <a:pt x="627407" y="2656724"/>
                  </a:lnTo>
                  <a:lnTo>
                    <a:pt x="631646" y="2656724"/>
                  </a:lnTo>
                  <a:lnTo>
                    <a:pt x="631646" y="2654054"/>
                  </a:lnTo>
                  <a:lnTo>
                    <a:pt x="635885" y="2654054"/>
                  </a:lnTo>
                  <a:lnTo>
                    <a:pt x="635885" y="2647376"/>
                  </a:lnTo>
                  <a:lnTo>
                    <a:pt x="640125" y="2647376"/>
                  </a:lnTo>
                  <a:lnTo>
                    <a:pt x="640125" y="2640365"/>
                  </a:lnTo>
                  <a:lnTo>
                    <a:pt x="644364" y="2640365"/>
                  </a:lnTo>
                  <a:lnTo>
                    <a:pt x="644364" y="2632351"/>
                  </a:lnTo>
                  <a:lnTo>
                    <a:pt x="648603" y="2632351"/>
                  </a:lnTo>
                  <a:lnTo>
                    <a:pt x="648603" y="2625672"/>
                  </a:lnTo>
                  <a:lnTo>
                    <a:pt x="652842" y="2625672"/>
                  </a:lnTo>
                  <a:lnTo>
                    <a:pt x="652842" y="2620995"/>
                  </a:lnTo>
                  <a:lnTo>
                    <a:pt x="657082" y="2620995"/>
                  </a:lnTo>
                  <a:lnTo>
                    <a:pt x="657082" y="2614308"/>
                  </a:lnTo>
                  <a:lnTo>
                    <a:pt x="661321" y="2614308"/>
                  </a:lnTo>
                  <a:lnTo>
                    <a:pt x="661321" y="2608955"/>
                  </a:lnTo>
                  <a:lnTo>
                    <a:pt x="665560" y="2608955"/>
                  </a:lnTo>
                  <a:lnTo>
                    <a:pt x="665560" y="2602933"/>
                  </a:lnTo>
                  <a:lnTo>
                    <a:pt x="669799" y="2602933"/>
                  </a:lnTo>
                  <a:lnTo>
                    <a:pt x="669799" y="2595237"/>
                  </a:lnTo>
                  <a:lnTo>
                    <a:pt x="674039" y="2595237"/>
                  </a:lnTo>
                  <a:lnTo>
                    <a:pt x="674039" y="2589548"/>
                  </a:lnTo>
                  <a:lnTo>
                    <a:pt x="678278" y="2589548"/>
                  </a:lnTo>
                  <a:lnTo>
                    <a:pt x="678278" y="2581850"/>
                  </a:lnTo>
                  <a:lnTo>
                    <a:pt x="682517" y="2581850"/>
                  </a:lnTo>
                  <a:lnTo>
                    <a:pt x="682517" y="2574821"/>
                  </a:lnTo>
                  <a:lnTo>
                    <a:pt x="686756" y="2574821"/>
                  </a:lnTo>
                  <a:lnTo>
                    <a:pt x="686756" y="2569128"/>
                  </a:lnTo>
                  <a:lnTo>
                    <a:pt x="690996" y="2569128"/>
                  </a:lnTo>
                  <a:lnTo>
                    <a:pt x="690996" y="2561088"/>
                  </a:lnTo>
                  <a:lnTo>
                    <a:pt x="695235" y="2561088"/>
                  </a:lnTo>
                  <a:lnTo>
                    <a:pt x="695235" y="2555393"/>
                  </a:lnTo>
                  <a:lnTo>
                    <a:pt x="699474" y="2555393"/>
                  </a:lnTo>
                  <a:lnTo>
                    <a:pt x="699474" y="2549362"/>
                  </a:lnTo>
                  <a:lnTo>
                    <a:pt x="703713" y="2549362"/>
                  </a:lnTo>
                  <a:lnTo>
                    <a:pt x="703713" y="2545005"/>
                  </a:lnTo>
                  <a:lnTo>
                    <a:pt x="707953" y="2545005"/>
                  </a:lnTo>
                  <a:lnTo>
                    <a:pt x="707953" y="2540983"/>
                  </a:lnTo>
                  <a:lnTo>
                    <a:pt x="712192" y="2540983"/>
                  </a:lnTo>
                  <a:lnTo>
                    <a:pt x="712192" y="2534947"/>
                  </a:lnTo>
                  <a:lnTo>
                    <a:pt x="716431" y="2534947"/>
                  </a:lnTo>
                  <a:lnTo>
                    <a:pt x="716431" y="2529578"/>
                  </a:lnTo>
                  <a:lnTo>
                    <a:pt x="720670" y="2529578"/>
                  </a:lnTo>
                  <a:lnTo>
                    <a:pt x="720670" y="2524542"/>
                  </a:lnTo>
                  <a:lnTo>
                    <a:pt x="724909" y="2524542"/>
                  </a:lnTo>
                  <a:lnTo>
                    <a:pt x="724909" y="2520513"/>
                  </a:lnTo>
                  <a:lnTo>
                    <a:pt x="729149" y="2520513"/>
                  </a:lnTo>
                  <a:lnTo>
                    <a:pt x="729149" y="2516148"/>
                  </a:lnTo>
                  <a:lnTo>
                    <a:pt x="733388" y="2516148"/>
                  </a:lnTo>
                  <a:lnTo>
                    <a:pt x="733388" y="2510774"/>
                  </a:lnTo>
                  <a:lnTo>
                    <a:pt x="737627" y="2510774"/>
                  </a:lnTo>
                  <a:lnTo>
                    <a:pt x="737627" y="2505062"/>
                  </a:lnTo>
                  <a:lnTo>
                    <a:pt x="741866" y="2505062"/>
                  </a:lnTo>
                  <a:lnTo>
                    <a:pt x="741866" y="2502037"/>
                  </a:lnTo>
                  <a:lnTo>
                    <a:pt x="746106" y="2502037"/>
                  </a:lnTo>
                  <a:lnTo>
                    <a:pt x="746106" y="2495984"/>
                  </a:lnTo>
                  <a:lnTo>
                    <a:pt x="750345" y="2495984"/>
                  </a:lnTo>
                  <a:lnTo>
                    <a:pt x="750345" y="2489929"/>
                  </a:lnTo>
                  <a:lnTo>
                    <a:pt x="754584" y="2489929"/>
                  </a:lnTo>
                  <a:lnTo>
                    <a:pt x="754584" y="2482190"/>
                  </a:lnTo>
                  <a:lnTo>
                    <a:pt x="758823" y="2482190"/>
                  </a:lnTo>
                  <a:lnTo>
                    <a:pt x="758823" y="2477815"/>
                  </a:lnTo>
                  <a:lnTo>
                    <a:pt x="763063" y="2477815"/>
                  </a:lnTo>
                  <a:lnTo>
                    <a:pt x="763063" y="2473777"/>
                  </a:lnTo>
                  <a:lnTo>
                    <a:pt x="767302" y="2473777"/>
                  </a:lnTo>
                  <a:lnTo>
                    <a:pt x="767302" y="2467381"/>
                  </a:lnTo>
                  <a:lnTo>
                    <a:pt x="771541" y="2467381"/>
                  </a:lnTo>
                  <a:lnTo>
                    <a:pt x="771541" y="2463341"/>
                  </a:lnTo>
                  <a:lnTo>
                    <a:pt x="775780" y="2463341"/>
                  </a:lnTo>
                  <a:lnTo>
                    <a:pt x="775780" y="2456940"/>
                  </a:lnTo>
                  <a:lnTo>
                    <a:pt x="780020" y="2456940"/>
                  </a:lnTo>
                  <a:lnTo>
                    <a:pt x="780020" y="2452224"/>
                  </a:lnTo>
                  <a:lnTo>
                    <a:pt x="784259" y="2452224"/>
                  </a:lnTo>
                  <a:lnTo>
                    <a:pt x="784259" y="2445147"/>
                  </a:lnTo>
                  <a:lnTo>
                    <a:pt x="788498" y="2445147"/>
                  </a:lnTo>
                  <a:lnTo>
                    <a:pt x="788498" y="2440765"/>
                  </a:lnTo>
                  <a:lnTo>
                    <a:pt x="792737" y="2440765"/>
                  </a:lnTo>
                  <a:lnTo>
                    <a:pt x="792737" y="2434362"/>
                  </a:lnTo>
                  <a:lnTo>
                    <a:pt x="796977" y="2434362"/>
                  </a:lnTo>
                  <a:lnTo>
                    <a:pt x="796977" y="2431328"/>
                  </a:lnTo>
                  <a:lnTo>
                    <a:pt x="801216" y="2431328"/>
                  </a:lnTo>
                  <a:lnTo>
                    <a:pt x="801216" y="2425931"/>
                  </a:lnTo>
                  <a:lnTo>
                    <a:pt x="805455" y="2425931"/>
                  </a:lnTo>
                  <a:lnTo>
                    <a:pt x="805455" y="2421544"/>
                  </a:lnTo>
                  <a:lnTo>
                    <a:pt x="809694" y="2421544"/>
                  </a:lnTo>
                  <a:lnTo>
                    <a:pt x="809694" y="2414457"/>
                  </a:lnTo>
                  <a:lnTo>
                    <a:pt x="813933" y="2414457"/>
                  </a:lnTo>
                  <a:lnTo>
                    <a:pt x="813933" y="2409056"/>
                  </a:lnTo>
                  <a:lnTo>
                    <a:pt x="818173" y="2409056"/>
                  </a:lnTo>
                  <a:lnTo>
                    <a:pt x="818173" y="2402643"/>
                  </a:lnTo>
                  <a:lnTo>
                    <a:pt x="822412" y="2402643"/>
                  </a:lnTo>
                  <a:lnTo>
                    <a:pt x="822412" y="2397580"/>
                  </a:lnTo>
                  <a:lnTo>
                    <a:pt x="826651" y="2397580"/>
                  </a:lnTo>
                  <a:lnTo>
                    <a:pt x="826651" y="2390828"/>
                  </a:lnTo>
                  <a:lnTo>
                    <a:pt x="830890" y="2390828"/>
                  </a:lnTo>
                  <a:lnTo>
                    <a:pt x="830890" y="2384075"/>
                  </a:lnTo>
                  <a:lnTo>
                    <a:pt x="835130" y="2384075"/>
                  </a:lnTo>
                  <a:lnTo>
                    <a:pt x="835130" y="2379684"/>
                  </a:lnTo>
                  <a:lnTo>
                    <a:pt x="839369" y="2379684"/>
                  </a:lnTo>
                  <a:lnTo>
                    <a:pt x="839369" y="2375628"/>
                  </a:lnTo>
                  <a:lnTo>
                    <a:pt x="843608" y="2375628"/>
                  </a:lnTo>
                  <a:lnTo>
                    <a:pt x="843608" y="2369883"/>
                  </a:lnTo>
                  <a:lnTo>
                    <a:pt x="847847" y="2369883"/>
                  </a:lnTo>
                  <a:lnTo>
                    <a:pt x="847847" y="2362786"/>
                  </a:lnTo>
                  <a:lnTo>
                    <a:pt x="852087" y="2362786"/>
                  </a:lnTo>
                  <a:lnTo>
                    <a:pt x="852087" y="2356365"/>
                  </a:lnTo>
                  <a:lnTo>
                    <a:pt x="856326" y="2356365"/>
                  </a:lnTo>
                  <a:lnTo>
                    <a:pt x="856326" y="2348252"/>
                  </a:lnTo>
                  <a:lnTo>
                    <a:pt x="860565" y="2348252"/>
                  </a:lnTo>
                  <a:lnTo>
                    <a:pt x="860565" y="2343857"/>
                  </a:lnTo>
                  <a:lnTo>
                    <a:pt x="864804" y="2343857"/>
                  </a:lnTo>
                  <a:lnTo>
                    <a:pt x="864804" y="2338785"/>
                  </a:lnTo>
                  <a:lnTo>
                    <a:pt x="869044" y="2338785"/>
                  </a:lnTo>
                  <a:lnTo>
                    <a:pt x="869044" y="2332697"/>
                  </a:lnTo>
                  <a:lnTo>
                    <a:pt x="873283" y="2332697"/>
                  </a:lnTo>
                  <a:lnTo>
                    <a:pt x="873283" y="2329314"/>
                  </a:lnTo>
                  <a:lnTo>
                    <a:pt x="877522" y="2329314"/>
                  </a:lnTo>
                  <a:lnTo>
                    <a:pt x="877522" y="2325593"/>
                  </a:lnTo>
                  <a:lnTo>
                    <a:pt x="881761" y="2325593"/>
                  </a:lnTo>
                  <a:lnTo>
                    <a:pt x="881761" y="2319840"/>
                  </a:lnTo>
                  <a:lnTo>
                    <a:pt x="886001" y="2319840"/>
                  </a:lnTo>
                  <a:lnTo>
                    <a:pt x="886001" y="2314424"/>
                  </a:lnTo>
                  <a:lnTo>
                    <a:pt x="890240" y="2314424"/>
                  </a:lnTo>
                  <a:lnTo>
                    <a:pt x="890240" y="2308669"/>
                  </a:lnTo>
                  <a:lnTo>
                    <a:pt x="894479" y="2308669"/>
                  </a:lnTo>
                  <a:lnTo>
                    <a:pt x="894479" y="2301554"/>
                  </a:lnTo>
                  <a:lnTo>
                    <a:pt x="898718" y="2301554"/>
                  </a:lnTo>
                  <a:lnTo>
                    <a:pt x="898718" y="2295793"/>
                  </a:lnTo>
                  <a:lnTo>
                    <a:pt x="902958" y="2295793"/>
                  </a:lnTo>
                  <a:lnTo>
                    <a:pt x="902958" y="2290369"/>
                  </a:lnTo>
                  <a:lnTo>
                    <a:pt x="907197" y="2290369"/>
                  </a:lnTo>
                  <a:lnTo>
                    <a:pt x="907197" y="2285285"/>
                  </a:lnTo>
                  <a:lnTo>
                    <a:pt x="911436" y="2285285"/>
                  </a:lnTo>
                  <a:lnTo>
                    <a:pt x="911436" y="2279523"/>
                  </a:lnTo>
                  <a:lnTo>
                    <a:pt x="915675" y="2279523"/>
                  </a:lnTo>
                  <a:lnTo>
                    <a:pt x="915675" y="2275116"/>
                  </a:lnTo>
                  <a:lnTo>
                    <a:pt x="919914" y="2275116"/>
                  </a:lnTo>
                  <a:lnTo>
                    <a:pt x="919914" y="2271047"/>
                  </a:lnTo>
                  <a:lnTo>
                    <a:pt x="924154" y="2271047"/>
                  </a:lnTo>
                  <a:lnTo>
                    <a:pt x="924154" y="2265618"/>
                  </a:lnTo>
                  <a:lnTo>
                    <a:pt x="928393" y="2265618"/>
                  </a:lnTo>
                  <a:lnTo>
                    <a:pt x="928393" y="2262564"/>
                  </a:lnTo>
                  <a:lnTo>
                    <a:pt x="932632" y="2262564"/>
                  </a:lnTo>
                  <a:lnTo>
                    <a:pt x="932632" y="2256455"/>
                  </a:lnTo>
                  <a:lnTo>
                    <a:pt x="936871" y="2256455"/>
                  </a:lnTo>
                  <a:lnTo>
                    <a:pt x="936871" y="2251704"/>
                  </a:lnTo>
                  <a:lnTo>
                    <a:pt x="941111" y="2251704"/>
                  </a:lnTo>
                  <a:lnTo>
                    <a:pt x="941111" y="2246613"/>
                  </a:lnTo>
                  <a:lnTo>
                    <a:pt x="945350" y="2246613"/>
                  </a:lnTo>
                  <a:lnTo>
                    <a:pt x="945350" y="2242200"/>
                  </a:lnTo>
                  <a:lnTo>
                    <a:pt x="949589" y="2242200"/>
                  </a:lnTo>
                  <a:lnTo>
                    <a:pt x="949589" y="2238126"/>
                  </a:lnTo>
                  <a:lnTo>
                    <a:pt x="953828" y="2238126"/>
                  </a:lnTo>
                  <a:lnTo>
                    <a:pt x="953828" y="2234389"/>
                  </a:lnTo>
                  <a:lnTo>
                    <a:pt x="958068" y="2234389"/>
                  </a:lnTo>
                  <a:lnTo>
                    <a:pt x="958068" y="2229631"/>
                  </a:lnTo>
                  <a:lnTo>
                    <a:pt x="962307" y="2229631"/>
                  </a:lnTo>
                  <a:lnTo>
                    <a:pt x="962307" y="2225892"/>
                  </a:lnTo>
                  <a:lnTo>
                    <a:pt x="966546" y="2225892"/>
                  </a:lnTo>
                  <a:lnTo>
                    <a:pt x="966546" y="2222832"/>
                  </a:lnTo>
                  <a:lnTo>
                    <a:pt x="970785" y="2222832"/>
                  </a:lnTo>
                  <a:lnTo>
                    <a:pt x="970785" y="2219433"/>
                  </a:lnTo>
                  <a:lnTo>
                    <a:pt x="975025" y="2219433"/>
                  </a:lnTo>
                  <a:lnTo>
                    <a:pt x="975025" y="2215352"/>
                  </a:lnTo>
                  <a:lnTo>
                    <a:pt x="979264" y="2215352"/>
                  </a:lnTo>
                  <a:lnTo>
                    <a:pt x="979264" y="2210590"/>
                  </a:lnTo>
                  <a:lnTo>
                    <a:pt x="983503" y="2210590"/>
                  </a:lnTo>
                  <a:lnTo>
                    <a:pt x="983503" y="2205145"/>
                  </a:lnTo>
                  <a:lnTo>
                    <a:pt x="987742" y="2205145"/>
                  </a:lnTo>
                  <a:lnTo>
                    <a:pt x="987742" y="2202762"/>
                  </a:lnTo>
                  <a:lnTo>
                    <a:pt x="991982" y="2202762"/>
                  </a:lnTo>
                  <a:lnTo>
                    <a:pt x="991982" y="2197314"/>
                  </a:lnTo>
                  <a:lnTo>
                    <a:pt x="996221" y="2197314"/>
                  </a:lnTo>
                  <a:lnTo>
                    <a:pt x="996221" y="2192205"/>
                  </a:lnTo>
                  <a:lnTo>
                    <a:pt x="1000460" y="2192205"/>
                  </a:lnTo>
                  <a:lnTo>
                    <a:pt x="1000460" y="2189821"/>
                  </a:lnTo>
                  <a:lnTo>
                    <a:pt x="1004699" y="2189821"/>
                  </a:lnTo>
                  <a:lnTo>
                    <a:pt x="1004699" y="2186754"/>
                  </a:lnTo>
                  <a:lnTo>
                    <a:pt x="1008939" y="2186754"/>
                  </a:lnTo>
                  <a:lnTo>
                    <a:pt x="1008939" y="2178235"/>
                  </a:lnTo>
                  <a:lnTo>
                    <a:pt x="1013178" y="2178235"/>
                  </a:lnTo>
                  <a:lnTo>
                    <a:pt x="1013178" y="2173461"/>
                  </a:lnTo>
                  <a:lnTo>
                    <a:pt x="1017417" y="2173461"/>
                  </a:lnTo>
                  <a:lnTo>
                    <a:pt x="1017417" y="2171073"/>
                  </a:lnTo>
                  <a:lnTo>
                    <a:pt x="1021656" y="2171073"/>
                  </a:lnTo>
                  <a:lnTo>
                    <a:pt x="1021656" y="2166979"/>
                  </a:lnTo>
                  <a:lnTo>
                    <a:pt x="1025895" y="2166979"/>
                  </a:lnTo>
                  <a:lnTo>
                    <a:pt x="1025895" y="2162203"/>
                  </a:lnTo>
                  <a:lnTo>
                    <a:pt x="1030135" y="2162203"/>
                  </a:lnTo>
                  <a:lnTo>
                    <a:pt x="1030135" y="2158108"/>
                  </a:lnTo>
                  <a:lnTo>
                    <a:pt x="1034374" y="2158108"/>
                  </a:lnTo>
                  <a:lnTo>
                    <a:pt x="1034374" y="2153330"/>
                  </a:lnTo>
                  <a:lnTo>
                    <a:pt x="1038613" y="2153330"/>
                  </a:lnTo>
                  <a:lnTo>
                    <a:pt x="1038613" y="2151281"/>
                  </a:lnTo>
                  <a:lnTo>
                    <a:pt x="1042852" y="2151281"/>
                  </a:lnTo>
                  <a:lnTo>
                    <a:pt x="1042852" y="2146842"/>
                  </a:lnTo>
                  <a:lnTo>
                    <a:pt x="1047092" y="2146842"/>
                  </a:lnTo>
                  <a:lnTo>
                    <a:pt x="1047092" y="2143767"/>
                  </a:lnTo>
                  <a:lnTo>
                    <a:pt x="1051331" y="2143767"/>
                  </a:lnTo>
                  <a:lnTo>
                    <a:pt x="1051331" y="2137617"/>
                  </a:lnTo>
                  <a:lnTo>
                    <a:pt x="1055570" y="2137617"/>
                  </a:lnTo>
                  <a:lnTo>
                    <a:pt x="1055570" y="2134542"/>
                  </a:lnTo>
                  <a:lnTo>
                    <a:pt x="1059809" y="2134542"/>
                  </a:lnTo>
                  <a:lnTo>
                    <a:pt x="1059809" y="2128391"/>
                  </a:lnTo>
                  <a:lnTo>
                    <a:pt x="1064049" y="2128391"/>
                  </a:lnTo>
                  <a:lnTo>
                    <a:pt x="1064049" y="2122922"/>
                  </a:lnTo>
                  <a:lnTo>
                    <a:pt x="1068288" y="2122922"/>
                  </a:lnTo>
                  <a:lnTo>
                    <a:pt x="1068288" y="2118478"/>
                  </a:lnTo>
                  <a:lnTo>
                    <a:pt x="1072527" y="2118478"/>
                  </a:lnTo>
                  <a:lnTo>
                    <a:pt x="1072527" y="2115742"/>
                  </a:lnTo>
                  <a:lnTo>
                    <a:pt x="1076766" y="2115742"/>
                  </a:lnTo>
                  <a:lnTo>
                    <a:pt x="1076766" y="2109585"/>
                  </a:lnTo>
                  <a:lnTo>
                    <a:pt x="1081006" y="2109585"/>
                  </a:lnTo>
                  <a:lnTo>
                    <a:pt x="1081006" y="2105821"/>
                  </a:lnTo>
                  <a:lnTo>
                    <a:pt x="1085245" y="2105821"/>
                  </a:lnTo>
                  <a:lnTo>
                    <a:pt x="1085245" y="2101716"/>
                  </a:lnTo>
                  <a:lnTo>
                    <a:pt x="1089484" y="2101716"/>
                  </a:lnTo>
                  <a:lnTo>
                    <a:pt x="1089484" y="2097951"/>
                  </a:lnTo>
                  <a:lnTo>
                    <a:pt x="1093723" y="2097951"/>
                  </a:lnTo>
                  <a:lnTo>
                    <a:pt x="1093723" y="2093502"/>
                  </a:lnTo>
                  <a:lnTo>
                    <a:pt x="1097963" y="2093502"/>
                  </a:lnTo>
                  <a:lnTo>
                    <a:pt x="1097963" y="2090077"/>
                  </a:lnTo>
                  <a:lnTo>
                    <a:pt x="1102202" y="2090077"/>
                  </a:lnTo>
                  <a:lnTo>
                    <a:pt x="1102202" y="2087337"/>
                  </a:lnTo>
                  <a:lnTo>
                    <a:pt x="1106441" y="2087337"/>
                  </a:lnTo>
                  <a:lnTo>
                    <a:pt x="1106441" y="2083226"/>
                  </a:lnTo>
                  <a:lnTo>
                    <a:pt x="1110680" y="2083226"/>
                  </a:lnTo>
                  <a:lnTo>
                    <a:pt x="1110680" y="2080485"/>
                  </a:lnTo>
                  <a:lnTo>
                    <a:pt x="1114919" y="2080485"/>
                  </a:lnTo>
                  <a:lnTo>
                    <a:pt x="1114919" y="2076031"/>
                  </a:lnTo>
                  <a:lnTo>
                    <a:pt x="1119159" y="2076031"/>
                  </a:lnTo>
                  <a:lnTo>
                    <a:pt x="1119159" y="2073289"/>
                  </a:lnTo>
                  <a:lnTo>
                    <a:pt x="1123398" y="2073289"/>
                  </a:lnTo>
                  <a:lnTo>
                    <a:pt x="1123398" y="2069861"/>
                  </a:lnTo>
                  <a:lnTo>
                    <a:pt x="1127637" y="2069861"/>
                  </a:lnTo>
                  <a:lnTo>
                    <a:pt x="1127637" y="2064718"/>
                  </a:lnTo>
                  <a:lnTo>
                    <a:pt x="1131876" y="2064718"/>
                  </a:lnTo>
                  <a:lnTo>
                    <a:pt x="1131876" y="2058888"/>
                  </a:lnTo>
                  <a:lnTo>
                    <a:pt x="1136116" y="2058888"/>
                  </a:lnTo>
                  <a:lnTo>
                    <a:pt x="1136116" y="2054086"/>
                  </a:lnTo>
                  <a:lnTo>
                    <a:pt x="1140355" y="2054086"/>
                  </a:lnTo>
                  <a:lnTo>
                    <a:pt x="1140355" y="2050311"/>
                  </a:lnTo>
                  <a:lnTo>
                    <a:pt x="1144594" y="2050311"/>
                  </a:lnTo>
                  <a:lnTo>
                    <a:pt x="1144594" y="2044134"/>
                  </a:lnTo>
                  <a:lnTo>
                    <a:pt x="1148833" y="2044134"/>
                  </a:lnTo>
                  <a:lnTo>
                    <a:pt x="1148833" y="2040359"/>
                  </a:lnTo>
                  <a:lnTo>
                    <a:pt x="1153073" y="2040359"/>
                  </a:lnTo>
                  <a:lnTo>
                    <a:pt x="1153073" y="2036238"/>
                  </a:lnTo>
                  <a:lnTo>
                    <a:pt x="1157312" y="2036238"/>
                  </a:lnTo>
                  <a:lnTo>
                    <a:pt x="1157312" y="2031086"/>
                  </a:lnTo>
                  <a:lnTo>
                    <a:pt x="1161551" y="2031086"/>
                  </a:lnTo>
                  <a:lnTo>
                    <a:pt x="1161551" y="2026620"/>
                  </a:lnTo>
                  <a:lnTo>
                    <a:pt x="1165790" y="2026620"/>
                  </a:lnTo>
                  <a:lnTo>
                    <a:pt x="1165790" y="2021808"/>
                  </a:lnTo>
                  <a:lnTo>
                    <a:pt x="1170030" y="2021808"/>
                  </a:lnTo>
                  <a:lnTo>
                    <a:pt x="1170030" y="2018715"/>
                  </a:lnTo>
                  <a:lnTo>
                    <a:pt x="1174269" y="2018715"/>
                  </a:lnTo>
                  <a:lnTo>
                    <a:pt x="1174269" y="2013903"/>
                  </a:lnTo>
                  <a:lnTo>
                    <a:pt x="1178508" y="2013903"/>
                  </a:lnTo>
                  <a:lnTo>
                    <a:pt x="1178508" y="2008403"/>
                  </a:lnTo>
                  <a:lnTo>
                    <a:pt x="1182747" y="2008403"/>
                  </a:lnTo>
                  <a:lnTo>
                    <a:pt x="1182747" y="2004276"/>
                  </a:lnTo>
                  <a:lnTo>
                    <a:pt x="1186987" y="2004276"/>
                  </a:lnTo>
                  <a:lnTo>
                    <a:pt x="1186987" y="2001524"/>
                  </a:lnTo>
                  <a:lnTo>
                    <a:pt x="1191226" y="2001524"/>
                  </a:lnTo>
                  <a:lnTo>
                    <a:pt x="1191226" y="1998771"/>
                  </a:lnTo>
                  <a:lnTo>
                    <a:pt x="1195465" y="1998771"/>
                  </a:lnTo>
                  <a:lnTo>
                    <a:pt x="1195465" y="1992576"/>
                  </a:lnTo>
                  <a:lnTo>
                    <a:pt x="1199704" y="1992576"/>
                  </a:lnTo>
                  <a:lnTo>
                    <a:pt x="1199704" y="1988445"/>
                  </a:lnTo>
                  <a:lnTo>
                    <a:pt x="1203944" y="1988445"/>
                  </a:lnTo>
                  <a:lnTo>
                    <a:pt x="1203944" y="1984315"/>
                  </a:lnTo>
                  <a:lnTo>
                    <a:pt x="1208183" y="1984315"/>
                  </a:lnTo>
                  <a:lnTo>
                    <a:pt x="1208183" y="1981216"/>
                  </a:lnTo>
                  <a:lnTo>
                    <a:pt x="1212422" y="1981216"/>
                  </a:lnTo>
                  <a:lnTo>
                    <a:pt x="1212422" y="1976741"/>
                  </a:lnTo>
                  <a:lnTo>
                    <a:pt x="1216661" y="1976741"/>
                  </a:lnTo>
                  <a:lnTo>
                    <a:pt x="1216661" y="1971575"/>
                  </a:lnTo>
                  <a:lnTo>
                    <a:pt x="1220900" y="1971575"/>
                  </a:lnTo>
                  <a:lnTo>
                    <a:pt x="1220900" y="1967098"/>
                  </a:lnTo>
                  <a:lnTo>
                    <a:pt x="1225140" y="1967098"/>
                  </a:lnTo>
                  <a:lnTo>
                    <a:pt x="1225140" y="1963998"/>
                  </a:lnTo>
                  <a:lnTo>
                    <a:pt x="1229379" y="1963998"/>
                  </a:lnTo>
                  <a:lnTo>
                    <a:pt x="1229379" y="1958487"/>
                  </a:lnTo>
                  <a:lnTo>
                    <a:pt x="1233618" y="1958487"/>
                  </a:lnTo>
                  <a:lnTo>
                    <a:pt x="1233618" y="1955387"/>
                  </a:lnTo>
                  <a:lnTo>
                    <a:pt x="1237857" y="1955387"/>
                  </a:lnTo>
                  <a:lnTo>
                    <a:pt x="1237857" y="1952630"/>
                  </a:lnTo>
                  <a:lnTo>
                    <a:pt x="1242097" y="1952630"/>
                  </a:lnTo>
                  <a:lnTo>
                    <a:pt x="1242097" y="1948838"/>
                  </a:lnTo>
                  <a:lnTo>
                    <a:pt x="1246336" y="1948838"/>
                  </a:lnTo>
                  <a:lnTo>
                    <a:pt x="1246336" y="1944357"/>
                  </a:lnTo>
                  <a:lnTo>
                    <a:pt x="1250575" y="1944357"/>
                  </a:lnTo>
                  <a:lnTo>
                    <a:pt x="1250575" y="1938148"/>
                  </a:lnTo>
                  <a:lnTo>
                    <a:pt x="1254814" y="1938148"/>
                  </a:lnTo>
                  <a:lnTo>
                    <a:pt x="1254814" y="1934352"/>
                  </a:lnTo>
                  <a:lnTo>
                    <a:pt x="1259054" y="1934352"/>
                  </a:lnTo>
                  <a:lnTo>
                    <a:pt x="1259054" y="1929866"/>
                  </a:lnTo>
                  <a:lnTo>
                    <a:pt x="1263293" y="1929866"/>
                  </a:lnTo>
                  <a:lnTo>
                    <a:pt x="1263293" y="1925725"/>
                  </a:lnTo>
                  <a:lnTo>
                    <a:pt x="1267532" y="1925725"/>
                  </a:lnTo>
                  <a:lnTo>
                    <a:pt x="1267532" y="1920201"/>
                  </a:lnTo>
                  <a:lnTo>
                    <a:pt x="1271771" y="1920201"/>
                  </a:lnTo>
                  <a:lnTo>
                    <a:pt x="1271771" y="1917093"/>
                  </a:lnTo>
                  <a:lnTo>
                    <a:pt x="1276011" y="1917093"/>
                  </a:lnTo>
                  <a:lnTo>
                    <a:pt x="1276011" y="1912258"/>
                  </a:lnTo>
                  <a:lnTo>
                    <a:pt x="1280250" y="1912258"/>
                  </a:lnTo>
                  <a:lnTo>
                    <a:pt x="1280250" y="1908111"/>
                  </a:lnTo>
                  <a:lnTo>
                    <a:pt x="1284489" y="1908111"/>
                  </a:lnTo>
                  <a:lnTo>
                    <a:pt x="1284489" y="1905691"/>
                  </a:lnTo>
                  <a:lnTo>
                    <a:pt x="1288728" y="1905691"/>
                  </a:lnTo>
                  <a:lnTo>
                    <a:pt x="1288728" y="1901889"/>
                  </a:lnTo>
                  <a:lnTo>
                    <a:pt x="1292968" y="1901889"/>
                  </a:lnTo>
                  <a:lnTo>
                    <a:pt x="1292968" y="1897741"/>
                  </a:lnTo>
                  <a:lnTo>
                    <a:pt x="1297207" y="1897741"/>
                  </a:lnTo>
                  <a:lnTo>
                    <a:pt x="1297207" y="1894629"/>
                  </a:lnTo>
                  <a:lnTo>
                    <a:pt x="1301446" y="1894629"/>
                  </a:lnTo>
                  <a:lnTo>
                    <a:pt x="1301446" y="1891863"/>
                  </a:lnTo>
                  <a:lnTo>
                    <a:pt x="1305685" y="1891863"/>
                  </a:lnTo>
                  <a:lnTo>
                    <a:pt x="1305685" y="1885291"/>
                  </a:lnTo>
                  <a:lnTo>
                    <a:pt x="1309925" y="1885291"/>
                  </a:lnTo>
                  <a:lnTo>
                    <a:pt x="1309925" y="1881485"/>
                  </a:lnTo>
                  <a:lnTo>
                    <a:pt x="1314164" y="1881485"/>
                  </a:lnTo>
                  <a:lnTo>
                    <a:pt x="1314164" y="1878371"/>
                  </a:lnTo>
                  <a:lnTo>
                    <a:pt x="1318403" y="1878371"/>
                  </a:lnTo>
                  <a:lnTo>
                    <a:pt x="1318403" y="1874910"/>
                  </a:lnTo>
                  <a:lnTo>
                    <a:pt x="1322642" y="1874910"/>
                  </a:lnTo>
                  <a:lnTo>
                    <a:pt x="1322642" y="1873179"/>
                  </a:lnTo>
                  <a:lnTo>
                    <a:pt x="1326881" y="1873179"/>
                  </a:lnTo>
                  <a:lnTo>
                    <a:pt x="1326881" y="1869718"/>
                  </a:lnTo>
                  <a:lnTo>
                    <a:pt x="1331121" y="1869718"/>
                  </a:lnTo>
                  <a:lnTo>
                    <a:pt x="1331121" y="1865910"/>
                  </a:lnTo>
                  <a:lnTo>
                    <a:pt x="1335360" y="1865910"/>
                  </a:lnTo>
                  <a:lnTo>
                    <a:pt x="1335360" y="1862101"/>
                  </a:lnTo>
                  <a:lnTo>
                    <a:pt x="1339599" y="1862101"/>
                  </a:lnTo>
                  <a:lnTo>
                    <a:pt x="1339599" y="1858983"/>
                  </a:lnTo>
                  <a:lnTo>
                    <a:pt x="1343838" y="1858983"/>
                  </a:lnTo>
                  <a:lnTo>
                    <a:pt x="1343838" y="1856903"/>
                  </a:lnTo>
                  <a:lnTo>
                    <a:pt x="1348078" y="1856903"/>
                  </a:lnTo>
                  <a:lnTo>
                    <a:pt x="1348078" y="1853784"/>
                  </a:lnTo>
                  <a:lnTo>
                    <a:pt x="1352317" y="1853784"/>
                  </a:lnTo>
                  <a:lnTo>
                    <a:pt x="1352317" y="1851357"/>
                  </a:lnTo>
                  <a:lnTo>
                    <a:pt x="1356556" y="1851357"/>
                  </a:lnTo>
                  <a:lnTo>
                    <a:pt x="1356556" y="1848930"/>
                  </a:lnTo>
                  <a:lnTo>
                    <a:pt x="1360795" y="1848930"/>
                  </a:lnTo>
                  <a:lnTo>
                    <a:pt x="1360795" y="1843382"/>
                  </a:lnTo>
                  <a:lnTo>
                    <a:pt x="1365035" y="1843382"/>
                  </a:lnTo>
                  <a:lnTo>
                    <a:pt x="1365035" y="1840260"/>
                  </a:lnTo>
                  <a:lnTo>
                    <a:pt x="1369274" y="1840260"/>
                  </a:lnTo>
                  <a:lnTo>
                    <a:pt x="1369274" y="1835402"/>
                  </a:lnTo>
                  <a:lnTo>
                    <a:pt x="1373513" y="1835402"/>
                  </a:lnTo>
                  <a:lnTo>
                    <a:pt x="1373513" y="1832973"/>
                  </a:lnTo>
                  <a:lnTo>
                    <a:pt x="1377752" y="1832973"/>
                  </a:lnTo>
                  <a:lnTo>
                    <a:pt x="1377752" y="1828114"/>
                  </a:lnTo>
                  <a:lnTo>
                    <a:pt x="1381992" y="1828114"/>
                  </a:lnTo>
                  <a:lnTo>
                    <a:pt x="1381992" y="1825684"/>
                  </a:lnTo>
                  <a:lnTo>
                    <a:pt x="1386231" y="1825684"/>
                  </a:lnTo>
                  <a:lnTo>
                    <a:pt x="1386231" y="1821172"/>
                  </a:lnTo>
                  <a:lnTo>
                    <a:pt x="1390470" y="1821172"/>
                  </a:lnTo>
                  <a:lnTo>
                    <a:pt x="1390470" y="1818048"/>
                  </a:lnTo>
                  <a:lnTo>
                    <a:pt x="1394709" y="1818048"/>
                  </a:lnTo>
                  <a:lnTo>
                    <a:pt x="1394709" y="1814923"/>
                  </a:lnTo>
                  <a:lnTo>
                    <a:pt x="1398949" y="1814923"/>
                  </a:lnTo>
                  <a:lnTo>
                    <a:pt x="1398949" y="1812143"/>
                  </a:lnTo>
                  <a:lnTo>
                    <a:pt x="1403188" y="1812143"/>
                  </a:lnTo>
                  <a:lnTo>
                    <a:pt x="1403188" y="1810406"/>
                  </a:lnTo>
                  <a:lnTo>
                    <a:pt x="1407427" y="1810406"/>
                  </a:lnTo>
                  <a:lnTo>
                    <a:pt x="1407427" y="1806583"/>
                  </a:lnTo>
                  <a:lnTo>
                    <a:pt x="1411666" y="1806583"/>
                  </a:lnTo>
                  <a:lnTo>
                    <a:pt x="1411666" y="1802412"/>
                  </a:lnTo>
                  <a:lnTo>
                    <a:pt x="1415906" y="1802412"/>
                  </a:lnTo>
                  <a:lnTo>
                    <a:pt x="1415906" y="1797544"/>
                  </a:lnTo>
                  <a:lnTo>
                    <a:pt x="1420145" y="1797544"/>
                  </a:lnTo>
                  <a:lnTo>
                    <a:pt x="1420145" y="1794066"/>
                  </a:lnTo>
                  <a:lnTo>
                    <a:pt x="1424384" y="1794066"/>
                  </a:lnTo>
                  <a:lnTo>
                    <a:pt x="1424384" y="1791282"/>
                  </a:lnTo>
                  <a:lnTo>
                    <a:pt x="1428623" y="1791282"/>
                  </a:lnTo>
                  <a:lnTo>
                    <a:pt x="1428623" y="1788148"/>
                  </a:lnTo>
                  <a:lnTo>
                    <a:pt x="1432862" y="1788148"/>
                  </a:lnTo>
                  <a:lnTo>
                    <a:pt x="1432862" y="1786406"/>
                  </a:lnTo>
                  <a:lnTo>
                    <a:pt x="1437102" y="1786406"/>
                  </a:lnTo>
                  <a:lnTo>
                    <a:pt x="1437102" y="1782227"/>
                  </a:lnTo>
                  <a:lnTo>
                    <a:pt x="1441341" y="1782227"/>
                  </a:lnTo>
                  <a:lnTo>
                    <a:pt x="1441341" y="1778744"/>
                  </a:lnTo>
                  <a:lnTo>
                    <a:pt x="1445580" y="1778744"/>
                  </a:lnTo>
                  <a:lnTo>
                    <a:pt x="1445580" y="1774564"/>
                  </a:lnTo>
                  <a:lnTo>
                    <a:pt x="1449819" y="1774564"/>
                  </a:lnTo>
                  <a:lnTo>
                    <a:pt x="1449819" y="1771079"/>
                  </a:lnTo>
                  <a:lnTo>
                    <a:pt x="1454059" y="1771079"/>
                  </a:lnTo>
                  <a:lnTo>
                    <a:pt x="1454059" y="1768640"/>
                  </a:lnTo>
                  <a:lnTo>
                    <a:pt x="1458298" y="1768640"/>
                  </a:lnTo>
                  <a:lnTo>
                    <a:pt x="1458298" y="1765851"/>
                  </a:lnTo>
                  <a:lnTo>
                    <a:pt x="1462537" y="1765851"/>
                  </a:lnTo>
                  <a:lnTo>
                    <a:pt x="1462537" y="1763061"/>
                  </a:lnTo>
                  <a:lnTo>
                    <a:pt x="1466776" y="1763061"/>
                  </a:lnTo>
                  <a:lnTo>
                    <a:pt x="1466776" y="1758876"/>
                  </a:lnTo>
                  <a:lnTo>
                    <a:pt x="1471016" y="1758876"/>
                  </a:lnTo>
                  <a:lnTo>
                    <a:pt x="1471016" y="1755038"/>
                  </a:lnTo>
                  <a:lnTo>
                    <a:pt x="1475255" y="1755038"/>
                  </a:lnTo>
                  <a:lnTo>
                    <a:pt x="1475255" y="1753642"/>
                  </a:lnTo>
                  <a:lnTo>
                    <a:pt x="1479494" y="1753642"/>
                  </a:lnTo>
                  <a:lnTo>
                    <a:pt x="1479494" y="1747710"/>
                  </a:lnTo>
                  <a:lnTo>
                    <a:pt x="1483733" y="1747710"/>
                  </a:lnTo>
                  <a:lnTo>
                    <a:pt x="1483733" y="1744918"/>
                  </a:lnTo>
                  <a:lnTo>
                    <a:pt x="1487973" y="1744918"/>
                  </a:lnTo>
                  <a:lnTo>
                    <a:pt x="1487973" y="1740727"/>
                  </a:lnTo>
                  <a:lnTo>
                    <a:pt x="1492212" y="1740727"/>
                  </a:lnTo>
                  <a:lnTo>
                    <a:pt x="1492212" y="1737932"/>
                  </a:lnTo>
                  <a:lnTo>
                    <a:pt x="1496451" y="1737932"/>
                  </a:lnTo>
                  <a:lnTo>
                    <a:pt x="1496451" y="1734786"/>
                  </a:lnTo>
                  <a:lnTo>
                    <a:pt x="1500690" y="1734786"/>
                  </a:lnTo>
                  <a:lnTo>
                    <a:pt x="1500690" y="1730591"/>
                  </a:lnTo>
                  <a:lnTo>
                    <a:pt x="1504930" y="1730591"/>
                  </a:lnTo>
                  <a:lnTo>
                    <a:pt x="1504930" y="1728143"/>
                  </a:lnTo>
                  <a:lnTo>
                    <a:pt x="1509169" y="1728143"/>
                  </a:lnTo>
                  <a:lnTo>
                    <a:pt x="1509169" y="1721148"/>
                  </a:lnTo>
                  <a:lnTo>
                    <a:pt x="1513408" y="1721148"/>
                  </a:lnTo>
                  <a:lnTo>
                    <a:pt x="1513408" y="1718699"/>
                  </a:lnTo>
                  <a:lnTo>
                    <a:pt x="1517647" y="1718699"/>
                  </a:lnTo>
                  <a:lnTo>
                    <a:pt x="1517647" y="1715898"/>
                  </a:lnTo>
                  <a:lnTo>
                    <a:pt x="1521886" y="1715898"/>
                  </a:lnTo>
                  <a:lnTo>
                    <a:pt x="1521886" y="1712746"/>
                  </a:lnTo>
                  <a:lnTo>
                    <a:pt x="1526126" y="1712746"/>
                  </a:lnTo>
                  <a:lnTo>
                    <a:pt x="1526126" y="1710295"/>
                  </a:lnTo>
                  <a:lnTo>
                    <a:pt x="1530365" y="1710295"/>
                  </a:lnTo>
                  <a:lnTo>
                    <a:pt x="1530365" y="1706792"/>
                  </a:lnTo>
                  <a:lnTo>
                    <a:pt x="1534604" y="1706792"/>
                  </a:lnTo>
                  <a:lnTo>
                    <a:pt x="1534604" y="1705041"/>
                  </a:lnTo>
                  <a:lnTo>
                    <a:pt x="1538843" y="1705041"/>
                  </a:lnTo>
                  <a:lnTo>
                    <a:pt x="1538843" y="1701887"/>
                  </a:lnTo>
                  <a:lnTo>
                    <a:pt x="1543083" y="1701887"/>
                  </a:lnTo>
                  <a:lnTo>
                    <a:pt x="1543083" y="1698733"/>
                  </a:lnTo>
                  <a:lnTo>
                    <a:pt x="1547322" y="1698733"/>
                  </a:lnTo>
                  <a:lnTo>
                    <a:pt x="1547322" y="1695578"/>
                  </a:lnTo>
                  <a:lnTo>
                    <a:pt x="1551561" y="1695578"/>
                  </a:lnTo>
                  <a:lnTo>
                    <a:pt x="1551561" y="1692772"/>
                  </a:lnTo>
                  <a:lnTo>
                    <a:pt x="1555800" y="1692772"/>
                  </a:lnTo>
                  <a:lnTo>
                    <a:pt x="1555800" y="1688211"/>
                  </a:lnTo>
                  <a:lnTo>
                    <a:pt x="1560040" y="1688211"/>
                  </a:lnTo>
                  <a:lnTo>
                    <a:pt x="1560040" y="1686106"/>
                  </a:lnTo>
                  <a:lnTo>
                    <a:pt x="1564279" y="1686106"/>
                  </a:lnTo>
                  <a:lnTo>
                    <a:pt x="1564279" y="1682948"/>
                  </a:lnTo>
                  <a:lnTo>
                    <a:pt x="1568518" y="1682948"/>
                  </a:lnTo>
                  <a:lnTo>
                    <a:pt x="1568518" y="1680842"/>
                  </a:lnTo>
                  <a:lnTo>
                    <a:pt x="1572757" y="1680842"/>
                  </a:lnTo>
                  <a:lnTo>
                    <a:pt x="1572757" y="1677331"/>
                  </a:lnTo>
                  <a:lnTo>
                    <a:pt x="1576997" y="1677331"/>
                  </a:lnTo>
                  <a:lnTo>
                    <a:pt x="1576997" y="1674520"/>
                  </a:lnTo>
                  <a:lnTo>
                    <a:pt x="1581236" y="1674520"/>
                  </a:lnTo>
                  <a:lnTo>
                    <a:pt x="1581236" y="1670303"/>
                  </a:lnTo>
                  <a:lnTo>
                    <a:pt x="1585475" y="1670303"/>
                  </a:lnTo>
                  <a:lnTo>
                    <a:pt x="1585475" y="1666084"/>
                  </a:lnTo>
                  <a:lnTo>
                    <a:pt x="1589714" y="1666084"/>
                  </a:lnTo>
                  <a:lnTo>
                    <a:pt x="1589714" y="1663270"/>
                  </a:lnTo>
                  <a:lnTo>
                    <a:pt x="1593954" y="1663270"/>
                  </a:lnTo>
                  <a:lnTo>
                    <a:pt x="1593954" y="1659753"/>
                  </a:lnTo>
                  <a:lnTo>
                    <a:pt x="1598193" y="1659753"/>
                  </a:lnTo>
                  <a:lnTo>
                    <a:pt x="1598193" y="1656234"/>
                  </a:lnTo>
                  <a:lnTo>
                    <a:pt x="1602432" y="1656234"/>
                  </a:lnTo>
                  <a:lnTo>
                    <a:pt x="1602432" y="1652012"/>
                  </a:lnTo>
                  <a:lnTo>
                    <a:pt x="1606671" y="1652012"/>
                  </a:lnTo>
                  <a:lnTo>
                    <a:pt x="1606671" y="1649547"/>
                  </a:lnTo>
                  <a:lnTo>
                    <a:pt x="1610911" y="1649547"/>
                  </a:lnTo>
                  <a:lnTo>
                    <a:pt x="1610911" y="1646024"/>
                  </a:lnTo>
                  <a:lnTo>
                    <a:pt x="1615150" y="1646024"/>
                  </a:lnTo>
                  <a:lnTo>
                    <a:pt x="1615150" y="1641090"/>
                  </a:lnTo>
                  <a:lnTo>
                    <a:pt x="1619389" y="1641090"/>
                  </a:lnTo>
                  <a:lnTo>
                    <a:pt x="1619389" y="1640033"/>
                  </a:lnTo>
                  <a:lnTo>
                    <a:pt x="1623628" y="1640033"/>
                  </a:lnTo>
                  <a:lnTo>
                    <a:pt x="1623628" y="1637918"/>
                  </a:lnTo>
                  <a:lnTo>
                    <a:pt x="1627867" y="1637918"/>
                  </a:lnTo>
                  <a:lnTo>
                    <a:pt x="1627867" y="1634040"/>
                  </a:lnTo>
                  <a:lnTo>
                    <a:pt x="1632107" y="1634040"/>
                  </a:lnTo>
                  <a:lnTo>
                    <a:pt x="1632107" y="1632629"/>
                  </a:lnTo>
                  <a:lnTo>
                    <a:pt x="1636346" y="1632629"/>
                  </a:lnTo>
                  <a:lnTo>
                    <a:pt x="1636346" y="1630866"/>
                  </a:lnTo>
                  <a:lnTo>
                    <a:pt x="1640585" y="1630866"/>
                  </a:lnTo>
                  <a:lnTo>
                    <a:pt x="1640585" y="1628044"/>
                  </a:lnTo>
                  <a:lnTo>
                    <a:pt x="1644824" y="1628044"/>
                  </a:lnTo>
                  <a:lnTo>
                    <a:pt x="1644824" y="1624516"/>
                  </a:lnTo>
                  <a:lnTo>
                    <a:pt x="1649064" y="1624516"/>
                  </a:lnTo>
                  <a:lnTo>
                    <a:pt x="1649064" y="1620635"/>
                  </a:lnTo>
                  <a:lnTo>
                    <a:pt x="1653303" y="1620635"/>
                  </a:lnTo>
                  <a:lnTo>
                    <a:pt x="1653303" y="1615695"/>
                  </a:lnTo>
                  <a:lnTo>
                    <a:pt x="1657542" y="1615695"/>
                  </a:lnTo>
                  <a:lnTo>
                    <a:pt x="1657542" y="1613931"/>
                  </a:lnTo>
                  <a:lnTo>
                    <a:pt x="1661781" y="1613931"/>
                  </a:lnTo>
                  <a:lnTo>
                    <a:pt x="1661781" y="1608636"/>
                  </a:lnTo>
                  <a:lnTo>
                    <a:pt x="1666021" y="1608636"/>
                  </a:lnTo>
                  <a:lnTo>
                    <a:pt x="1666021" y="1604752"/>
                  </a:lnTo>
                  <a:lnTo>
                    <a:pt x="1670260" y="1604752"/>
                  </a:lnTo>
                  <a:lnTo>
                    <a:pt x="1670260" y="1600514"/>
                  </a:lnTo>
                  <a:lnTo>
                    <a:pt x="1674499" y="1600514"/>
                  </a:lnTo>
                  <a:lnTo>
                    <a:pt x="1674499" y="1597689"/>
                  </a:lnTo>
                  <a:lnTo>
                    <a:pt x="1678738" y="1597689"/>
                  </a:lnTo>
                  <a:lnTo>
                    <a:pt x="1678738" y="1594862"/>
                  </a:lnTo>
                  <a:lnTo>
                    <a:pt x="1682978" y="1594862"/>
                  </a:lnTo>
                  <a:lnTo>
                    <a:pt x="1682978" y="1592035"/>
                  </a:lnTo>
                  <a:lnTo>
                    <a:pt x="1687217" y="1592035"/>
                  </a:lnTo>
                  <a:lnTo>
                    <a:pt x="1687217" y="1588854"/>
                  </a:lnTo>
                  <a:lnTo>
                    <a:pt x="1691456" y="1588854"/>
                  </a:lnTo>
                  <a:lnTo>
                    <a:pt x="1691456" y="1587086"/>
                  </a:lnTo>
                  <a:lnTo>
                    <a:pt x="1695695" y="1587086"/>
                  </a:lnTo>
                  <a:lnTo>
                    <a:pt x="1695695" y="1583903"/>
                  </a:lnTo>
                  <a:lnTo>
                    <a:pt x="1699935" y="1583903"/>
                  </a:lnTo>
                  <a:lnTo>
                    <a:pt x="1699935" y="1579305"/>
                  </a:lnTo>
                  <a:lnTo>
                    <a:pt x="1704174" y="1579305"/>
                  </a:lnTo>
                  <a:lnTo>
                    <a:pt x="1704174" y="1575058"/>
                  </a:lnTo>
                  <a:lnTo>
                    <a:pt x="1708413" y="1575058"/>
                  </a:lnTo>
                  <a:lnTo>
                    <a:pt x="1708413" y="1571519"/>
                  </a:lnTo>
                  <a:lnTo>
                    <a:pt x="1712652" y="1571519"/>
                  </a:lnTo>
                  <a:lnTo>
                    <a:pt x="1712652" y="1567980"/>
                  </a:lnTo>
                  <a:lnTo>
                    <a:pt x="1716892" y="1567980"/>
                  </a:lnTo>
                  <a:lnTo>
                    <a:pt x="1716892" y="1565148"/>
                  </a:lnTo>
                  <a:lnTo>
                    <a:pt x="1721131" y="1565148"/>
                  </a:lnTo>
                  <a:lnTo>
                    <a:pt x="1721131" y="1561253"/>
                  </a:lnTo>
                  <a:lnTo>
                    <a:pt x="1725370" y="1561253"/>
                  </a:lnTo>
                  <a:lnTo>
                    <a:pt x="1725370" y="1558065"/>
                  </a:lnTo>
                  <a:lnTo>
                    <a:pt x="1729609" y="1558065"/>
                  </a:lnTo>
                  <a:lnTo>
                    <a:pt x="1729609" y="1554523"/>
                  </a:lnTo>
                  <a:lnTo>
                    <a:pt x="1733848" y="1554523"/>
                  </a:lnTo>
                  <a:lnTo>
                    <a:pt x="1733848" y="1552041"/>
                  </a:lnTo>
                  <a:lnTo>
                    <a:pt x="1738088" y="1552041"/>
                  </a:lnTo>
                  <a:lnTo>
                    <a:pt x="1738088" y="1550978"/>
                  </a:lnTo>
                  <a:lnTo>
                    <a:pt x="1742327" y="1550978"/>
                  </a:lnTo>
                  <a:lnTo>
                    <a:pt x="1742327" y="1546721"/>
                  </a:lnTo>
                  <a:lnTo>
                    <a:pt x="1746566" y="1546721"/>
                  </a:lnTo>
                  <a:lnTo>
                    <a:pt x="1746566" y="1542463"/>
                  </a:lnTo>
                  <a:lnTo>
                    <a:pt x="1750805" y="1542463"/>
                  </a:lnTo>
                  <a:lnTo>
                    <a:pt x="1750805" y="1539979"/>
                  </a:lnTo>
                  <a:lnTo>
                    <a:pt x="1755045" y="1539979"/>
                  </a:lnTo>
                  <a:lnTo>
                    <a:pt x="1755045" y="1537848"/>
                  </a:lnTo>
                  <a:lnTo>
                    <a:pt x="1759284" y="1537848"/>
                  </a:lnTo>
                  <a:lnTo>
                    <a:pt x="1759284" y="1534652"/>
                  </a:lnTo>
                  <a:lnTo>
                    <a:pt x="1763523" y="1534652"/>
                  </a:lnTo>
                  <a:lnTo>
                    <a:pt x="1763523" y="1533586"/>
                  </a:lnTo>
                  <a:lnTo>
                    <a:pt x="1767762" y="1533586"/>
                  </a:lnTo>
                  <a:lnTo>
                    <a:pt x="1767762" y="1531098"/>
                  </a:lnTo>
                  <a:lnTo>
                    <a:pt x="1772002" y="1531098"/>
                  </a:lnTo>
                  <a:lnTo>
                    <a:pt x="1772002" y="1528610"/>
                  </a:lnTo>
                  <a:lnTo>
                    <a:pt x="1776241" y="1528610"/>
                  </a:lnTo>
                  <a:lnTo>
                    <a:pt x="1776241" y="1526122"/>
                  </a:lnTo>
                  <a:lnTo>
                    <a:pt x="1780480" y="1526122"/>
                  </a:lnTo>
                  <a:lnTo>
                    <a:pt x="1780480" y="1523632"/>
                  </a:lnTo>
                  <a:lnTo>
                    <a:pt x="1784719" y="1523632"/>
                  </a:lnTo>
                  <a:lnTo>
                    <a:pt x="1784719" y="1521497"/>
                  </a:lnTo>
                  <a:lnTo>
                    <a:pt x="1788959" y="1521497"/>
                  </a:lnTo>
                  <a:lnTo>
                    <a:pt x="1788959" y="1518293"/>
                  </a:lnTo>
                  <a:lnTo>
                    <a:pt x="1793198" y="1518293"/>
                  </a:lnTo>
                  <a:lnTo>
                    <a:pt x="1793198" y="1516869"/>
                  </a:lnTo>
                  <a:lnTo>
                    <a:pt x="1797437" y="1516869"/>
                  </a:lnTo>
                  <a:lnTo>
                    <a:pt x="1797437" y="1514733"/>
                  </a:lnTo>
                  <a:lnTo>
                    <a:pt x="1801676" y="1514733"/>
                  </a:lnTo>
                  <a:lnTo>
                    <a:pt x="1801676" y="1511884"/>
                  </a:lnTo>
                  <a:lnTo>
                    <a:pt x="1805916" y="1511884"/>
                  </a:lnTo>
                  <a:lnTo>
                    <a:pt x="1805916" y="1509036"/>
                  </a:lnTo>
                  <a:lnTo>
                    <a:pt x="1810155" y="1509036"/>
                  </a:lnTo>
                  <a:lnTo>
                    <a:pt x="1810155" y="1504762"/>
                  </a:lnTo>
                  <a:lnTo>
                    <a:pt x="1814394" y="1504762"/>
                  </a:lnTo>
                  <a:lnTo>
                    <a:pt x="1814394" y="1501911"/>
                  </a:lnTo>
                  <a:lnTo>
                    <a:pt x="1818633" y="1501911"/>
                  </a:lnTo>
                  <a:lnTo>
                    <a:pt x="1818633" y="1498703"/>
                  </a:lnTo>
                  <a:lnTo>
                    <a:pt x="1822872" y="1498703"/>
                  </a:lnTo>
                  <a:lnTo>
                    <a:pt x="1822872" y="1495851"/>
                  </a:lnTo>
                  <a:lnTo>
                    <a:pt x="1827112" y="1495851"/>
                  </a:lnTo>
                  <a:lnTo>
                    <a:pt x="1827112" y="1492287"/>
                  </a:lnTo>
                  <a:lnTo>
                    <a:pt x="1831351" y="1492287"/>
                  </a:lnTo>
                  <a:lnTo>
                    <a:pt x="1831351" y="1488010"/>
                  </a:lnTo>
                  <a:lnTo>
                    <a:pt x="1835590" y="1488010"/>
                  </a:lnTo>
                  <a:lnTo>
                    <a:pt x="1835590" y="1486227"/>
                  </a:lnTo>
                  <a:lnTo>
                    <a:pt x="1839829" y="1486227"/>
                  </a:lnTo>
                  <a:lnTo>
                    <a:pt x="1839829" y="1485870"/>
                  </a:lnTo>
                  <a:lnTo>
                    <a:pt x="1844069" y="1485870"/>
                  </a:lnTo>
                  <a:lnTo>
                    <a:pt x="1844069" y="1484800"/>
                  </a:lnTo>
                  <a:lnTo>
                    <a:pt x="1848308" y="1484800"/>
                  </a:lnTo>
                  <a:lnTo>
                    <a:pt x="1848308" y="1481588"/>
                  </a:lnTo>
                  <a:lnTo>
                    <a:pt x="1852547" y="1481588"/>
                  </a:lnTo>
                  <a:lnTo>
                    <a:pt x="1852547" y="1479804"/>
                  </a:lnTo>
                  <a:lnTo>
                    <a:pt x="1856786" y="1479804"/>
                  </a:lnTo>
                  <a:lnTo>
                    <a:pt x="1856786" y="1475163"/>
                  </a:lnTo>
                  <a:lnTo>
                    <a:pt x="1861026" y="1475163"/>
                  </a:lnTo>
                  <a:lnTo>
                    <a:pt x="1861026" y="1472664"/>
                  </a:lnTo>
                  <a:lnTo>
                    <a:pt x="1865265" y="1472664"/>
                  </a:lnTo>
                  <a:lnTo>
                    <a:pt x="1865265" y="1470165"/>
                  </a:lnTo>
                  <a:lnTo>
                    <a:pt x="1869504" y="1470165"/>
                  </a:lnTo>
                  <a:lnTo>
                    <a:pt x="1869504" y="1467308"/>
                  </a:lnTo>
                  <a:lnTo>
                    <a:pt x="1873743" y="1467308"/>
                  </a:lnTo>
                  <a:lnTo>
                    <a:pt x="1873743" y="1463735"/>
                  </a:lnTo>
                  <a:lnTo>
                    <a:pt x="1877983" y="1463735"/>
                  </a:lnTo>
                  <a:lnTo>
                    <a:pt x="1877983" y="1459087"/>
                  </a:lnTo>
                  <a:lnTo>
                    <a:pt x="1882222" y="1459087"/>
                  </a:lnTo>
                  <a:lnTo>
                    <a:pt x="1882222" y="1455869"/>
                  </a:lnTo>
                  <a:lnTo>
                    <a:pt x="1886461" y="1455869"/>
                  </a:lnTo>
                  <a:lnTo>
                    <a:pt x="1886461" y="1452292"/>
                  </a:lnTo>
                  <a:lnTo>
                    <a:pt x="1890700" y="1452292"/>
                  </a:lnTo>
                  <a:lnTo>
                    <a:pt x="1890700" y="1447284"/>
                  </a:lnTo>
                  <a:lnTo>
                    <a:pt x="1894940" y="1447284"/>
                  </a:lnTo>
                  <a:lnTo>
                    <a:pt x="1894940" y="1443705"/>
                  </a:lnTo>
                  <a:lnTo>
                    <a:pt x="1899179" y="1443705"/>
                  </a:lnTo>
                  <a:lnTo>
                    <a:pt x="1899179" y="1442274"/>
                  </a:lnTo>
                  <a:lnTo>
                    <a:pt x="1903418" y="1442274"/>
                  </a:lnTo>
                  <a:lnTo>
                    <a:pt x="1903418" y="1439768"/>
                  </a:lnTo>
                  <a:lnTo>
                    <a:pt x="1907657" y="1439768"/>
                  </a:lnTo>
                  <a:lnTo>
                    <a:pt x="1907657" y="1435829"/>
                  </a:lnTo>
                  <a:lnTo>
                    <a:pt x="1911897" y="1435829"/>
                  </a:lnTo>
                  <a:lnTo>
                    <a:pt x="1911897" y="1433323"/>
                  </a:lnTo>
                  <a:lnTo>
                    <a:pt x="1916136" y="1433323"/>
                  </a:lnTo>
                  <a:lnTo>
                    <a:pt x="1916136" y="1430099"/>
                  </a:lnTo>
                  <a:lnTo>
                    <a:pt x="1920375" y="1430099"/>
                  </a:lnTo>
                  <a:lnTo>
                    <a:pt x="1920375" y="1425082"/>
                  </a:lnTo>
                  <a:lnTo>
                    <a:pt x="1924614" y="1425082"/>
                  </a:lnTo>
                  <a:lnTo>
                    <a:pt x="1924614" y="1423290"/>
                  </a:lnTo>
                  <a:lnTo>
                    <a:pt x="1928853" y="1423290"/>
                  </a:lnTo>
                  <a:lnTo>
                    <a:pt x="1928853" y="1421139"/>
                  </a:lnTo>
                  <a:lnTo>
                    <a:pt x="1933093" y="1421139"/>
                  </a:lnTo>
                  <a:lnTo>
                    <a:pt x="1933093" y="1417553"/>
                  </a:lnTo>
                  <a:lnTo>
                    <a:pt x="1937332" y="1417553"/>
                  </a:lnTo>
                  <a:lnTo>
                    <a:pt x="1937332" y="1414683"/>
                  </a:lnTo>
                  <a:lnTo>
                    <a:pt x="1941571" y="1414683"/>
                  </a:lnTo>
                  <a:lnTo>
                    <a:pt x="1941571" y="1411454"/>
                  </a:lnTo>
                  <a:lnTo>
                    <a:pt x="1945810" y="1411454"/>
                  </a:lnTo>
                  <a:lnTo>
                    <a:pt x="1945810" y="1410019"/>
                  </a:lnTo>
                  <a:lnTo>
                    <a:pt x="1950050" y="1410019"/>
                  </a:lnTo>
                  <a:lnTo>
                    <a:pt x="1950050" y="1407148"/>
                  </a:lnTo>
                  <a:lnTo>
                    <a:pt x="1954289" y="1407148"/>
                  </a:lnTo>
                  <a:lnTo>
                    <a:pt x="1954289" y="1404994"/>
                  </a:lnTo>
                  <a:lnTo>
                    <a:pt x="1958528" y="1404994"/>
                  </a:lnTo>
                  <a:lnTo>
                    <a:pt x="1958528" y="1403200"/>
                  </a:lnTo>
                  <a:lnTo>
                    <a:pt x="1962767" y="1403200"/>
                  </a:lnTo>
                  <a:lnTo>
                    <a:pt x="1962767" y="1400686"/>
                  </a:lnTo>
                  <a:lnTo>
                    <a:pt x="1967007" y="1400686"/>
                  </a:lnTo>
                  <a:lnTo>
                    <a:pt x="1967007" y="1398172"/>
                  </a:lnTo>
                  <a:lnTo>
                    <a:pt x="1971246" y="1398172"/>
                  </a:lnTo>
                  <a:lnTo>
                    <a:pt x="1971246" y="1394220"/>
                  </a:lnTo>
                  <a:lnTo>
                    <a:pt x="1975485" y="1394220"/>
                  </a:lnTo>
                  <a:lnTo>
                    <a:pt x="1975485" y="1390626"/>
                  </a:lnTo>
                  <a:lnTo>
                    <a:pt x="1979724" y="1390626"/>
                  </a:lnTo>
                  <a:lnTo>
                    <a:pt x="1979724" y="1388469"/>
                  </a:lnTo>
                  <a:lnTo>
                    <a:pt x="1983964" y="1388469"/>
                  </a:lnTo>
                  <a:lnTo>
                    <a:pt x="1983964" y="1385593"/>
                  </a:lnTo>
                  <a:lnTo>
                    <a:pt x="1988203" y="1385593"/>
                  </a:lnTo>
                  <a:lnTo>
                    <a:pt x="1988203" y="1383076"/>
                  </a:lnTo>
                  <a:lnTo>
                    <a:pt x="1992442" y="1383076"/>
                  </a:lnTo>
                  <a:lnTo>
                    <a:pt x="1992442" y="1381277"/>
                  </a:lnTo>
                  <a:lnTo>
                    <a:pt x="1996681" y="1381277"/>
                  </a:lnTo>
                  <a:lnTo>
                    <a:pt x="1996681" y="1378397"/>
                  </a:lnTo>
                  <a:lnTo>
                    <a:pt x="2000921" y="1378397"/>
                  </a:lnTo>
                  <a:lnTo>
                    <a:pt x="2000921" y="1374075"/>
                  </a:lnTo>
                  <a:lnTo>
                    <a:pt x="2005160" y="1374075"/>
                  </a:lnTo>
                  <a:lnTo>
                    <a:pt x="2005160" y="1373355"/>
                  </a:lnTo>
                  <a:lnTo>
                    <a:pt x="2009399" y="1373355"/>
                  </a:lnTo>
                  <a:lnTo>
                    <a:pt x="2009399" y="1371554"/>
                  </a:lnTo>
                  <a:lnTo>
                    <a:pt x="2013638" y="1371554"/>
                  </a:lnTo>
                  <a:lnTo>
                    <a:pt x="2013638" y="1369393"/>
                  </a:lnTo>
                  <a:lnTo>
                    <a:pt x="2017878" y="1369393"/>
                  </a:lnTo>
                  <a:lnTo>
                    <a:pt x="2017878" y="1367231"/>
                  </a:lnTo>
                  <a:lnTo>
                    <a:pt x="2022117" y="1367231"/>
                  </a:lnTo>
                  <a:lnTo>
                    <a:pt x="2022117" y="1365069"/>
                  </a:lnTo>
                  <a:lnTo>
                    <a:pt x="2026356" y="1365069"/>
                  </a:lnTo>
                  <a:lnTo>
                    <a:pt x="2026356" y="1361104"/>
                  </a:lnTo>
                  <a:lnTo>
                    <a:pt x="2030595" y="1361104"/>
                  </a:lnTo>
                  <a:lnTo>
                    <a:pt x="2030595" y="1357499"/>
                  </a:lnTo>
                  <a:lnTo>
                    <a:pt x="2034834" y="1357499"/>
                  </a:lnTo>
                  <a:lnTo>
                    <a:pt x="2034834" y="1353534"/>
                  </a:lnTo>
                  <a:lnTo>
                    <a:pt x="2039074" y="1353534"/>
                  </a:lnTo>
                  <a:lnTo>
                    <a:pt x="2039074" y="1351731"/>
                  </a:lnTo>
                  <a:lnTo>
                    <a:pt x="2043313" y="1351731"/>
                  </a:lnTo>
                  <a:lnTo>
                    <a:pt x="2043313" y="1349567"/>
                  </a:lnTo>
                  <a:lnTo>
                    <a:pt x="2047552" y="1349567"/>
                  </a:lnTo>
                  <a:lnTo>
                    <a:pt x="2047552" y="1345598"/>
                  </a:lnTo>
                  <a:lnTo>
                    <a:pt x="2051791" y="1345598"/>
                  </a:lnTo>
                  <a:lnTo>
                    <a:pt x="2051791" y="1341626"/>
                  </a:lnTo>
                  <a:lnTo>
                    <a:pt x="2056031" y="1341626"/>
                  </a:lnTo>
                  <a:lnTo>
                    <a:pt x="2056031" y="1340182"/>
                  </a:lnTo>
                  <a:lnTo>
                    <a:pt x="2060270" y="1340182"/>
                  </a:lnTo>
                  <a:lnTo>
                    <a:pt x="2060270" y="1336930"/>
                  </a:lnTo>
                  <a:lnTo>
                    <a:pt x="2064509" y="1336930"/>
                  </a:lnTo>
                  <a:lnTo>
                    <a:pt x="2064509" y="1333679"/>
                  </a:lnTo>
                  <a:lnTo>
                    <a:pt x="2068748" y="1333679"/>
                  </a:lnTo>
                  <a:lnTo>
                    <a:pt x="2068748" y="1331510"/>
                  </a:lnTo>
                  <a:lnTo>
                    <a:pt x="2072988" y="1331510"/>
                  </a:lnTo>
                  <a:lnTo>
                    <a:pt x="2072988" y="1330064"/>
                  </a:lnTo>
                  <a:lnTo>
                    <a:pt x="2077227" y="1330064"/>
                  </a:lnTo>
                  <a:lnTo>
                    <a:pt x="2077227" y="1327895"/>
                  </a:lnTo>
                  <a:lnTo>
                    <a:pt x="2081466" y="1327895"/>
                  </a:lnTo>
                  <a:lnTo>
                    <a:pt x="2081466" y="1325001"/>
                  </a:lnTo>
                  <a:lnTo>
                    <a:pt x="2085705" y="1325001"/>
                  </a:lnTo>
                  <a:lnTo>
                    <a:pt x="2085705" y="1322106"/>
                  </a:lnTo>
                  <a:lnTo>
                    <a:pt x="2089945" y="1322106"/>
                  </a:lnTo>
                  <a:lnTo>
                    <a:pt x="2089945" y="1319935"/>
                  </a:lnTo>
                  <a:lnTo>
                    <a:pt x="2094184" y="1319935"/>
                  </a:lnTo>
                  <a:lnTo>
                    <a:pt x="2094184" y="1316676"/>
                  </a:lnTo>
                  <a:lnTo>
                    <a:pt x="2098423" y="1316676"/>
                  </a:lnTo>
                  <a:lnTo>
                    <a:pt x="2098423" y="1313779"/>
                  </a:lnTo>
                  <a:lnTo>
                    <a:pt x="2102662" y="1313779"/>
                  </a:lnTo>
                  <a:lnTo>
                    <a:pt x="2102662" y="1310880"/>
                  </a:lnTo>
                  <a:lnTo>
                    <a:pt x="2106902" y="1310880"/>
                  </a:lnTo>
                  <a:lnTo>
                    <a:pt x="2106902" y="1307619"/>
                  </a:lnTo>
                  <a:lnTo>
                    <a:pt x="2111141" y="1307619"/>
                  </a:lnTo>
                  <a:lnTo>
                    <a:pt x="2111141" y="1306169"/>
                  </a:lnTo>
                  <a:lnTo>
                    <a:pt x="2115380" y="1306169"/>
                  </a:lnTo>
                  <a:lnTo>
                    <a:pt x="2115380" y="1302181"/>
                  </a:lnTo>
                  <a:lnTo>
                    <a:pt x="2119619" y="1302181"/>
                  </a:lnTo>
                  <a:lnTo>
                    <a:pt x="2119619" y="1300368"/>
                  </a:lnTo>
                  <a:lnTo>
                    <a:pt x="2123859" y="1300368"/>
                  </a:lnTo>
                  <a:lnTo>
                    <a:pt x="2123859" y="1296741"/>
                  </a:lnTo>
                  <a:lnTo>
                    <a:pt x="2128098" y="1296741"/>
                  </a:lnTo>
                  <a:lnTo>
                    <a:pt x="2128098" y="1292752"/>
                  </a:lnTo>
                  <a:lnTo>
                    <a:pt x="2132337" y="1292752"/>
                  </a:lnTo>
                  <a:lnTo>
                    <a:pt x="2132337" y="1290938"/>
                  </a:lnTo>
                  <a:lnTo>
                    <a:pt x="2136576" y="1290938"/>
                  </a:lnTo>
                  <a:lnTo>
                    <a:pt x="2136576" y="1287673"/>
                  </a:lnTo>
                  <a:lnTo>
                    <a:pt x="2140815" y="1287673"/>
                  </a:lnTo>
                  <a:lnTo>
                    <a:pt x="2140815" y="1285496"/>
                  </a:lnTo>
                  <a:lnTo>
                    <a:pt x="2145055" y="1285496"/>
                  </a:lnTo>
                  <a:lnTo>
                    <a:pt x="2145055" y="1281865"/>
                  </a:lnTo>
                  <a:lnTo>
                    <a:pt x="2149294" y="1281865"/>
                  </a:lnTo>
                  <a:lnTo>
                    <a:pt x="2149294" y="1277508"/>
                  </a:lnTo>
                  <a:lnTo>
                    <a:pt x="2153533" y="1277508"/>
                  </a:lnTo>
                  <a:lnTo>
                    <a:pt x="2153533" y="1274603"/>
                  </a:lnTo>
                  <a:lnTo>
                    <a:pt x="2157772" y="1274603"/>
                  </a:lnTo>
                  <a:lnTo>
                    <a:pt x="2157772" y="1271335"/>
                  </a:lnTo>
                  <a:lnTo>
                    <a:pt x="2162012" y="1271335"/>
                  </a:lnTo>
                  <a:lnTo>
                    <a:pt x="2162012" y="1270245"/>
                  </a:lnTo>
                  <a:lnTo>
                    <a:pt x="2166251" y="1270245"/>
                  </a:lnTo>
                  <a:lnTo>
                    <a:pt x="2166251" y="1266612"/>
                  </a:lnTo>
                  <a:lnTo>
                    <a:pt x="2170490" y="1266612"/>
                  </a:lnTo>
                  <a:lnTo>
                    <a:pt x="2170490" y="1264795"/>
                  </a:lnTo>
                  <a:lnTo>
                    <a:pt x="2174729" y="1264795"/>
                  </a:lnTo>
                  <a:lnTo>
                    <a:pt x="2174729" y="1262250"/>
                  </a:lnTo>
                  <a:lnTo>
                    <a:pt x="2178969" y="1262250"/>
                  </a:lnTo>
                  <a:lnTo>
                    <a:pt x="2178969" y="1261523"/>
                  </a:lnTo>
                  <a:lnTo>
                    <a:pt x="2183208" y="1261523"/>
                  </a:lnTo>
                  <a:lnTo>
                    <a:pt x="2183208" y="1258614"/>
                  </a:lnTo>
                  <a:lnTo>
                    <a:pt x="2187447" y="1258614"/>
                  </a:lnTo>
                  <a:lnTo>
                    <a:pt x="2187447" y="1255705"/>
                  </a:lnTo>
                  <a:lnTo>
                    <a:pt x="2191686" y="1255705"/>
                  </a:lnTo>
                  <a:lnTo>
                    <a:pt x="2191686" y="1254614"/>
                  </a:lnTo>
                  <a:lnTo>
                    <a:pt x="2195926" y="1254614"/>
                  </a:lnTo>
                  <a:lnTo>
                    <a:pt x="2195926" y="1249886"/>
                  </a:lnTo>
                  <a:lnTo>
                    <a:pt x="2200165" y="1249886"/>
                  </a:lnTo>
                  <a:lnTo>
                    <a:pt x="2200165" y="1248065"/>
                  </a:lnTo>
                  <a:lnTo>
                    <a:pt x="2204404" y="1248065"/>
                  </a:lnTo>
                  <a:lnTo>
                    <a:pt x="2204404" y="1245515"/>
                  </a:lnTo>
                  <a:lnTo>
                    <a:pt x="2208643" y="1245515"/>
                  </a:lnTo>
                  <a:lnTo>
                    <a:pt x="2208643" y="1244786"/>
                  </a:lnTo>
                  <a:lnTo>
                    <a:pt x="2212883" y="1244786"/>
                  </a:lnTo>
                  <a:lnTo>
                    <a:pt x="2212883" y="1242236"/>
                  </a:lnTo>
                  <a:lnTo>
                    <a:pt x="2217122" y="1242236"/>
                  </a:lnTo>
                  <a:lnTo>
                    <a:pt x="2217122" y="1241142"/>
                  </a:lnTo>
                  <a:lnTo>
                    <a:pt x="2221361" y="1241142"/>
                  </a:lnTo>
                  <a:lnTo>
                    <a:pt x="2221361" y="1238225"/>
                  </a:lnTo>
                  <a:lnTo>
                    <a:pt x="2225600" y="1238225"/>
                  </a:lnTo>
                  <a:lnTo>
                    <a:pt x="2225600" y="1235308"/>
                  </a:lnTo>
                  <a:lnTo>
                    <a:pt x="2229839" y="1235308"/>
                  </a:lnTo>
                  <a:lnTo>
                    <a:pt x="2229839" y="1232754"/>
                  </a:lnTo>
                  <a:lnTo>
                    <a:pt x="2234079" y="1232754"/>
                  </a:lnTo>
                  <a:lnTo>
                    <a:pt x="2234079" y="1229104"/>
                  </a:lnTo>
                  <a:lnTo>
                    <a:pt x="2238318" y="1229104"/>
                  </a:lnTo>
                  <a:lnTo>
                    <a:pt x="2238318" y="1227279"/>
                  </a:lnTo>
                  <a:lnTo>
                    <a:pt x="2242557" y="1227279"/>
                  </a:lnTo>
                  <a:lnTo>
                    <a:pt x="2242557" y="1222531"/>
                  </a:lnTo>
                  <a:lnTo>
                    <a:pt x="2246796" y="1222531"/>
                  </a:lnTo>
                  <a:lnTo>
                    <a:pt x="2246796" y="1220704"/>
                  </a:lnTo>
                  <a:lnTo>
                    <a:pt x="2251036" y="1220704"/>
                  </a:lnTo>
                  <a:lnTo>
                    <a:pt x="2251036" y="1219242"/>
                  </a:lnTo>
                  <a:lnTo>
                    <a:pt x="2255275" y="1219242"/>
                  </a:lnTo>
                  <a:lnTo>
                    <a:pt x="2255275" y="1216316"/>
                  </a:lnTo>
                  <a:lnTo>
                    <a:pt x="2259514" y="1216316"/>
                  </a:lnTo>
                  <a:lnTo>
                    <a:pt x="2259514" y="1213386"/>
                  </a:lnTo>
                  <a:lnTo>
                    <a:pt x="2263753" y="1213386"/>
                  </a:lnTo>
                  <a:lnTo>
                    <a:pt x="2263753" y="1211921"/>
                  </a:lnTo>
                  <a:lnTo>
                    <a:pt x="2267993" y="1211921"/>
                  </a:lnTo>
                  <a:lnTo>
                    <a:pt x="2267993" y="1207524"/>
                  </a:lnTo>
                  <a:lnTo>
                    <a:pt x="2272232" y="1207524"/>
                  </a:lnTo>
                  <a:lnTo>
                    <a:pt x="2272232" y="1204226"/>
                  </a:lnTo>
                  <a:lnTo>
                    <a:pt x="2276471" y="1204226"/>
                  </a:lnTo>
                  <a:lnTo>
                    <a:pt x="2276471" y="1202027"/>
                  </a:lnTo>
                  <a:lnTo>
                    <a:pt x="2280710" y="1202027"/>
                  </a:lnTo>
                  <a:lnTo>
                    <a:pt x="2280710" y="1199461"/>
                  </a:lnTo>
                  <a:lnTo>
                    <a:pt x="2284950" y="1199461"/>
                  </a:lnTo>
                  <a:lnTo>
                    <a:pt x="2284950" y="1194694"/>
                  </a:lnTo>
                  <a:lnTo>
                    <a:pt x="2289189" y="1194694"/>
                  </a:lnTo>
                  <a:lnTo>
                    <a:pt x="2289189" y="1191023"/>
                  </a:lnTo>
                  <a:lnTo>
                    <a:pt x="2293428" y="1191023"/>
                  </a:lnTo>
                  <a:lnTo>
                    <a:pt x="2293428" y="1189187"/>
                  </a:lnTo>
                  <a:lnTo>
                    <a:pt x="2297667" y="1189187"/>
                  </a:lnTo>
                  <a:lnTo>
                    <a:pt x="2297667" y="1186616"/>
                  </a:lnTo>
                  <a:lnTo>
                    <a:pt x="2301907" y="1186616"/>
                  </a:lnTo>
                  <a:lnTo>
                    <a:pt x="2301907" y="1184779"/>
                  </a:lnTo>
                  <a:lnTo>
                    <a:pt x="2306146" y="1184779"/>
                  </a:lnTo>
                  <a:lnTo>
                    <a:pt x="2306146" y="1183676"/>
                  </a:lnTo>
                  <a:lnTo>
                    <a:pt x="2310385" y="1183676"/>
                  </a:lnTo>
                  <a:lnTo>
                    <a:pt x="2310385" y="1182205"/>
                  </a:lnTo>
                  <a:lnTo>
                    <a:pt x="2314624" y="1182205"/>
                  </a:lnTo>
                  <a:lnTo>
                    <a:pt x="2314624" y="1179629"/>
                  </a:lnTo>
                  <a:lnTo>
                    <a:pt x="2318864" y="1179629"/>
                  </a:lnTo>
                  <a:lnTo>
                    <a:pt x="2318864" y="1177419"/>
                  </a:lnTo>
                  <a:lnTo>
                    <a:pt x="2323103" y="1177419"/>
                  </a:lnTo>
                  <a:lnTo>
                    <a:pt x="2323103" y="1174102"/>
                  </a:lnTo>
                  <a:lnTo>
                    <a:pt x="2327342" y="1174102"/>
                  </a:lnTo>
                  <a:lnTo>
                    <a:pt x="2327342" y="1171153"/>
                  </a:lnTo>
                  <a:lnTo>
                    <a:pt x="2331581" y="1171153"/>
                  </a:lnTo>
                  <a:lnTo>
                    <a:pt x="2331581" y="1170416"/>
                  </a:lnTo>
                  <a:lnTo>
                    <a:pt x="2335820" y="1170416"/>
                  </a:lnTo>
                  <a:lnTo>
                    <a:pt x="2335820" y="1168941"/>
                  </a:lnTo>
                  <a:lnTo>
                    <a:pt x="2340060" y="1168941"/>
                  </a:lnTo>
                  <a:lnTo>
                    <a:pt x="2340060" y="1167096"/>
                  </a:lnTo>
                  <a:lnTo>
                    <a:pt x="2344299" y="1167096"/>
                  </a:lnTo>
                  <a:lnTo>
                    <a:pt x="2344299" y="1166358"/>
                  </a:lnTo>
                  <a:lnTo>
                    <a:pt x="2348538" y="1166358"/>
                  </a:lnTo>
                  <a:lnTo>
                    <a:pt x="2348538" y="1165620"/>
                  </a:lnTo>
                  <a:lnTo>
                    <a:pt x="2352777" y="1165620"/>
                  </a:lnTo>
                  <a:lnTo>
                    <a:pt x="2352777" y="1163772"/>
                  </a:lnTo>
                  <a:lnTo>
                    <a:pt x="2357017" y="1163772"/>
                  </a:lnTo>
                  <a:lnTo>
                    <a:pt x="2357017" y="1160815"/>
                  </a:lnTo>
                  <a:lnTo>
                    <a:pt x="2361256" y="1160815"/>
                  </a:lnTo>
                  <a:lnTo>
                    <a:pt x="2361256" y="1158967"/>
                  </a:lnTo>
                  <a:lnTo>
                    <a:pt x="2365495" y="1158967"/>
                  </a:lnTo>
                  <a:lnTo>
                    <a:pt x="2365495" y="1157858"/>
                  </a:lnTo>
                  <a:lnTo>
                    <a:pt x="2369734" y="1157858"/>
                  </a:lnTo>
                  <a:lnTo>
                    <a:pt x="2369734" y="1156009"/>
                  </a:lnTo>
                  <a:lnTo>
                    <a:pt x="2373974" y="1156009"/>
                  </a:lnTo>
                  <a:lnTo>
                    <a:pt x="2373974" y="1155270"/>
                  </a:lnTo>
                  <a:lnTo>
                    <a:pt x="2378213" y="1155270"/>
                  </a:lnTo>
                  <a:lnTo>
                    <a:pt x="2378213" y="1153418"/>
                  </a:lnTo>
                  <a:lnTo>
                    <a:pt x="2382452" y="1153418"/>
                  </a:lnTo>
                  <a:lnTo>
                    <a:pt x="2382452" y="1150825"/>
                  </a:lnTo>
                  <a:lnTo>
                    <a:pt x="2386691" y="1150825"/>
                  </a:lnTo>
                  <a:lnTo>
                    <a:pt x="2386691" y="1149344"/>
                  </a:lnTo>
                  <a:lnTo>
                    <a:pt x="2390931" y="1149344"/>
                  </a:lnTo>
                  <a:lnTo>
                    <a:pt x="2390931" y="1148232"/>
                  </a:lnTo>
                  <a:lnTo>
                    <a:pt x="2395170" y="1148232"/>
                  </a:lnTo>
                  <a:lnTo>
                    <a:pt x="2395170" y="1147120"/>
                  </a:lnTo>
                  <a:lnTo>
                    <a:pt x="2399409" y="1147120"/>
                  </a:lnTo>
                  <a:lnTo>
                    <a:pt x="2399409" y="1146008"/>
                  </a:lnTo>
                  <a:lnTo>
                    <a:pt x="2403648" y="1146008"/>
                  </a:lnTo>
                  <a:lnTo>
                    <a:pt x="2403648" y="1143041"/>
                  </a:lnTo>
                  <a:lnTo>
                    <a:pt x="2407888" y="1143041"/>
                  </a:lnTo>
                  <a:lnTo>
                    <a:pt x="2407888" y="1140815"/>
                  </a:lnTo>
                  <a:lnTo>
                    <a:pt x="2412127" y="1140815"/>
                  </a:lnTo>
                  <a:lnTo>
                    <a:pt x="2412127" y="1139330"/>
                  </a:lnTo>
                  <a:lnTo>
                    <a:pt x="2416366" y="1139330"/>
                  </a:lnTo>
                  <a:lnTo>
                    <a:pt x="2416366" y="1138216"/>
                  </a:lnTo>
                  <a:lnTo>
                    <a:pt x="2420605" y="1138216"/>
                  </a:lnTo>
                  <a:lnTo>
                    <a:pt x="2420605" y="1135986"/>
                  </a:lnTo>
                  <a:lnTo>
                    <a:pt x="2424845" y="1135986"/>
                  </a:lnTo>
                  <a:lnTo>
                    <a:pt x="2424845" y="1134500"/>
                  </a:lnTo>
                  <a:lnTo>
                    <a:pt x="2429084" y="1134500"/>
                  </a:lnTo>
                  <a:lnTo>
                    <a:pt x="2429084" y="1130412"/>
                  </a:lnTo>
                  <a:lnTo>
                    <a:pt x="2433323" y="1130412"/>
                  </a:lnTo>
                  <a:lnTo>
                    <a:pt x="2433323" y="1128552"/>
                  </a:lnTo>
                  <a:lnTo>
                    <a:pt x="2437562" y="1128552"/>
                  </a:lnTo>
                  <a:lnTo>
                    <a:pt x="2437562" y="1127063"/>
                  </a:lnTo>
                  <a:lnTo>
                    <a:pt x="2441801" y="1127063"/>
                  </a:lnTo>
                  <a:lnTo>
                    <a:pt x="2441801" y="1123340"/>
                  </a:lnTo>
                  <a:lnTo>
                    <a:pt x="2446041" y="1123340"/>
                  </a:lnTo>
                  <a:lnTo>
                    <a:pt x="2446041" y="1121106"/>
                  </a:lnTo>
                  <a:lnTo>
                    <a:pt x="2450280" y="1121106"/>
                  </a:lnTo>
                  <a:lnTo>
                    <a:pt x="2450280" y="1121106"/>
                  </a:lnTo>
                  <a:lnTo>
                    <a:pt x="2454519" y="1121106"/>
                  </a:lnTo>
                  <a:lnTo>
                    <a:pt x="2454519" y="1118870"/>
                  </a:lnTo>
                  <a:lnTo>
                    <a:pt x="2458758" y="1118870"/>
                  </a:lnTo>
                  <a:lnTo>
                    <a:pt x="2458758" y="1115516"/>
                  </a:lnTo>
                  <a:lnTo>
                    <a:pt x="2462998" y="1115516"/>
                  </a:lnTo>
                  <a:lnTo>
                    <a:pt x="2462998" y="1114397"/>
                  </a:lnTo>
                  <a:lnTo>
                    <a:pt x="2467237" y="1114397"/>
                  </a:lnTo>
                  <a:lnTo>
                    <a:pt x="2467237" y="1110664"/>
                  </a:lnTo>
                  <a:lnTo>
                    <a:pt x="2471476" y="1110664"/>
                  </a:lnTo>
                  <a:lnTo>
                    <a:pt x="2471476" y="1109170"/>
                  </a:lnTo>
                  <a:lnTo>
                    <a:pt x="2475715" y="1109170"/>
                  </a:lnTo>
                  <a:lnTo>
                    <a:pt x="2475715" y="1106555"/>
                  </a:lnTo>
                  <a:lnTo>
                    <a:pt x="2479955" y="1106555"/>
                  </a:lnTo>
                  <a:lnTo>
                    <a:pt x="2479955" y="1102817"/>
                  </a:lnTo>
                  <a:lnTo>
                    <a:pt x="2484194" y="1102817"/>
                  </a:lnTo>
                  <a:lnTo>
                    <a:pt x="2484194" y="1101321"/>
                  </a:lnTo>
                  <a:lnTo>
                    <a:pt x="2488433" y="1101321"/>
                  </a:lnTo>
                  <a:lnTo>
                    <a:pt x="2488433" y="1099825"/>
                  </a:lnTo>
                  <a:lnTo>
                    <a:pt x="2492672" y="1099825"/>
                  </a:lnTo>
                  <a:lnTo>
                    <a:pt x="2492672" y="1097955"/>
                  </a:lnTo>
                  <a:lnTo>
                    <a:pt x="2496912" y="1097955"/>
                  </a:lnTo>
                  <a:lnTo>
                    <a:pt x="2496912" y="1094955"/>
                  </a:lnTo>
                  <a:lnTo>
                    <a:pt x="2501151" y="1094955"/>
                  </a:lnTo>
                  <a:lnTo>
                    <a:pt x="2501151" y="1092328"/>
                  </a:lnTo>
                  <a:lnTo>
                    <a:pt x="2505390" y="1092328"/>
                  </a:lnTo>
                  <a:lnTo>
                    <a:pt x="2505390" y="1090075"/>
                  </a:lnTo>
                  <a:lnTo>
                    <a:pt x="2509629" y="1090075"/>
                  </a:lnTo>
                  <a:lnTo>
                    <a:pt x="2509629" y="1087070"/>
                  </a:lnTo>
                  <a:lnTo>
                    <a:pt x="2513869" y="1087070"/>
                  </a:lnTo>
                  <a:lnTo>
                    <a:pt x="2513869" y="1085191"/>
                  </a:lnTo>
                  <a:lnTo>
                    <a:pt x="2518108" y="1085191"/>
                  </a:lnTo>
                  <a:lnTo>
                    <a:pt x="2518108" y="1082937"/>
                  </a:lnTo>
                  <a:lnTo>
                    <a:pt x="2522347" y="1082937"/>
                  </a:lnTo>
                  <a:lnTo>
                    <a:pt x="2522347" y="1080679"/>
                  </a:lnTo>
                  <a:lnTo>
                    <a:pt x="2526586" y="1080679"/>
                  </a:lnTo>
                  <a:lnTo>
                    <a:pt x="2526586" y="1079548"/>
                  </a:lnTo>
                  <a:lnTo>
                    <a:pt x="2530825" y="1079548"/>
                  </a:lnTo>
                  <a:lnTo>
                    <a:pt x="2530825" y="1076530"/>
                  </a:lnTo>
                  <a:lnTo>
                    <a:pt x="2535065" y="1076530"/>
                  </a:lnTo>
                  <a:lnTo>
                    <a:pt x="2535065" y="1074642"/>
                  </a:lnTo>
                  <a:lnTo>
                    <a:pt x="2539304" y="1074642"/>
                  </a:lnTo>
                  <a:lnTo>
                    <a:pt x="2539304" y="1072754"/>
                  </a:lnTo>
                  <a:lnTo>
                    <a:pt x="2543543" y="1072754"/>
                  </a:lnTo>
                  <a:lnTo>
                    <a:pt x="2543543" y="1069731"/>
                  </a:lnTo>
                  <a:lnTo>
                    <a:pt x="2547782" y="1069731"/>
                  </a:lnTo>
                  <a:lnTo>
                    <a:pt x="2547782" y="1068975"/>
                  </a:lnTo>
                  <a:lnTo>
                    <a:pt x="2552022" y="1068975"/>
                  </a:lnTo>
                  <a:lnTo>
                    <a:pt x="2552022" y="1067463"/>
                  </a:lnTo>
                  <a:lnTo>
                    <a:pt x="2556261" y="1067463"/>
                  </a:lnTo>
                  <a:lnTo>
                    <a:pt x="2556261" y="1065190"/>
                  </a:lnTo>
                  <a:lnTo>
                    <a:pt x="2560500" y="1065190"/>
                  </a:lnTo>
                  <a:lnTo>
                    <a:pt x="2560500" y="1062918"/>
                  </a:lnTo>
                  <a:lnTo>
                    <a:pt x="2564739" y="1062918"/>
                  </a:lnTo>
                  <a:lnTo>
                    <a:pt x="2564739" y="1061022"/>
                  </a:lnTo>
                  <a:lnTo>
                    <a:pt x="2568979" y="1061022"/>
                  </a:lnTo>
                  <a:lnTo>
                    <a:pt x="2568979" y="1059504"/>
                  </a:lnTo>
                  <a:lnTo>
                    <a:pt x="2573218" y="1059504"/>
                  </a:lnTo>
                  <a:lnTo>
                    <a:pt x="2573218" y="1057226"/>
                  </a:lnTo>
                  <a:lnTo>
                    <a:pt x="2577457" y="1057226"/>
                  </a:lnTo>
                  <a:lnTo>
                    <a:pt x="2577457" y="1055327"/>
                  </a:lnTo>
                  <a:lnTo>
                    <a:pt x="2581696" y="1055327"/>
                  </a:lnTo>
                  <a:lnTo>
                    <a:pt x="2581696" y="1052665"/>
                  </a:lnTo>
                  <a:lnTo>
                    <a:pt x="2585936" y="1052665"/>
                  </a:lnTo>
                  <a:lnTo>
                    <a:pt x="2585936" y="1051142"/>
                  </a:lnTo>
                  <a:lnTo>
                    <a:pt x="2590175" y="1051142"/>
                  </a:lnTo>
                  <a:lnTo>
                    <a:pt x="2590175" y="1050379"/>
                  </a:lnTo>
                  <a:lnTo>
                    <a:pt x="2594414" y="1050379"/>
                  </a:lnTo>
                  <a:lnTo>
                    <a:pt x="2594414" y="1048854"/>
                  </a:lnTo>
                  <a:lnTo>
                    <a:pt x="2598653" y="1048854"/>
                  </a:lnTo>
                  <a:lnTo>
                    <a:pt x="2598653" y="1046184"/>
                  </a:lnTo>
                  <a:lnTo>
                    <a:pt x="2602893" y="1046184"/>
                  </a:lnTo>
                  <a:lnTo>
                    <a:pt x="2602893" y="1043895"/>
                  </a:lnTo>
                  <a:lnTo>
                    <a:pt x="2607132" y="1043895"/>
                  </a:lnTo>
                  <a:lnTo>
                    <a:pt x="2607132" y="1042369"/>
                  </a:lnTo>
                  <a:lnTo>
                    <a:pt x="2611371" y="1042369"/>
                  </a:lnTo>
                  <a:lnTo>
                    <a:pt x="2611371" y="1039697"/>
                  </a:lnTo>
                  <a:lnTo>
                    <a:pt x="2615610" y="1039697"/>
                  </a:lnTo>
                  <a:lnTo>
                    <a:pt x="2615610" y="1038550"/>
                  </a:lnTo>
                  <a:lnTo>
                    <a:pt x="2619850" y="1038550"/>
                  </a:lnTo>
                  <a:lnTo>
                    <a:pt x="2619850" y="1036255"/>
                  </a:lnTo>
                  <a:lnTo>
                    <a:pt x="2624089" y="1036255"/>
                  </a:lnTo>
                  <a:lnTo>
                    <a:pt x="2624089" y="1033958"/>
                  </a:lnTo>
                  <a:lnTo>
                    <a:pt x="2628328" y="1033958"/>
                  </a:lnTo>
                  <a:lnTo>
                    <a:pt x="2628328" y="1030129"/>
                  </a:lnTo>
                  <a:lnTo>
                    <a:pt x="2632567" y="1030129"/>
                  </a:lnTo>
                  <a:lnTo>
                    <a:pt x="2632567" y="1028597"/>
                  </a:lnTo>
                  <a:lnTo>
                    <a:pt x="2636806" y="1028597"/>
                  </a:lnTo>
                  <a:lnTo>
                    <a:pt x="2636806" y="1026681"/>
                  </a:lnTo>
                  <a:lnTo>
                    <a:pt x="2641046" y="1026681"/>
                  </a:lnTo>
                  <a:lnTo>
                    <a:pt x="2641046" y="1026297"/>
                  </a:lnTo>
                  <a:lnTo>
                    <a:pt x="2645285" y="1026297"/>
                  </a:lnTo>
                  <a:lnTo>
                    <a:pt x="2645285" y="1023606"/>
                  </a:lnTo>
                  <a:lnTo>
                    <a:pt x="2649524" y="1023606"/>
                  </a:lnTo>
                  <a:lnTo>
                    <a:pt x="2649524" y="1021683"/>
                  </a:lnTo>
                  <a:lnTo>
                    <a:pt x="2653763" y="1021683"/>
                  </a:lnTo>
                  <a:lnTo>
                    <a:pt x="2653763" y="1020528"/>
                  </a:lnTo>
                  <a:lnTo>
                    <a:pt x="2658003" y="1020528"/>
                  </a:lnTo>
                  <a:lnTo>
                    <a:pt x="2658003" y="1018603"/>
                  </a:lnTo>
                  <a:lnTo>
                    <a:pt x="2662242" y="1018603"/>
                  </a:lnTo>
                  <a:lnTo>
                    <a:pt x="2662242" y="1016676"/>
                  </a:lnTo>
                  <a:lnTo>
                    <a:pt x="2666481" y="1016676"/>
                  </a:lnTo>
                  <a:lnTo>
                    <a:pt x="2666481" y="1015134"/>
                  </a:lnTo>
                  <a:lnTo>
                    <a:pt x="2670720" y="1015134"/>
                  </a:lnTo>
                  <a:lnTo>
                    <a:pt x="2670720" y="1013206"/>
                  </a:lnTo>
                  <a:lnTo>
                    <a:pt x="2674960" y="1013206"/>
                  </a:lnTo>
                  <a:lnTo>
                    <a:pt x="2674960" y="1011662"/>
                  </a:lnTo>
                  <a:lnTo>
                    <a:pt x="2679199" y="1011662"/>
                  </a:lnTo>
                  <a:lnTo>
                    <a:pt x="2679199" y="1009730"/>
                  </a:lnTo>
                  <a:lnTo>
                    <a:pt x="2683438" y="1009730"/>
                  </a:lnTo>
                  <a:lnTo>
                    <a:pt x="2683438" y="1008570"/>
                  </a:lnTo>
                  <a:lnTo>
                    <a:pt x="2687677" y="1008570"/>
                  </a:lnTo>
                  <a:lnTo>
                    <a:pt x="2687677" y="1007024"/>
                  </a:lnTo>
                  <a:lnTo>
                    <a:pt x="2691917" y="1007024"/>
                  </a:lnTo>
                  <a:lnTo>
                    <a:pt x="2691917" y="1005091"/>
                  </a:lnTo>
                  <a:lnTo>
                    <a:pt x="2696156" y="1005091"/>
                  </a:lnTo>
                  <a:lnTo>
                    <a:pt x="2696156" y="1001607"/>
                  </a:lnTo>
                  <a:lnTo>
                    <a:pt x="2700395" y="1001607"/>
                  </a:lnTo>
                  <a:lnTo>
                    <a:pt x="2700395" y="998896"/>
                  </a:lnTo>
                  <a:lnTo>
                    <a:pt x="2704634" y="998896"/>
                  </a:lnTo>
                  <a:lnTo>
                    <a:pt x="2704634" y="997345"/>
                  </a:lnTo>
                  <a:lnTo>
                    <a:pt x="2708874" y="997345"/>
                  </a:lnTo>
                  <a:lnTo>
                    <a:pt x="2708874" y="994241"/>
                  </a:lnTo>
                  <a:lnTo>
                    <a:pt x="2713113" y="994241"/>
                  </a:lnTo>
                  <a:lnTo>
                    <a:pt x="2713113" y="992300"/>
                  </a:lnTo>
                  <a:lnTo>
                    <a:pt x="2717352" y="992300"/>
                  </a:lnTo>
                  <a:lnTo>
                    <a:pt x="2717352" y="990747"/>
                  </a:lnTo>
                  <a:lnTo>
                    <a:pt x="2721591" y="990747"/>
                  </a:lnTo>
                  <a:lnTo>
                    <a:pt x="2721591" y="989581"/>
                  </a:lnTo>
                  <a:lnTo>
                    <a:pt x="2725831" y="989581"/>
                  </a:lnTo>
                  <a:lnTo>
                    <a:pt x="2725831" y="987637"/>
                  </a:lnTo>
                  <a:lnTo>
                    <a:pt x="2730070" y="987637"/>
                  </a:lnTo>
                  <a:lnTo>
                    <a:pt x="2730070" y="986081"/>
                  </a:lnTo>
                  <a:lnTo>
                    <a:pt x="2734309" y="986081"/>
                  </a:lnTo>
                  <a:lnTo>
                    <a:pt x="2734309" y="985301"/>
                  </a:lnTo>
                  <a:lnTo>
                    <a:pt x="2738548" y="985301"/>
                  </a:lnTo>
                  <a:lnTo>
                    <a:pt x="2738548" y="982960"/>
                  </a:lnTo>
                  <a:lnTo>
                    <a:pt x="2742787" y="982960"/>
                  </a:lnTo>
                  <a:lnTo>
                    <a:pt x="2742787" y="981399"/>
                  </a:lnTo>
                  <a:lnTo>
                    <a:pt x="2747027" y="981399"/>
                  </a:lnTo>
                  <a:lnTo>
                    <a:pt x="2747027" y="978664"/>
                  </a:lnTo>
                  <a:lnTo>
                    <a:pt x="2751266" y="978664"/>
                  </a:lnTo>
                  <a:lnTo>
                    <a:pt x="2751266" y="978274"/>
                  </a:lnTo>
                  <a:lnTo>
                    <a:pt x="2755505" y="978274"/>
                  </a:lnTo>
                  <a:lnTo>
                    <a:pt x="2755505" y="977491"/>
                  </a:lnTo>
                  <a:lnTo>
                    <a:pt x="2759744" y="977491"/>
                  </a:lnTo>
                  <a:lnTo>
                    <a:pt x="2759744" y="975533"/>
                  </a:lnTo>
                  <a:lnTo>
                    <a:pt x="2763984" y="975533"/>
                  </a:lnTo>
                  <a:lnTo>
                    <a:pt x="2763984" y="973964"/>
                  </a:lnTo>
                  <a:lnTo>
                    <a:pt x="2768223" y="973964"/>
                  </a:lnTo>
                  <a:lnTo>
                    <a:pt x="2768223" y="972787"/>
                  </a:lnTo>
                  <a:lnTo>
                    <a:pt x="2772462" y="972787"/>
                  </a:lnTo>
                  <a:lnTo>
                    <a:pt x="2772462" y="970824"/>
                  </a:lnTo>
                  <a:lnTo>
                    <a:pt x="2776701" y="970824"/>
                  </a:lnTo>
                  <a:lnTo>
                    <a:pt x="2776701" y="969252"/>
                  </a:lnTo>
                  <a:lnTo>
                    <a:pt x="2780941" y="969252"/>
                  </a:lnTo>
                  <a:lnTo>
                    <a:pt x="2780941" y="968073"/>
                  </a:lnTo>
                  <a:lnTo>
                    <a:pt x="2785180" y="968073"/>
                  </a:lnTo>
                  <a:lnTo>
                    <a:pt x="2785180" y="966500"/>
                  </a:lnTo>
                  <a:lnTo>
                    <a:pt x="2789419" y="966500"/>
                  </a:lnTo>
                  <a:lnTo>
                    <a:pt x="2789419" y="965712"/>
                  </a:lnTo>
                  <a:lnTo>
                    <a:pt x="2793658" y="965712"/>
                  </a:lnTo>
                  <a:lnTo>
                    <a:pt x="2793658" y="963344"/>
                  </a:lnTo>
                  <a:lnTo>
                    <a:pt x="2797898" y="963344"/>
                  </a:lnTo>
                  <a:lnTo>
                    <a:pt x="2797898" y="962160"/>
                  </a:lnTo>
                  <a:lnTo>
                    <a:pt x="2802137" y="962160"/>
                  </a:lnTo>
                  <a:lnTo>
                    <a:pt x="2802137" y="960185"/>
                  </a:lnTo>
                  <a:lnTo>
                    <a:pt x="2806376" y="960185"/>
                  </a:lnTo>
                  <a:lnTo>
                    <a:pt x="2806376" y="958604"/>
                  </a:lnTo>
                  <a:lnTo>
                    <a:pt x="2810615" y="958604"/>
                  </a:lnTo>
                  <a:lnTo>
                    <a:pt x="2810615" y="957418"/>
                  </a:lnTo>
                  <a:lnTo>
                    <a:pt x="2814855" y="957418"/>
                  </a:lnTo>
                  <a:lnTo>
                    <a:pt x="2814855" y="955834"/>
                  </a:lnTo>
                  <a:lnTo>
                    <a:pt x="2819094" y="955834"/>
                  </a:lnTo>
                  <a:lnTo>
                    <a:pt x="2819094" y="953059"/>
                  </a:lnTo>
                  <a:lnTo>
                    <a:pt x="2823333" y="953059"/>
                  </a:lnTo>
                  <a:lnTo>
                    <a:pt x="2823333" y="951472"/>
                  </a:lnTo>
                  <a:lnTo>
                    <a:pt x="2827572" y="951472"/>
                  </a:lnTo>
                  <a:lnTo>
                    <a:pt x="2827572" y="950280"/>
                  </a:lnTo>
                  <a:lnTo>
                    <a:pt x="2831812" y="950280"/>
                  </a:lnTo>
                  <a:lnTo>
                    <a:pt x="2831812" y="947897"/>
                  </a:lnTo>
                  <a:lnTo>
                    <a:pt x="2836051" y="947897"/>
                  </a:lnTo>
                  <a:lnTo>
                    <a:pt x="2836051" y="945513"/>
                  </a:lnTo>
                  <a:lnTo>
                    <a:pt x="2840290" y="945513"/>
                  </a:lnTo>
                  <a:lnTo>
                    <a:pt x="2840290" y="945116"/>
                  </a:lnTo>
                  <a:lnTo>
                    <a:pt x="2844529" y="945116"/>
                  </a:lnTo>
                  <a:lnTo>
                    <a:pt x="2844529" y="943127"/>
                  </a:lnTo>
                  <a:lnTo>
                    <a:pt x="2848768" y="943127"/>
                  </a:lnTo>
                  <a:lnTo>
                    <a:pt x="2848768" y="940739"/>
                  </a:lnTo>
                  <a:lnTo>
                    <a:pt x="2853008" y="940739"/>
                  </a:lnTo>
                  <a:lnTo>
                    <a:pt x="2853008" y="937948"/>
                  </a:lnTo>
                  <a:lnTo>
                    <a:pt x="2857247" y="937948"/>
                  </a:lnTo>
                  <a:lnTo>
                    <a:pt x="2857247" y="937150"/>
                  </a:lnTo>
                  <a:lnTo>
                    <a:pt x="2861486" y="937150"/>
                  </a:lnTo>
                  <a:lnTo>
                    <a:pt x="2861486" y="936751"/>
                  </a:lnTo>
                  <a:lnTo>
                    <a:pt x="2865725" y="936751"/>
                  </a:lnTo>
                  <a:lnTo>
                    <a:pt x="2865725" y="933957"/>
                  </a:lnTo>
                  <a:lnTo>
                    <a:pt x="2869965" y="933957"/>
                  </a:lnTo>
                  <a:lnTo>
                    <a:pt x="2869965" y="931961"/>
                  </a:lnTo>
                  <a:lnTo>
                    <a:pt x="2874204" y="931961"/>
                  </a:lnTo>
                  <a:lnTo>
                    <a:pt x="2874204" y="930363"/>
                  </a:lnTo>
                  <a:lnTo>
                    <a:pt x="2878443" y="930363"/>
                  </a:lnTo>
                  <a:lnTo>
                    <a:pt x="2878443" y="928366"/>
                  </a:lnTo>
                  <a:lnTo>
                    <a:pt x="2882682" y="928366"/>
                  </a:lnTo>
                  <a:lnTo>
                    <a:pt x="2882682" y="926362"/>
                  </a:lnTo>
                  <a:lnTo>
                    <a:pt x="2886922" y="926362"/>
                  </a:lnTo>
                  <a:lnTo>
                    <a:pt x="2886922" y="925961"/>
                  </a:lnTo>
                  <a:lnTo>
                    <a:pt x="2891161" y="925961"/>
                  </a:lnTo>
                  <a:lnTo>
                    <a:pt x="2891161" y="923153"/>
                  </a:lnTo>
                  <a:lnTo>
                    <a:pt x="2895400" y="923153"/>
                  </a:lnTo>
                  <a:lnTo>
                    <a:pt x="2895400" y="921949"/>
                  </a:lnTo>
                  <a:lnTo>
                    <a:pt x="2899639" y="921949"/>
                  </a:lnTo>
                  <a:lnTo>
                    <a:pt x="2899639" y="919941"/>
                  </a:lnTo>
                  <a:lnTo>
                    <a:pt x="2903879" y="919941"/>
                  </a:lnTo>
                  <a:lnTo>
                    <a:pt x="2903879" y="919138"/>
                  </a:lnTo>
                  <a:lnTo>
                    <a:pt x="2908118" y="919138"/>
                  </a:lnTo>
                  <a:lnTo>
                    <a:pt x="2908118" y="917530"/>
                  </a:lnTo>
                  <a:lnTo>
                    <a:pt x="2912357" y="917530"/>
                  </a:lnTo>
                  <a:lnTo>
                    <a:pt x="2912357" y="916323"/>
                  </a:lnTo>
                  <a:lnTo>
                    <a:pt x="2916596" y="916323"/>
                  </a:lnTo>
                  <a:lnTo>
                    <a:pt x="2916596" y="916323"/>
                  </a:lnTo>
                  <a:lnTo>
                    <a:pt x="2920836" y="916323"/>
                  </a:lnTo>
                  <a:lnTo>
                    <a:pt x="2920836" y="915115"/>
                  </a:lnTo>
                  <a:lnTo>
                    <a:pt x="2925075" y="915115"/>
                  </a:lnTo>
                  <a:lnTo>
                    <a:pt x="2925075" y="913905"/>
                  </a:lnTo>
                  <a:lnTo>
                    <a:pt x="2929314" y="913905"/>
                  </a:lnTo>
                  <a:lnTo>
                    <a:pt x="2929314" y="911484"/>
                  </a:lnTo>
                  <a:lnTo>
                    <a:pt x="2933553" y="911484"/>
                  </a:lnTo>
                  <a:lnTo>
                    <a:pt x="2933553" y="910677"/>
                  </a:lnTo>
                  <a:lnTo>
                    <a:pt x="2937792" y="910677"/>
                  </a:lnTo>
                  <a:lnTo>
                    <a:pt x="2937792" y="909061"/>
                  </a:lnTo>
                  <a:lnTo>
                    <a:pt x="2942032" y="909061"/>
                  </a:lnTo>
                  <a:lnTo>
                    <a:pt x="2942032" y="905419"/>
                  </a:lnTo>
                  <a:lnTo>
                    <a:pt x="2946271" y="905419"/>
                  </a:lnTo>
                  <a:lnTo>
                    <a:pt x="2946271" y="903395"/>
                  </a:lnTo>
                  <a:lnTo>
                    <a:pt x="2950510" y="903395"/>
                  </a:lnTo>
                  <a:lnTo>
                    <a:pt x="2950510" y="903395"/>
                  </a:lnTo>
                  <a:lnTo>
                    <a:pt x="2954749" y="903395"/>
                  </a:lnTo>
                  <a:lnTo>
                    <a:pt x="2954749" y="902179"/>
                  </a:lnTo>
                  <a:lnTo>
                    <a:pt x="2958989" y="902179"/>
                  </a:lnTo>
                  <a:lnTo>
                    <a:pt x="2958989" y="901368"/>
                  </a:lnTo>
                  <a:lnTo>
                    <a:pt x="2963228" y="901368"/>
                  </a:lnTo>
                  <a:lnTo>
                    <a:pt x="2963228" y="899744"/>
                  </a:lnTo>
                  <a:lnTo>
                    <a:pt x="2967467" y="899744"/>
                  </a:lnTo>
                  <a:lnTo>
                    <a:pt x="2967467" y="896900"/>
                  </a:lnTo>
                  <a:lnTo>
                    <a:pt x="2971706" y="896900"/>
                  </a:lnTo>
                  <a:lnTo>
                    <a:pt x="2971706" y="895677"/>
                  </a:lnTo>
                  <a:lnTo>
                    <a:pt x="2975946" y="895677"/>
                  </a:lnTo>
                  <a:lnTo>
                    <a:pt x="2975946" y="894047"/>
                  </a:lnTo>
                  <a:lnTo>
                    <a:pt x="2980185" y="894047"/>
                  </a:lnTo>
                  <a:lnTo>
                    <a:pt x="2980185" y="892823"/>
                  </a:lnTo>
                  <a:lnTo>
                    <a:pt x="2984424" y="892823"/>
                  </a:lnTo>
                  <a:lnTo>
                    <a:pt x="2984424" y="890374"/>
                  </a:lnTo>
                  <a:lnTo>
                    <a:pt x="2988663" y="890374"/>
                  </a:lnTo>
                  <a:lnTo>
                    <a:pt x="2988663" y="889150"/>
                  </a:lnTo>
                  <a:lnTo>
                    <a:pt x="2992903" y="889150"/>
                  </a:lnTo>
                  <a:lnTo>
                    <a:pt x="2992903" y="887516"/>
                  </a:lnTo>
                  <a:lnTo>
                    <a:pt x="2997142" y="887516"/>
                  </a:lnTo>
                  <a:lnTo>
                    <a:pt x="2997142" y="885881"/>
                  </a:lnTo>
                  <a:lnTo>
                    <a:pt x="3001381" y="885881"/>
                  </a:lnTo>
                  <a:lnTo>
                    <a:pt x="3001381" y="884653"/>
                  </a:lnTo>
                  <a:lnTo>
                    <a:pt x="3005620" y="884653"/>
                  </a:lnTo>
                  <a:lnTo>
                    <a:pt x="3005620" y="882605"/>
                  </a:lnTo>
                  <a:lnTo>
                    <a:pt x="3009860" y="882605"/>
                  </a:lnTo>
                  <a:lnTo>
                    <a:pt x="3009860" y="880555"/>
                  </a:lnTo>
                  <a:lnTo>
                    <a:pt x="3014099" y="880555"/>
                  </a:lnTo>
                  <a:lnTo>
                    <a:pt x="3014099" y="878504"/>
                  </a:lnTo>
                  <a:lnTo>
                    <a:pt x="3018338" y="878504"/>
                  </a:lnTo>
                  <a:lnTo>
                    <a:pt x="3018338" y="876862"/>
                  </a:lnTo>
                  <a:lnTo>
                    <a:pt x="3022577" y="876862"/>
                  </a:lnTo>
                  <a:lnTo>
                    <a:pt x="3022577" y="875629"/>
                  </a:lnTo>
                  <a:lnTo>
                    <a:pt x="3026817" y="875629"/>
                  </a:lnTo>
                  <a:lnTo>
                    <a:pt x="3026817" y="872751"/>
                  </a:lnTo>
                  <a:lnTo>
                    <a:pt x="3031056" y="872751"/>
                  </a:lnTo>
                  <a:lnTo>
                    <a:pt x="3031056" y="871515"/>
                  </a:lnTo>
                  <a:lnTo>
                    <a:pt x="3035295" y="871515"/>
                  </a:lnTo>
                  <a:lnTo>
                    <a:pt x="3035295" y="871103"/>
                  </a:lnTo>
                  <a:lnTo>
                    <a:pt x="3039534" y="871103"/>
                  </a:lnTo>
                  <a:lnTo>
                    <a:pt x="3039534" y="869866"/>
                  </a:lnTo>
                  <a:lnTo>
                    <a:pt x="3043773" y="869866"/>
                  </a:lnTo>
                  <a:lnTo>
                    <a:pt x="3043773" y="868629"/>
                  </a:lnTo>
                  <a:lnTo>
                    <a:pt x="3048013" y="868629"/>
                  </a:lnTo>
                  <a:lnTo>
                    <a:pt x="3048013" y="865740"/>
                  </a:lnTo>
                  <a:lnTo>
                    <a:pt x="3052252" y="865740"/>
                  </a:lnTo>
                  <a:lnTo>
                    <a:pt x="3052252" y="863675"/>
                  </a:lnTo>
                  <a:lnTo>
                    <a:pt x="3056491" y="863675"/>
                  </a:lnTo>
                  <a:lnTo>
                    <a:pt x="3056491" y="862436"/>
                  </a:lnTo>
                  <a:lnTo>
                    <a:pt x="3060730" y="862436"/>
                  </a:lnTo>
                  <a:lnTo>
                    <a:pt x="3060730" y="859954"/>
                  </a:lnTo>
                  <a:lnTo>
                    <a:pt x="3064970" y="859954"/>
                  </a:lnTo>
                  <a:lnTo>
                    <a:pt x="3064970" y="859125"/>
                  </a:lnTo>
                  <a:lnTo>
                    <a:pt x="3069209" y="859125"/>
                  </a:lnTo>
                  <a:lnTo>
                    <a:pt x="3069209" y="856639"/>
                  </a:lnTo>
                  <a:lnTo>
                    <a:pt x="3073448" y="856639"/>
                  </a:lnTo>
                  <a:lnTo>
                    <a:pt x="3073448" y="854152"/>
                  </a:lnTo>
                  <a:lnTo>
                    <a:pt x="3077687" y="854152"/>
                  </a:lnTo>
                  <a:lnTo>
                    <a:pt x="3077687" y="853324"/>
                  </a:lnTo>
                  <a:lnTo>
                    <a:pt x="3081927" y="853324"/>
                  </a:lnTo>
                  <a:lnTo>
                    <a:pt x="3081927" y="852495"/>
                  </a:lnTo>
                  <a:lnTo>
                    <a:pt x="3086166" y="852495"/>
                  </a:lnTo>
                  <a:lnTo>
                    <a:pt x="3086166" y="851250"/>
                  </a:lnTo>
                  <a:lnTo>
                    <a:pt x="3090405" y="851250"/>
                  </a:lnTo>
                  <a:lnTo>
                    <a:pt x="3090405" y="850420"/>
                  </a:lnTo>
                  <a:lnTo>
                    <a:pt x="3094644" y="850420"/>
                  </a:lnTo>
                  <a:lnTo>
                    <a:pt x="3094644" y="848757"/>
                  </a:lnTo>
                  <a:lnTo>
                    <a:pt x="3098884" y="848757"/>
                  </a:lnTo>
                  <a:lnTo>
                    <a:pt x="3098884" y="845845"/>
                  </a:lnTo>
                  <a:lnTo>
                    <a:pt x="3103123" y="845845"/>
                  </a:lnTo>
                  <a:lnTo>
                    <a:pt x="3103123" y="845013"/>
                  </a:lnTo>
                  <a:lnTo>
                    <a:pt x="3107362" y="845013"/>
                  </a:lnTo>
                  <a:lnTo>
                    <a:pt x="3107362" y="842933"/>
                  </a:lnTo>
                  <a:lnTo>
                    <a:pt x="3111601" y="842933"/>
                  </a:lnTo>
                  <a:lnTo>
                    <a:pt x="3111601" y="842100"/>
                  </a:lnTo>
                  <a:lnTo>
                    <a:pt x="3115841" y="842100"/>
                  </a:lnTo>
                  <a:lnTo>
                    <a:pt x="3115841" y="840016"/>
                  </a:lnTo>
                  <a:lnTo>
                    <a:pt x="3120080" y="840016"/>
                  </a:lnTo>
                  <a:lnTo>
                    <a:pt x="3120080" y="838763"/>
                  </a:lnTo>
                  <a:lnTo>
                    <a:pt x="3124319" y="838763"/>
                  </a:lnTo>
                  <a:lnTo>
                    <a:pt x="3124319" y="837092"/>
                  </a:lnTo>
                  <a:lnTo>
                    <a:pt x="3128558" y="837092"/>
                  </a:lnTo>
                  <a:lnTo>
                    <a:pt x="3128558" y="836674"/>
                  </a:lnTo>
                  <a:lnTo>
                    <a:pt x="3132798" y="836674"/>
                  </a:lnTo>
                  <a:lnTo>
                    <a:pt x="3132798" y="835419"/>
                  </a:lnTo>
                  <a:lnTo>
                    <a:pt x="3137037" y="835419"/>
                  </a:lnTo>
                  <a:lnTo>
                    <a:pt x="3137037" y="834582"/>
                  </a:lnTo>
                  <a:lnTo>
                    <a:pt x="3141276" y="834582"/>
                  </a:lnTo>
                  <a:lnTo>
                    <a:pt x="3141276" y="831648"/>
                  </a:lnTo>
                  <a:lnTo>
                    <a:pt x="3145515" y="831648"/>
                  </a:lnTo>
                  <a:lnTo>
                    <a:pt x="3145515" y="829551"/>
                  </a:lnTo>
                  <a:lnTo>
                    <a:pt x="3149754" y="829551"/>
                  </a:lnTo>
                  <a:lnTo>
                    <a:pt x="3149754" y="828710"/>
                  </a:lnTo>
                  <a:lnTo>
                    <a:pt x="3153994" y="828710"/>
                  </a:lnTo>
                  <a:lnTo>
                    <a:pt x="3153994" y="828710"/>
                  </a:lnTo>
                  <a:lnTo>
                    <a:pt x="3158233" y="828710"/>
                  </a:lnTo>
                  <a:lnTo>
                    <a:pt x="3158233" y="827869"/>
                  </a:lnTo>
                  <a:lnTo>
                    <a:pt x="3162472" y="827869"/>
                  </a:lnTo>
                  <a:lnTo>
                    <a:pt x="3162472" y="825766"/>
                  </a:lnTo>
                  <a:lnTo>
                    <a:pt x="3166711" y="825766"/>
                  </a:lnTo>
                  <a:lnTo>
                    <a:pt x="3166711" y="825345"/>
                  </a:lnTo>
                  <a:lnTo>
                    <a:pt x="3170951" y="825345"/>
                  </a:lnTo>
                  <a:lnTo>
                    <a:pt x="3170951" y="821973"/>
                  </a:lnTo>
                  <a:lnTo>
                    <a:pt x="3175190" y="821973"/>
                  </a:lnTo>
                  <a:lnTo>
                    <a:pt x="3175190" y="818599"/>
                  </a:lnTo>
                  <a:lnTo>
                    <a:pt x="3179429" y="818599"/>
                  </a:lnTo>
                  <a:lnTo>
                    <a:pt x="3179429" y="816909"/>
                  </a:lnTo>
                  <a:lnTo>
                    <a:pt x="3183668" y="816909"/>
                  </a:lnTo>
                  <a:lnTo>
                    <a:pt x="3183668" y="816064"/>
                  </a:lnTo>
                  <a:lnTo>
                    <a:pt x="3187908" y="816064"/>
                  </a:lnTo>
                  <a:lnTo>
                    <a:pt x="3187908" y="813951"/>
                  </a:lnTo>
                  <a:lnTo>
                    <a:pt x="3192147" y="813951"/>
                  </a:lnTo>
                  <a:lnTo>
                    <a:pt x="3192147" y="813106"/>
                  </a:lnTo>
                  <a:lnTo>
                    <a:pt x="3196386" y="813106"/>
                  </a:lnTo>
                  <a:lnTo>
                    <a:pt x="3196386" y="812260"/>
                  </a:lnTo>
                  <a:lnTo>
                    <a:pt x="3200625" y="812260"/>
                  </a:lnTo>
                  <a:lnTo>
                    <a:pt x="3200625" y="811414"/>
                  </a:lnTo>
                  <a:lnTo>
                    <a:pt x="3204865" y="811414"/>
                  </a:lnTo>
                  <a:lnTo>
                    <a:pt x="3204865" y="810991"/>
                  </a:lnTo>
                  <a:lnTo>
                    <a:pt x="3209104" y="810991"/>
                  </a:lnTo>
                  <a:lnTo>
                    <a:pt x="3209104" y="809292"/>
                  </a:lnTo>
                  <a:lnTo>
                    <a:pt x="3213343" y="809292"/>
                  </a:lnTo>
                  <a:lnTo>
                    <a:pt x="3213343" y="808442"/>
                  </a:lnTo>
                  <a:lnTo>
                    <a:pt x="3217582" y="808442"/>
                  </a:lnTo>
                  <a:lnTo>
                    <a:pt x="3217582" y="807167"/>
                  </a:lnTo>
                  <a:lnTo>
                    <a:pt x="3221822" y="807167"/>
                  </a:lnTo>
                  <a:lnTo>
                    <a:pt x="3221822" y="805041"/>
                  </a:lnTo>
                  <a:lnTo>
                    <a:pt x="3226061" y="805041"/>
                  </a:lnTo>
                  <a:lnTo>
                    <a:pt x="3226061" y="803339"/>
                  </a:lnTo>
                  <a:lnTo>
                    <a:pt x="3230300" y="803339"/>
                  </a:lnTo>
                  <a:lnTo>
                    <a:pt x="3230300" y="802914"/>
                  </a:lnTo>
                  <a:lnTo>
                    <a:pt x="3234539" y="802914"/>
                  </a:lnTo>
                  <a:lnTo>
                    <a:pt x="3234539" y="801211"/>
                  </a:lnTo>
                  <a:lnTo>
                    <a:pt x="3238778" y="801211"/>
                  </a:lnTo>
                  <a:lnTo>
                    <a:pt x="3238778" y="797378"/>
                  </a:lnTo>
                  <a:lnTo>
                    <a:pt x="3243018" y="797378"/>
                  </a:lnTo>
                  <a:lnTo>
                    <a:pt x="3243018" y="796525"/>
                  </a:lnTo>
                  <a:lnTo>
                    <a:pt x="3247257" y="796525"/>
                  </a:lnTo>
                  <a:lnTo>
                    <a:pt x="3247257" y="795246"/>
                  </a:lnTo>
                  <a:lnTo>
                    <a:pt x="3251496" y="795246"/>
                  </a:lnTo>
                  <a:lnTo>
                    <a:pt x="3251496" y="793966"/>
                  </a:lnTo>
                  <a:lnTo>
                    <a:pt x="3255735" y="793966"/>
                  </a:lnTo>
                  <a:lnTo>
                    <a:pt x="3255735" y="793540"/>
                  </a:lnTo>
                  <a:lnTo>
                    <a:pt x="3259975" y="793540"/>
                  </a:lnTo>
                  <a:lnTo>
                    <a:pt x="3259975" y="791403"/>
                  </a:lnTo>
                  <a:lnTo>
                    <a:pt x="3264214" y="791403"/>
                  </a:lnTo>
                  <a:lnTo>
                    <a:pt x="3264214" y="790120"/>
                  </a:lnTo>
                  <a:lnTo>
                    <a:pt x="3268453" y="790120"/>
                  </a:lnTo>
                  <a:lnTo>
                    <a:pt x="3268453" y="788835"/>
                  </a:lnTo>
                  <a:lnTo>
                    <a:pt x="3272692" y="788835"/>
                  </a:lnTo>
                  <a:lnTo>
                    <a:pt x="3272692" y="787550"/>
                  </a:lnTo>
                  <a:lnTo>
                    <a:pt x="3276932" y="787550"/>
                  </a:lnTo>
                  <a:lnTo>
                    <a:pt x="3276932" y="785835"/>
                  </a:lnTo>
                  <a:lnTo>
                    <a:pt x="3281171" y="785835"/>
                  </a:lnTo>
                  <a:lnTo>
                    <a:pt x="3281171" y="783261"/>
                  </a:lnTo>
                  <a:lnTo>
                    <a:pt x="3285410" y="783261"/>
                  </a:lnTo>
                  <a:lnTo>
                    <a:pt x="3285410" y="781115"/>
                  </a:lnTo>
                  <a:lnTo>
                    <a:pt x="3289649" y="781115"/>
                  </a:lnTo>
                  <a:lnTo>
                    <a:pt x="3289649" y="779827"/>
                  </a:lnTo>
                  <a:lnTo>
                    <a:pt x="3293889" y="779827"/>
                  </a:lnTo>
                  <a:lnTo>
                    <a:pt x="3293889" y="778537"/>
                  </a:lnTo>
                  <a:lnTo>
                    <a:pt x="3298128" y="778537"/>
                  </a:lnTo>
                  <a:lnTo>
                    <a:pt x="3298128" y="776814"/>
                  </a:lnTo>
                  <a:lnTo>
                    <a:pt x="3302367" y="776814"/>
                  </a:lnTo>
                  <a:lnTo>
                    <a:pt x="3302367" y="773367"/>
                  </a:lnTo>
                  <a:lnTo>
                    <a:pt x="3306606" y="773367"/>
                  </a:lnTo>
                  <a:lnTo>
                    <a:pt x="3306606" y="773367"/>
                  </a:lnTo>
                  <a:lnTo>
                    <a:pt x="3310846" y="773367"/>
                  </a:lnTo>
                  <a:lnTo>
                    <a:pt x="3310846" y="771210"/>
                  </a:lnTo>
                  <a:lnTo>
                    <a:pt x="3315085" y="771210"/>
                  </a:lnTo>
                  <a:lnTo>
                    <a:pt x="3315085" y="770346"/>
                  </a:lnTo>
                  <a:lnTo>
                    <a:pt x="3319324" y="770346"/>
                  </a:lnTo>
                  <a:lnTo>
                    <a:pt x="3319324" y="767324"/>
                  </a:lnTo>
                  <a:lnTo>
                    <a:pt x="3323563" y="767324"/>
                  </a:lnTo>
                  <a:lnTo>
                    <a:pt x="3323563" y="766460"/>
                  </a:lnTo>
                  <a:lnTo>
                    <a:pt x="3327803" y="766460"/>
                  </a:lnTo>
                  <a:lnTo>
                    <a:pt x="3327803" y="763864"/>
                  </a:lnTo>
                  <a:lnTo>
                    <a:pt x="3332042" y="763864"/>
                  </a:lnTo>
                  <a:lnTo>
                    <a:pt x="3332042" y="762565"/>
                  </a:lnTo>
                  <a:lnTo>
                    <a:pt x="3336281" y="762565"/>
                  </a:lnTo>
                  <a:lnTo>
                    <a:pt x="3336281" y="761699"/>
                  </a:lnTo>
                  <a:lnTo>
                    <a:pt x="3340520" y="761699"/>
                  </a:lnTo>
                  <a:lnTo>
                    <a:pt x="3340520" y="759965"/>
                  </a:lnTo>
                  <a:lnTo>
                    <a:pt x="3344759" y="759965"/>
                  </a:lnTo>
                  <a:lnTo>
                    <a:pt x="3344759" y="758665"/>
                  </a:lnTo>
                  <a:lnTo>
                    <a:pt x="3348999" y="758665"/>
                  </a:lnTo>
                  <a:lnTo>
                    <a:pt x="3348999" y="755194"/>
                  </a:lnTo>
                  <a:lnTo>
                    <a:pt x="3353238" y="755194"/>
                  </a:lnTo>
                  <a:lnTo>
                    <a:pt x="3353238" y="753892"/>
                  </a:lnTo>
                  <a:lnTo>
                    <a:pt x="3357477" y="753892"/>
                  </a:lnTo>
                  <a:lnTo>
                    <a:pt x="3357477" y="751285"/>
                  </a:lnTo>
                  <a:lnTo>
                    <a:pt x="3361716" y="751285"/>
                  </a:lnTo>
                  <a:lnTo>
                    <a:pt x="3361716" y="750850"/>
                  </a:lnTo>
                  <a:lnTo>
                    <a:pt x="3365956" y="750850"/>
                  </a:lnTo>
                  <a:lnTo>
                    <a:pt x="3365956" y="749545"/>
                  </a:lnTo>
                  <a:lnTo>
                    <a:pt x="3370195" y="749545"/>
                  </a:lnTo>
                  <a:lnTo>
                    <a:pt x="3370195" y="747804"/>
                  </a:lnTo>
                  <a:lnTo>
                    <a:pt x="3374434" y="747804"/>
                  </a:lnTo>
                  <a:lnTo>
                    <a:pt x="3374434" y="746061"/>
                  </a:lnTo>
                  <a:lnTo>
                    <a:pt x="3378673" y="746061"/>
                  </a:lnTo>
                  <a:lnTo>
                    <a:pt x="3378673" y="743010"/>
                  </a:lnTo>
                  <a:lnTo>
                    <a:pt x="3382913" y="743010"/>
                  </a:lnTo>
                  <a:lnTo>
                    <a:pt x="3382913" y="739957"/>
                  </a:lnTo>
                  <a:lnTo>
                    <a:pt x="3387152" y="739957"/>
                  </a:lnTo>
                  <a:lnTo>
                    <a:pt x="3387152" y="739083"/>
                  </a:lnTo>
                  <a:lnTo>
                    <a:pt x="3391391" y="739083"/>
                  </a:lnTo>
                  <a:lnTo>
                    <a:pt x="3391391" y="736896"/>
                  </a:lnTo>
                  <a:lnTo>
                    <a:pt x="3395630" y="736896"/>
                  </a:lnTo>
                  <a:lnTo>
                    <a:pt x="3395630" y="736458"/>
                  </a:lnTo>
                  <a:lnTo>
                    <a:pt x="3399870" y="736458"/>
                  </a:lnTo>
                  <a:lnTo>
                    <a:pt x="3399870" y="734705"/>
                  </a:lnTo>
                  <a:lnTo>
                    <a:pt x="3404109" y="734705"/>
                  </a:lnTo>
                  <a:lnTo>
                    <a:pt x="3404109" y="732075"/>
                  </a:lnTo>
                  <a:lnTo>
                    <a:pt x="3408348" y="732075"/>
                  </a:lnTo>
                  <a:lnTo>
                    <a:pt x="3408348" y="731197"/>
                  </a:lnTo>
                  <a:lnTo>
                    <a:pt x="3412587" y="731197"/>
                  </a:lnTo>
                  <a:lnTo>
                    <a:pt x="3412587" y="730757"/>
                  </a:lnTo>
                  <a:lnTo>
                    <a:pt x="3416827" y="730757"/>
                  </a:lnTo>
                  <a:lnTo>
                    <a:pt x="3416827" y="729436"/>
                  </a:lnTo>
                  <a:lnTo>
                    <a:pt x="3421066" y="729436"/>
                  </a:lnTo>
                  <a:lnTo>
                    <a:pt x="3421066" y="727672"/>
                  </a:lnTo>
                  <a:lnTo>
                    <a:pt x="3425305" y="727672"/>
                  </a:lnTo>
                  <a:lnTo>
                    <a:pt x="3425305" y="727231"/>
                  </a:lnTo>
                  <a:lnTo>
                    <a:pt x="3429544" y="727231"/>
                  </a:lnTo>
                  <a:lnTo>
                    <a:pt x="3429544" y="725906"/>
                  </a:lnTo>
                  <a:lnTo>
                    <a:pt x="3433784" y="725906"/>
                  </a:lnTo>
                  <a:lnTo>
                    <a:pt x="3433784" y="725023"/>
                  </a:lnTo>
                  <a:lnTo>
                    <a:pt x="3438023" y="725023"/>
                  </a:lnTo>
                  <a:lnTo>
                    <a:pt x="3438023" y="725023"/>
                  </a:lnTo>
                  <a:lnTo>
                    <a:pt x="3442262" y="725023"/>
                  </a:lnTo>
                  <a:lnTo>
                    <a:pt x="3442262" y="723696"/>
                  </a:lnTo>
                  <a:lnTo>
                    <a:pt x="3446501" y="723696"/>
                  </a:lnTo>
                  <a:lnTo>
                    <a:pt x="3446501" y="721482"/>
                  </a:lnTo>
                  <a:lnTo>
                    <a:pt x="3450740" y="721482"/>
                  </a:lnTo>
                  <a:lnTo>
                    <a:pt x="3450740" y="719712"/>
                  </a:lnTo>
                  <a:lnTo>
                    <a:pt x="3454980" y="719712"/>
                  </a:lnTo>
                  <a:lnTo>
                    <a:pt x="3454980" y="719269"/>
                  </a:lnTo>
                  <a:lnTo>
                    <a:pt x="3459219" y="719269"/>
                  </a:lnTo>
                  <a:lnTo>
                    <a:pt x="3459219" y="717053"/>
                  </a:lnTo>
                  <a:lnTo>
                    <a:pt x="3463458" y="717053"/>
                  </a:lnTo>
                  <a:lnTo>
                    <a:pt x="3463458" y="717053"/>
                  </a:lnTo>
                  <a:lnTo>
                    <a:pt x="3467697" y="717053"/>
                  </a:lnTo>
                  <a:lnTo>
                    <a:pt x="3467697" y="715279"/>
                  </a:lnTo>
                  <a:lnTo>
                    <a:pt x="3471937" y="715279"/>
                  </a:lnTo>
                  <a:lnTo>
                    <a:pt x="3471937" y="713059"/>
                  </a:lnTo>
                  <a:lnTo>
                    <a:pt x="3476176" y="713059"/>
                  </a:lnTo>
                  <a:lnTo>
                    <a:pt x="3476176" y="710836"/>
                  </a:lnTo>
                  <a:lnTo>
                    <a:pt x="3480415" y="710836"/>
                  </a:lnTo>
                  <a:lnTo>
                    <a:pt x="3480415" y="709057"/>
                  </a:lnTo>
                  <a:lnTo>
                    <a:pt x="3484654" y="709057"/>
                  </a:lnTo>
                  <a:lnTo>
                    <a:pt x="3484654" y="707723"/>
                  </a:lnTo>
                  <a:lnTo>
                    <a:pt x="3488894" y="707723"/>
                  </a:lnTo>
                  <a:lnTo>
                    <a:pt x="3488894" y="706388"/>
                  </a:lnTo>
                  <a:lnTo>
                    <a:pt x="3493133" y="706388"/>
                  </a:lnTo>
                  <a:lnTo>
                    <a:pt x="3493133" y="705497"/>
                  </a:lnTo>
                  <a:lnTo>
                    <a:pt x="3497372" y="705497"/>
                  </a:lnTo>
                  <a:lnTo>
                    <a:pt x="3497372" y="703715"/>
                  </a:lnTo>
                  <a:lnTo>
                    <a:pt x="3501611" y="703715"/>
                  </a:lnTo>
                  <a:lnTo>
                    <a:pt x="3501611" y="700595"/>
                  </a:lnTo>
                  <a:lnTo>
                    <a:pt x="3505851" y="700595"/>
                  </a:lnTo>
                  <a:lnTo>
                    <a:pt x="3505851" y="697915"/>
                  </a:lnTo>
                  <a:lnTo>
                    <a:pt x="3510090" y="697915"/>
                  </a:lnTo>
                  <a:lnTo>
                    <a:pt x="3510090" y="697021"/>
                  </a:lnTo>
                  <a:lnTo>
                    <a:pt x="3514329" y="697021"/>
                  </a:lnTo>
                  <a:lnTo>
                    <a:pt x="3514329" y="695681"/>
                  </a:lnTo>
                  <a:lnTo>
                    <a:pt x="3518568" y="695681"/>
                  </a:lnTo>
                  <a:lnTo>
                    <a:pt x="3518568" y="694787"/>
                  </a:lnTo>
                  <a:lnTo>
                    <a:pt x="3522808" y="694787"/>
                  </a:lnTo>
                  <a:lnTo>
                    <a:pt x="3522808" y="693444"/>
                  </a:lnTo>
                  <a:lnTo>
                    <a:pt x="3527047" y="693444"/>
                  </a:lnTo>
                  <a:lnTo>
                    <a:pt x="3527047" y="692997"/>
                  </a:lnTo>
                  <a:lnTo>
                    <a:pt x="3531286" y="692997"/>
                  </a:lnTo>
                  <a:lnTo>
                    <a:pt x="3531286" y="692101"/>
                  </a:lnTo>
                  <a:lnTo>
                    <a:pt x="3535525" y="692101"/>
                  </a:lnTo>
                  <a:lnTo>
                    <a:pt x="3535525" y="691652"/>
                  </a:lnTo>
                  <a:lnTo>
                    <a:pt x="3539765" y="691652"/>
                  </a:lnTo>
                  <a:lnTo>
                    <a:pt x="3539765" y="690308"/>
                  </a:lnTo>
                  <a:lnTo>
                    <a:pt x="3544004" y="690308"/>
                  </a:lnTo>
                  <a:lnTo>
                    <a:pt x="3544004" y="688065"/>
                  </a:lnTo>
                  <a:lnTo>
                    <a:pt x="3548243" y="688065"/>
                  </a:lnTo>
                  <a:lnTo>
                    <a:pt x="3548243" y="685373"/>
                  </a:lnTo>
                  <a:lnTo>
                    <a:pt x="3552482" y="685373"/>
                  </a:lnTo>
                  <a:lnTo>
                    <a:pt x="3552482" y="683578"/>
                  </a:lnTo>
                  <a:lnTo>
                    <a:pt x="3556721" y="683578"/>
                  </a:lnTo>
                  <a:lnTo>
                    <a:pt x="3556721" y="682680"/>
                  </a:lnTo>
                  <a:lnTo>
                    <a:pt x="3560961" y="682680"/>
                  </a:lnTo>
                  <a:lnTo>
                    <a:pt x="3560961" y="680883"/>
                  </a:lnTo>
                  <a:lnTo>
                    <a:pt x="3565200" y="680883"/>
                  </a:lnTo>
                  <a:lnTo>
                    <a:pt x="3565200" y="678632"/>
                  </a:lnTo>
                  <a:lnTo>
                    <a:pt x="3569439" y="678632"/>
                  </a:lnTo>
                  <a:lnTo>
                    <a:pt x="3569439" y="676831"/>
                  </a:lnTo>
                  <a:lnTo>
                    <a:pt x="3573678" y="676831"/>
                  </a:lnTo>
                  <a:lnTo>
                    <a:pt x="3573678" y="675930"/>
                  </a:lnTo>
                  <a:lnTo>
                    <a:pt x="3577918" y="675930"/>
                  </a:lnTo>
                  <a:lnTo>
                    <a:pt x="3577918" y="674128"/>
                  </a:lnTo>
                  <a:lnTo>
                    <a:pt x="3582157" y="674128"/>
                  </a:lnTo>
                  <a:lnTo>
                    <a:pt x="3582157" y="673677"/>
                  </a:lnTo>
                  <a:lnTo>
                    <a:pt x="3586396" y="673677"/>
                  </a:lnTo>
                  <a:lnTo>
                    <a:pt x="3586396" y="672775"/>
                  </a:lnTo>
                  <a:lnTo>
                    <a:pt x="3590635" y="672775"/>
                  </a:lnTo>
                  <a:lnTo>
                    <a:pt x="3590635" y="671421"/>
                  </a:lnTo>
                  <a:lnTo>
                    <a:pt x="3594875" y="671421"/>
                  </a:lnTo>
                  <a:lnTo>
                    <a:pt x="3594875" y="670517"/>
                  </a:lnTo>
                  <a:lnTo>
                    <a:pt x="3599114" y="670517"/>
                  </a:lnTo>
                  <a:lnTo>
                    <a:pt x="3599114" y="670064"/>
                  </a:lnTo>
                  <a:lnTo>
                    <a:pt x="3603353" y="670064"/>
                  </a:lnTo>
                  <a:lnTo>
                    <a:pt x="3603353" y="669612"/>
                  </a:lnTo>
                  <a:lnTo>
                    <a:pt x="3607592" y="669612"/>
                  </a:lnTo>
                  <a:lnTo>
                    <a:pt x="3607592" y="667800"/>
                  </a:lnTo>
                  <a:lnTo>
                    <a:pt x="3611832" y="667800"/>
                  </a:lnTo>
                  <a:lnTo>
                    <a:pt x="3611832" y="666440"/>
                  </a:lnTo>
                  <a:lnTo>
                    <a:pt x="3616071" y="666440"/>
                  </a:lnTo>
                  <a:lnTo>
                    <a:pt x="3616071" y="665079"/>
                  </a:lnTo>
                  <a:lnTo>
                    <a:pt x="3620310" y="665079"/>
                  </a:lnTo>
                  <a:lnTo>
                    <a:pt x="3620310" y="663264"/>
                  </a:lnTo>
                  <a:lnTo>
                    <a:pt x="3624549" y="663264"/>
                  </a:lnTo>
                  <a:lnTo>
                    <a:pt x="3624549" y="663264"/>
                  </a:lnTo>
                  <a:lnTo>
                    <a:pt x="3628789" y="663264"/>
                  </a:lnTo>
                  <a:lnTo>
                    <a:pt x="3628789" y="661899"/>
                  </a:lnTo>
                  <a:lnTo>
                    <a:pt x="3633028" y="661899"/>
                  </a:lnTo>
                  <a:lnTo>
                    <a:pt x="3633028" y="660534"/>
                  </a:lnTo>
                  <a:lnTo>
                    <a:pt x="3637267" y="660534"/>
                  </a:lnTo>
                  <a:lnTo>
                    <a:pt x="3637267" y="659624"/>
                  </a:lnTo>
                  <a:lnTo>
                    <a:pt x="3641506" y="659624"/>
                  </a:lnTo>
                  <a:lnTo>
                    <a:pt x="3641506" y="658258"/>
                  </a:lnTo>
                  <a:lnTo>
                    <a:pt x="3645745" y="658258"/>
                  </a:lnTo>
                  <a:lnTo>
                    <a:pt x="3645745" y="655981"/>
                  </a:lnTo>
                  <a:lnTo>
                    <a:pt x="3649985" y="655981"/>
                  </a:lnTo>
                  <a:lnTo>
                    <a:pt x="3649985" y="655525"/>
                  </a:lnTo>
                  <a:lnTo>
                    <a:pt x="3654224" y="655525"/>
                  </a:lnTo>
                  <a:lnTo>
                    <a:pt x="3654224" y="655069"/>
                  </a:lnTo>
                  <a:lnTo>
                    <a:pt x="3658463" y="655069"/>
                  </a:lnTo>
                  <a:lnTo>
                    <a:pt x="3658463" y="654156"/>
                  </a:lnTo>
                  <a:lnTo>
                    <a:pt x="3662702" y="654156"/>
                  </a:lnTo>
                  <a:lnTo>
                    <a:pt x="3662702" y="653700"/>
                  </a:lnTo>
                  <a:lnTo>
                    <a:pt x="3666942" y="653700"/>
                  </a:lnTo>
                  <a:lnTo>
                    <a:pt x="3666942" y="651874"/>
                  </a:lnTo>
                  <a:lnTo>
                    <a:pt x="3671181" y="651874"/>
                  </a:lnTo>
                  <a:lnTo>
                    <a:pt x="3671181" y="650046"/>
                  </a:lnTo>
                  <a:lnTo>
                    <a:pt x="3675420" y="650046"/>
                  </a:lnTo>
                  <a:lnTo>
                    <a:pt x="3675420" y="649589"/>
                  </a:lnTo>
                  <a:lnTo>
                    <a:pt x="3679659" y="649589"/>
                  </a:lnTo>
                  <a:lnTo>
                    <a:pt x="3679659" y="648218"/>
                  </a:lnTo>
                  <a:lnTo>
                    <a:pt x="3683899" y="648218"/>
                  </a:lnTo>
                  <a:lnTo>
                    <a:pt x="3683899" y="647760"/>
                  </a:lnTo>
                  <a:lnTo>
                    <a:pt x="3688138" y="647760"/>
                  </a:lnTo>
                  <a:lnTo>
                    <a:pt x="3688138" y="646843"/>
                  </a:lnTo>
                  <a:lnTo>
                    <a:pt x="3692377" y="646843"/>
                  </a:lnTo>
                  <a:lnTo>
                    <a:pt x="3692377" y="645468"/>
                  </a:lnTo>
                  <a:lnTo>
                    <a:pt x="3696616" y="645468"/>
                  </a:lnTo>
                  <a:lnTo>
                    <a:pt x="3696616" y="644092"/>
                  </a:lnTo>
                  <a:lnTo>
                    <a:pt x="3700856" y="644092"/>
                  </a:lnTo>
                  <a:lnTo>
                    <a:pt x="3700856" y="641339"/>
                  </a:lnTo>
                  <a:lnTo>
                    <a:pt x="3705095" y="641339"/>
                  </a:lnTo>
                  <a:lnTo>
                    <a:pt x="3705095" y="639502"/>
                  </a:lnTo>
                  <a:lnTo>
                    <a:pt x="3709334" y="639502"/>
                  </a:lnTo>
                  <a:lnTo>
                    <a:pt x="3709334" y="638121"/>
                  </a:lnTo>
                  <a:lnTo>
                    <a:pt x="3713573" y="638121"/>
                  </a:lnTo>
                  <a:lnTo>
                    <a:pt x="3713573" y="636739"/>
                  </a:lnTo>
                  <a:lnTo>
                    <a:pt x="3717813" y="636739"/>
                  </a:lnTo>
                  <a:lnTo>
                    <a:pt x="3717813" y="634896"/>
                  </a:lnTo>
                  <a:lnTo>
                    <a:pt x="3722052" y="634896"/>
                  </a:lnTo>
                  <a:lnTo>
                    <a:pt x="3722052" y="633974"/>
                  </a:lnTo>
                  <a:lnTo>
                    <a:pt x="3726291" y="633974"/>
                  </a:lnTo>
                  <a:lnTo>
                    <a:pt x="3726291" y="633513"/>
                  </a:lnTo>
                  <a:lnTo>
                    <a:pt x="3730530" y="633513"/>
                  </a:lnTo>
                  <a:lnTo>
                    <a:pt x="3730530" y="632589"/>
                  </a:lnTo>
                  <a:lnTo>
                    <a:pt x="3734770" y="632589"/>
                  </a:lnTo>
                  <a:lnTo>
                    <a:pt x="3734770" y="631665"/>
                  </a:lnTo>
                  <a:lnTo>
                    <a:pt x="3739009" y="631665"/>
                  </a:lnTo>
                  <a:lnTo>
                    <a:pt x="3739009" y="630278"/>
                  </a:lnTo>
                  <a:lnTo>
                    <a:pt x="3743248" y="630278"/>
                  </a:lnTo>
                  <a:lnTo>
                    <a:pt x="3743248" y="628427"/>
                  </a:lnTo>
                  <a:lnTo>
                    <a:pt x="3747487" y="628427"/>
                  </a:lnTo>
                  <a:lnTo>
                    <a:pt x="3747487" y="627501"/>
                  </a:lnTo>
                  <a:lnTo>
                    <a:pt x="3751726" y="627501"/>
                  </a:lnTo>
                  <a:lnTo>
                    <a:pt x="3751726" y="626111"/>
                  </a:lnTo>
                  <a:lnTo>
                    <a:pt x="3755966" y="626111"/>
                  </a:lnTo>
                  <a:lnTo>
                    <a:pt x="3755966" y="624722"/>
                  </a:lnTo>
                  <a:lnTo>
                    <a:pt x="3760205" y="624722"/>
                  </a:lnTo>
                  <a:lnTo>
                    <a:pt x="3760205" y="624258"/>
                  </a:lnTo>
                  <a:lnTo>
                    <a:pt x="3764444" y="624258"/>
                  </a:lnTo>
                  <a:lnTo>
                    <a:pt x="3764444" y="621940"/>
                  </a:lnTo>
                  <a:lnTo>
                    <a:pt x="3768683" y="621940"/>
                  </a:lnTo>
                  <a:lnTo>
                    <a:pt x="3768683" y="621011"/>
                  </a:lnTo>
                  <a:lnTo>
                    <a:pt x="3772923" y="621011"/>
                  </a:lnTo>
                  <a:lnTo>
                    <a:pt x="3772923" y="621011"/>
                  </a:lnTo>
                  <a:lnTo>
                    <a:pt x="3777162" y="621011"/>
                  </a:lnTo>
                  <a:lnTo>
                    <a:pt x="3777162" y="621011"/>
                  </a:lnTo>
                  <a:lnTo>
                    <a:pt x="3781401" y="621011"/>
                  </a:lnTo>
                  <a:lnTo>
                    <a:pt x="3781401" y="620080"/>
                  </a:lnTo>
                  <a:lnTo>
                    <a:pt x="3785640" y="620080"/>
                  </a:lnTo>
                  <a:lnTo>
                    <a:pt x="3785640" y="618215"/>
                  </a:lnTo>
                  <a:lnTo>
                    <a:pt x="3789880" y="618215"/>
                  </a:lnTo>
                  <a:lnTo>
                    <a:pt x="3789880" y="617749"/>
                  </a:lnTo>
                  <a:lnTo>
                    <a:pt x="3794119" y="617749"/>
                  </a:lnTo>
                  <a:lnTo>
                    <a:pt x="3794119" y="617282"/>
                  </a:lnTo>
                  <a:lnTo>
                    <a:pt x="3798358" y="617282"/>
                  </a:lnTo>
                  <a:lnTo>
                    <a:pt x="3798358" y="615413"/>
                  </a:lnTo>
                  <a:lnTo>
                    <a:pt x="3802597" y="615413"/>
                  </a:lnTo>
                  <a:lnTo>
                    <a:pt x="3802597" y="614477"/>
                  </a:lnTo>
                  <a:lnTo>
                    <a:pt x="3806837" y="614477"/>
                  </a:lnTo>
                  <a:lnTo>
                    <a:pt x="3806837" y="614477"/>
                  </a:lnTo>
                  <a:lnTo>
                    <a:pt x="3811076" y="614477"/>
                  </a:lnTo>
                  <a:lnTo>
                    <a:pt x="3811076" y="614008"/>
                  </a:lnTo>
                  <a:lnTo>
                    <a:pt x="3815315" y="614008"/>
                  </a:lnTo>
                  <a:lnTo>
                    <a:pt x="3815315" y="612601"/>
                  </a:lnTo>
                  <a:lnTo>
                    <a:pt x="3819554" y="612601"/>
                  </a:lnTo>
                  <a:lnTo>
                    <a:pt x="3819554" y="611193"/>
                  </a:lnTo>
                  <a:lnTo>
                    <a:pt x="3823794" y="611193"/>
                  </a:lnTo>
                  <a:lnTo>
                    <a:pt x="3823794" y="608846"/>
                  </a:lnTo>
                  <a:lnTo>
                    <a:pt x="3828033" y="608846"/>
                  </a:lnTo>
                  <a:lnTo>
                    <a:pt x="3828033" y="607436"/>
                  </a:lnTo>
                  <a:lnTo>
                    <a:pt x="3832272" y="607436"/>
                  </a:lnTo>
                  <a:lnTo>
                    <a:pt x="3832272" y="606493"/>
                  </a:lnTo>
                  <a:lnTo>
                    <a:pt x="3836511" y="606493"/>
                  </a:lnTo>
                  <a:lnTo>
                    <a:pt x="3836511" y="604131"/>
                  </a:lnTo>
                  <a:lnTo>
                    <a:pt x="3840751" y="604131"/>
                  </a:lnTo>
                  <a:lnTo>
                    <a:pt x="3840751" y="602714"/>
                  </a:lnTo>
                  <a:lnTo>
                    <a:pt x="3844990" y="602714"/>
                  </a:lnTo>
                  <a:lnTo>
                    <a:pt x="3844990" y="601769"/>
                  </a:lnTo>
                  <a:lnTo>
                    <a:pt x="3849229" y="601769"/>
                  </a:lnTo>
                  <a:lnTo>
                    <a:pt x="3849229" y="600350"/>
                  </a:lnTo>
                  <a:lnTo>
                    <a:pt x="3853468" y="600350"/>
                  </a:lnTo>
                  <a:lnTo>
                    <a:pt x="3853468" y="599876"/>
                  </a:lnTo>
                  <a:lnTo>
                    <a:pt x="3857707" y="599876"/>
                  </a:lnTo>
                  <a:lnTo>
                    <a:pt x="3857707" y="598928"/>
                  </a:lnTo>
                  <a:lnTo>
                    <a:pt x="3861947" y="598928"/>
                  </a:lnTo>
                  <a:lnTo>
                    <a:pt x="3861947" y="598454"/>
                  </a:lnTo>
                  <a:lnTo>
                    <a:pt x="3866186" y="598454"/>
                  </a:lnTo>
                  <a:lnTo>
                    <a:pt x="3866186" y="596079"/>
                  </a:lnTo>
                  <a:lnTo>
                    <a:pt x="3870425" y="596079"/>
                  </a:lnTo>
                  <a:lnTo>
                    <a:pt x="3870425" y="595604"/>
                  </a:lnTo>
                  <a:lnTo>
                    <a:pt x="3874664" y="595604"/>
                  </a:lnTo>
                  <a:lnTo>
                    <a:pt x="3874664" y="592751"/>
                  </a:lnTo>
                  <a:lnTo>
                    <a:pt x="3878904" y="592751"/>
                  </a:lnTo>
                  <a:lnTo>
                    <a:pt x="3878904" y="591800"/>
                  </a:lnTo>
                  <a:lnTo>
                    <a:pt x="3883143" y="591800"/>
                  </a:lnTo>
                  <a:lnTo>
                    <a:pt x="3883143" y="590372"/>
                  </a:lnTo>
                  <a:lnTo>
                    <a:pt x="3887382" y="590372"/>
                  </a:lnTo>
                  <a:lnTo>
                    <a:pt x="3887382" y="589896"/>
                  </a:lnTo>
                  <a:lnTo>
                    <a:pt x="3891621" y="589896"/>
                  </a:lnTo>
                  <a:lnTo>
                    <a:pt x="3891621" y="588465"/>
                  </a:lnTo>
                  <a:lnTo>
                    <a:pt x="3895861" y="588465"/>
                  </a:lnTo>
                  <a:lnTo>
                    <a:pt x="3895861" y="587033"/>
                  </a:lnTo>
                  <a:lnTo>
                    <a:pt x="3900100" y="587033"/>
                  </a:lnTo>
                  <a:lnTo>
                    <a:pt x="3900100" y="584645"/>
                  </a:lnTo>
                  <a:lnTo>
                    <a:pt x="3904339" y="584645"/>
                  </a:lnTo>
                  <a:lnTo>
                    <a:pt x="3904339" y="584168"/>
                  </a:lnTo>
                  <a:lnTo>
                    <a:pt x="3908578" y="584168"/>
                  </a:lnTo>
                  <a:lnTo>
                    <a:pt x="3908578" y="584168"/>
                  </a:lnTo>
                  <a:lnTo>
                    <a:pt x="3912818" y="584168"/>
                  </a:lnTo>
                  <a:lnTo>
                    <a:pt x="3912818" y="583211"/>
                  </a:lnTo>
                  <a:lnTo>
                    <a:pt x="3917057" y="583211"/>
                  </a:lnTo>
                  <a:lnTo>
                    <a:pt x="3917057" y="582253"/>
                  </a:lnTo>
                  <a:lnTo>
                    <a:pt x="3921296" y="582253"/>
                  </a:lnTo>
                  <a:lnTo>
                    <a:pt x="3921296" y="582253"/>
                  </a:lnTo>
                  <a:lnTo>
                    <a:pt x="3925535" y="582253"/>
                  </a:lnTo>
                  <a:lnTo>
                    <a:pt x="3925535" y="580335"/>
                  </a:lnTo>
                  <a:lnTo>
                    <a:pt x="3929775" y="580335"/>
                  </a:lnTo>
                  <a:lnTo>
                    <a:pt x="3929775" y="578897"/>
                  </a:lnTo>
                  <a:lnTo>
                    <a:pt x="3934014" y="578897"/>
                  </a:lnTo>
                  <a:lnTo>
                    <a:pt x="3934014" y="578417"/>
                  </a:lnTo>
                  <a:lnTo>
                    <a:pt x="3938253" y="578417"/>
                  </a:lnTo>
                  <a:lnTo>
                    <a:pt x="3938253" y="576016"/>
                  </a:lnTo>
                  <a:lnTo>
                    <a:pt x="3942492" y="576016"/>
                  </a:lnTo>
                  <a:lnTo>
                    <a:pt x="3942492" y="575055"/>
                  </a:lnTo>
                  <a:lnTo>
                    <a:pt x="3946731" y="575055"/>
                  </a:lnTo>
                  <a:lnTo>
                    <a:pt x="3946731" y="574574"/>
                  </a:lnTo>
                  <a:lnTo>
                    <a:pt x="3950971" y="574574"/>
                  </a:lnTo>
                  <a:lnTo>
                    <a:pt x="3950971" y="574092"/>
                  </a:lnTo>
                  <a:lnTo>
                    <a:pt x="3955210" y="574092"/>
                  </a:lnTo>
                  <a:lnTo>
                    <a:pt x="3955210" y="571684"/>
                  </a:lnTo>
                  <a:lnTo>
                    <a:pt x="3959449" y="571684"/>
                  </a:lnTo>
                  <a:lnTo>
                    <a:pt x="3959449" y="569756"/>
                  </a:lnTo>
                  <a:lnTo>
                    <a:pt x="3963688" y="569756"/>
                  </a:lnTo>
                  <a:lnTo>
                    <a:pt x="3963688" y="569274"/>
                  </a:lnTo>
                  <a:lnTo>
                    <a:pt x="3967928" y="569274"/>
                  </a:lnTo>
                  <a:lnTo>
                    <a:pt x="3967928" y="568309"/>
                  </a:lnTo>
                  <a:lnTo>
                    <a:pt x="3972167" y="568309"/>
                  </a:lnTo>
                  <a:lnTo>
                    <a:pt x="3972167" y="566861"/>
                  </a:lnTo>
                  <a:lnTo>
                    <a:pt x="3976406" y="566861"/>
                  </a:lnTo>
                  <a:lnTo>
                    <a:pt x="3976406" y="564927"/>
                  </a:lnTo>
                  <a:lnTo>
                    <a:pt x="3980645" y="564927"/>
                  </a:lnTo>
                  <a:lnTo>
                    <a:pt x="3980645" y="562990"/>
                  </a:lnTo>
                  <a:lnTo>
                    <a:pt x="3984885" y="562990"/>
                  </a:lnTo>
                  <a:lnTo>
                    <a:pt x="3984885" y="562021"/>
                  </a:lnTo>
                  <a:lnTo>
                    <a:pt x="3989124" y="562021"/>
                  </a:lnTo>
                  <a:lnTo>
                    <a:pt x="3989124" y="560568"/>
                  </a:lnTo>
                  <a:lnTo>
                    <a:pt x="3993363" y="560568"/>
                  </a:lnTo>
                  <a:lnTo>
                    <a:pt x="3993363" y="558144"/>
                  </a:lnTo>
                  <a:lnTo>
                    <a:pt x="3997602" y="558144"/>
                  </a:lnTo>
                  <a:lnTo>
                    <a:pt x="3997602" y="557174"/>
                  </a:lnTo>
                  <a:lnTo>
                    <a:pt x="4001842" y="557174"/>
                  </a:lnTo>
                  <a:lnTo>
                    <a:pt x="4001842" y="557174"/>
                  </a:lnTo>
                  <a:lnTo>
                    <a:pt x="4006081" y="557174"/>
                  </a:lnTo>
                  <a:lnTo>
                    <a:pt x="4006081" y="556203"/>
                  </a:lnTo>
                  <a:lnTo>
                    <a:pt x="4010320" y="556203"/>
                  </a:lnTo>
                  <a:lnTo>
                    <a:pt x="4010320" y="555231"/>
                  </a:lnTo>
                  <a:lnTo>
                    <a:pt x="4014559" y="555231"/>
                  </a:lnTo>
                  <a:lnTo>
                    <a:pt x="4014559" y="554745"/>
                  </a:lnTo>
                  <a:lnTo>
                    <a:pt x="4018799" y="554745"/>
                  </a:lnTo>
                  <a:lnTo>
                    <a:pt x="4018799" y="553772"/>
                  </a:lnTo>
                  <a:lnTo>
                    <a:pt x="4023038" y="553772"/>
                  </a:lnTo>
                  <a:lnTo>
                    <a:pt x="4023038" y="551826"/>
                  </a:lnTo>
                  <a:lnTo>
                    <a:pt x="4027277" y="551826"/>
                  </a:lnTo>
                  <a:lnTo>
                    <a:pt x="4027277" y="549394"/>
                  </a:lnTo>
                  <a:lnTo>
                    <a:pt x="4031516" y="549394"/>
                  </a:lnTo>
                  <a:lnTo>
                    <a:pt x="4031516" y="547933"/>
                  </a:lnTo>
                  <a:lnTo>
                    <a:pt x="4035756" y="547933"/>
                  </a:lnTo>
                  <a:lnTo>
                    <a:pt x="4035756" y="546958"/>
                  </a:lnTo>
                  <a:lnTo>
                    <a:pt x="4039995" y="546958"/>
                  </a:lnTo>
                  <a:lnTo>
                    <a:pt x="4039995" y="546471"/>
                  </a:lnTo>
                  <a:lnTo>
                    <a:pt x="4044234" y="546471"/>
                  </a:lnTo>
                  <a:lnTo>
                    <a:pt x="4044234" y="545983"/>
                  </a:lnTo>
                  <a:lnTo>
                    <a:pt x="4048473" y="545983"/>
                  </a:lnTo>
                  <a:lnTo>
                    <a:pt x="4048473" y="544519"/>
                  </a:lnTo>
                  <a:lnTo>
                    <a:pt x="4052712" y="544519"/>
                  </a:lnTo>
                  <a:lnTo>
                    <a:pt x="4052712" y="543542"/>
                  </a:lnTo>
                  <a:lnTo>
                    <a:pt x="4056952" y="543542"/>
                  </a:lnTo>
                  <a:lnTo>
                    <a:pt x="4056952" y="543542"/>
                  </a:lnTo>
                  <a:lnTo>
                    <a:pt x="4061191" y="543542"/>
                  </a:lnTo>
                  <a:lnTo>
                    <a:pt x="4061191" y="542074"/>
                  </a:lnTo>
                  <a:lnTo>
                    <a:pt x="4065430" y="542074"/>
                  </a:lnTo>
                  <a:lnTo>
                    <a:pt x="4065430" y="540116"/>
                  </a:lnTo>
                  <a:lnTo>
                    <a:pt x="4069669" y="540116"/>
                  </a:lnTo>
                  <a:lnTo>
                    <a:pt x="4069669" y="540116"/>
                  </a:lnTo>
                  <a:lnTo>
                    <a:pt x="4073909" y="540116"/>
                  </a:lnTo>
                  <a:lnTo>
                    <a:pt x="4073909" y="538644"/>
                  </a:lnTo>
                  <a:lnTo>
                    <a:pt x="4078148" y="538644"/>
                  </a:lnTo>
                  <a:lnTo>
                    <a:pt x="4078148" y="537662"/>
                  </a:lnTo>
                  <a:lnTo>
                    <a:pt x="4082387" y="537662"/>
                  </a:lnTo>
                  <a:lnTo>
                    <a:pt x="4082387" y="536680"/>
                  </a:lnTo>
                  <a:lnTo>
                    <a:pt x="4086626" y="536680"/>
                  </a:lnTo>
                  <a:lnTo>
                    <a:pt x="4086626" y="533241"/>
                  </a:lnTo>
                  <a:lnTo>
                    <a:pt x="4090866" y="533241"/>
                  </a:lnTo>
                  <a:lnTo>
                    <a:pt x="4090866" y="531765"/>
                  </a:lnTo>
                  <a:lnTo>
                    <a:pt x="4095105" y="531765"/>
                  </a:lnTo>
                  <a:lnTo>
                    <a:pt x="4095105" y="530780"/>
                  </a:lnTo>
                  <a:lnTo>
                    <a:pt x="4099344" y="530780"/>
                  </a:lnTo>
                  <a:lnTo>
                    <a:pt x="4099344" y="530780"/>
                  </a:lnTo>
                  <a:lnTo>
                    <a:pt x="4103583" y="530780"/>
                  </a:lnTo>
                  <a:lnTo>
                    <a:pt x="4103583" y="529793"/>
                  </a:lnTo>
                  <a:lnTo>
                    <a:pt x="4107823" y="529793"/>
                  </a:lnTo>
                  <a:lnTo>
                    <a:pt x="4107823" y="528313"/>
                  </a:lnTo>
                  <a:lnTo>
                    <a:pt x="4112062" y="528313"/>
                  </a:lnTo>
                  <a:lnTo>
                    <a:pt x="4112062" y="527819"/>
                  </a:lnTo>
                  <a:lnTo>
                    <a:pt x="4116301" y="527819"/>
                  </a:lnTo>
                  <a:lnTo>
                    <a:pt x="4116301" y="527325"/>
                  </a:lnTo>
                  <a:lnTo>
                    <a:pt x="4120540" y="527325"/>
                  </a:lnTo>
                  <a:lnTo>
                    <a:pt x="4120540" y="526831"/>
                  </a:lnTo>
                  <a:lnTo>
                    <a:pt x="4124780" y="526831"/>
                  </a:lnTo>
                  <a:lnTo>
                    <a:pt x="4124780" y="524853"/>
                  </a:lnTo>
                  <a:lnTo>
                    <a:pt x="4129019" y="524853"/>
                  </a:lnTo>
                  <a:lnTo>
                    <a:pt x="4129019" y="524358"/>
                  </a:lnTo>
                  <a:lnTo>
                    <a:pt x="4133258" y="524358"/>
                  </a:lnTo>
                  <a:lnTo>
                    <a:pt x="4133258" y="524358"/>
                  </a:lnTo>
                  <a:lnTo>
                    <a:pt x="4137497" y="524358"/>
                  </a:lnTo>
                  <a:lnTo>
                    <a:pt x="4137497" y="523367"/>
                  </a:lnTo>
                  <a:lnTo>
                    <a:pt x="4141737" y="523367"/>
                  </a:lnTo>
                  <a:lnTo>
                    <a:pt x="4141737" y="522872"/>
                  </a:lnTo>
                  <a:lnTo>
                    <a:pt x="4145976" y="522872"/>
                  </a:lnTo>
                  <a:lnTo>
                    <a:pt x="4145976" y="522376"/>
                  </a:lnTo>
                  <a:lnTo>
                    <a:pt x="4150215" y="522376"/>
                  </a:lnTo>
                  <a:lnTo>
                    <a:pt x="4150215" y="521383"/>
                  </a:lnTo>
                  <a:lnTo>
                    <a:pt x="4154454" y="521383"/>
                  </a:lnTo>
                  <a:lnTo>
                    <a:pt x="4154454" y="521383"/>
                  </a:lnTo>
                  <a:lnTo>
                    <a:pt x="4158693" y="521383"/>
                  </a:lnTo>
                  <a:lnTo>
                    <a:pt x="4158693" y="518898"/>
                  </a:lnTo>
                  <a:lnTo>
                    <a:pt x="4162933" y="518898"/>
                  </a:lnTo>
                  <a:lnTo>
                    <a:pt x="4162933" y="518898"/>
                  </a:lnTo>
                  <a:lnTo>
                    <a:pt x="4167172" y="518898"/>
                  </a:lnTo>
                  <a:lnTo>
                    <a:pt x="4167172" y="517903"/>
                  </a:lnTo>
                  <a:lnTo>
                    <a:pt x="4171411" y="517903"/>
                  </a:lnTo>
                  <a:lnTo>
                    <a:pt x="4171411" y="515913"/>
                  </a:lnTo>
                  <a:lnTo>
                    <a:pt x="4175650" y="515913"/>
                  </a:lnTo>
                  <a:lnTo>
                    <a:pt x="4175650" y="515416"/>
                  </a:lnTo>
                  <a:lnTo>
                    <a:pt x="4179890" y="515416"/>
                  </a:lnTo>
                  <a:lnTo>
                    <a:pt x="4179890" y="513921"/>
                  </a:lnTo>
                  <a:lnTo>
                    <a:pt x="4184129" y="513921"/>
                  </a:lnTo>
                  <a:lnTo>
                    <a:pt x="4184129" y="512424"/>
                  </a:lnTo>
                  <a:lnTo>
                    <a:pt x="4188368" y="512424"/>
                  </a:lnTo>
                  <a:lnTo>
                    <a:pt x="4188368" y="511425"/>
                  </a:lnTo>
                  <a:lnTo>
                    <a:pt x="4192607" y="511425"/>
                  </a:lnTo>
                  <a:lnTo>
                    <a:pt x="4192607" y="510925"/>
                  </a:lnTo>
                  <a:lnTo>
                    <a:pt x="4196847" y="510925"/>
                  </a:lnTo>
                  <a:lnTo>
                    <a:pt x="4196847" y="510424"/>
                  </a:lnTo>
                  <a:lnTo>
                    <a:pt x="4201086" y="510424"/>
                  </a:lnTo>
                  <a:lnTo>
                    <a:pt x="4201086" y="508922"/>
                  </a:lnTo>
                  <a:lnTo>
                    <a:pt x="4205325" y="508922"/>
                  </a:lnTo>
                  <a:lnTo>
                    <a:pt x="4205325" y="507921"/>
                  </a:lnTo>
                  <a:lnTo>
                    <a:pt x="4209564" y="507921"/>
                  </a:lnTo>
                  <a:lnTo>
                    <a:pt x="4209564" y="506918"/>
                  </a:lnTo>
                  <a:lnTo>
                    <a:pt x="4213804" y="506918"/>
                  </a:lnTo>
                  <a:lnTo>
                    <a:pt x="4213804" y="504912"/>
                  </a:lnTo>
                  <a:lnTo>
                    <a:pt x="4218043" y="504912"/>
                  </a:lnTo>
                  <a:lnTo>
                    <a:pt x="4218043" y="501898"/>
                  </a:lnTo>
                  <a:lnTo>
                    <a:pt x="4222282" y="501898"/>
                  </a:lnTo>
                  <a:lnTo>
                    <a:pt x="4222282" y="501396"/>
                  </a:lnTo>
                  <a:lnTo>
                    <a:pt x="4226521" y="501396"/>
                  </a:lnTo>
                  <a:lnTo>
                    <a:pt x="4226521" y="498882"/>
                  </a:lnTo>
                  <a:lnTo>
                    <a:pt x="4230761" y="498882"/>
                  </a:lnTo>
                  <a:lnTo>
                    <a:pt x="4230761" y="498379"/>
                  </a:lnTo>
                  <a:lnTo>
                    <a:pt x="4235000" y="498379"/>
                  </a:lnTo>
                  <a:lnTo>
                    <a:pt x="4235000" y="497372"/>
                  </a:lnTo>
                  <a:lnTo>
                    <a:pt x="4239239" y="497372"/>
                  </a:lnTo>
                  <a:lnTo>
                    <a:pt x="4239239" y="496868"/>
                  </a:lnTo>
                  <a:lnTo>
                    <a:pt x="4243478" y="496868"/>
                  </a:lnTo>
                  <a:lnTo>
                    <a:pt x="4243478" y="494850"/>
                  </a:lnTo>
                  <a:lnTo>
                    <a:pt x="4247718" y="494850"/>
                  </a:lnTo>
                  <a:lnTo>
                    <a:pt x="4247718" y="494345"/>
                  </a:lnTo>
                  <a:lnTo>
                    <a:pt x="4251957" y="494345"/>
                  </a:lnTo>
                  <a:lnTo>
                    <a:pt x="4251957" y="493840"/>
                  </a:lnTo>
                  <a:lnTo>
                    <a:pt x="4256196" y="493840"/>
                  </a:lnTo>
                  <a:lnTo>
                    <a:pt x="4256196" y="492324"/>
                  </a:lnTo>
                  <a:lnTo>
                    <a:pt x="4260435" y="492324"/>
                  </a:lnTo>
                  <a:lnTo>
                    <a:pt x="4260435" y="491313"/>
                  </a:lnTo>
                  <a:lnTo>
                    <a:pt x="4264674" y="491313"/>
                  </a:lnTo>
                  <a:lnTo>
                    <a:pt x="4264674" y="489796"/>
                  </a:lnTo>
                  <a:lnTo>
                    <a:pt x="4268914" y="489796"/>
                  </a:lnTo>
                  <a:lnTo>
                    <a:pt x="4268914" y="488783"/>
                  </a:lnTo>
                  <a:lnTo>
                    <a:pt x="4273153" y="488783"/>
                  </a:lnTo>
                  <a:lnTo>
                    <a:pt x="4273153" y="487264"/>
                  </a:lnTo>
                  <a:lnTo>
                    <a:pt x="4277392" y="487264"/>
                  </a:lnTo>
                  <a:lnTo>
                    <a:pt x="4277392" y="487264"/>
                  </a:lnTo>
                  <a:lnTo>
                    <a:pt x="4281631" y="487264"/>
                  </a:lnTo>
                  <a:lnTo>
                    <a:pt x="4281631" y="486249"/>
                  </a:lnTo>
                  <a:lnTo>
                    <a:pt x="4285871" y="486249"/>
                  </a:lnTo>
                  <a:lnTo>
                    <a:pt x="4285871" y="484726"/>
                  </a:lnTo>
                  <a:lnTo>
                    <a:pt x="4290110" y="484726"/>
                  </a:lnTo>
                  <a:lnTo>
                    <a:pt x="4290110" y="484726"/>
                  </a:lnTo>
                  <a:lnTo>
                    <a:pt x="4294349" y="484726"/>
                  </a:lnTo>
                  <a:lnTo>
                    <a:pt x="4294349" y="484218"/>
                  </a:lnTo>
                  <a:lnTo>
                    <a:pt x="4298588" y="484218"/>
                  </a:lnTo>
                  <a:lnTo>
                    <a:pt x="4298588" y="484218"/>
                  </a:lnTo>
                  <a:lnTo>
                    <a:pt x="4302828" y="484218"/>
                  </a:lnTo>
                  <a:lnTo>
                    <a:pt x="4302828" y="483708"/>
                  </a:lnTo>
                  <a:lnTo>
                    <a:pt x="4307067" y="483708"/>
                  </a:lnTo>
                  <a:lnTo>
                    <a:pt x="4307067" y="483198"/>
                  </a:lnTo>
                  <a:lnTo>
                    <a:pt x="4311306" y="483198"/>
                  </a:lnTo>
                  <a:lnTo>
                    <a:pt x="4311306" y="482177"/>
                  </a:lnTo>
                  <a:lnTo>
                    <a:pt x="4315545" y="482177"/>
                  </a:lnTo>
                  <a:lnTo>
                    <a:pt x="4315545" y="481154"/>
                  </a:lnTo>
                  <a:lnTo>
                    <a:pt x="4319785" y="481154"/>
                  </a:lnTo>
                  <a:lnTo>
                    <a:pt x="4319785" y="480132"/>
                  </a:lnTo>
                  <a:lnTo>
                    <a:pt x="4324024" y="480132"/>
                  </a:lnTo>
                  <a:lnTo>
                    <a:pt x="4324024" y="480132"/>
                  </a:lnTo>
                  <a:lnTo>
                    <a:pt x="4328263" y="480132"/>
                  </a:lnTo>
                  <a:lnTo>
                    <a:pt x="4328263" y="479621"/>
                  </a:lnTo>
                  <a:lnTo>
                    <a:pt x="4332502" y="479621"/>
                  </a:lnTo>
                  <a:lnTo>
                    <a:pt x="4332502" y="475526"/>
                  </a:lnTo>
                  <a:lnTo>
                    <a:pt x="4336742" y="475526"/>
                  </a:lnTo>
                  <a:lnTo>
                    <a:pt x="4336742" y="474500"/>
                  </a:lnTo>
                  <a:lnTo>
                    <a:pt x="4340981" y="474500"/>
                  </a:lnTo>
                  <a:lnTo>
                    <a:pt x="4340981" y="473473"/>
                  </a:lnTo>
                  <a:lnTo>
                    <a:pt x="4345220" y="473473"/>
                  </a:lnTo>
                  <a:lnTo>
                    <a:pt x="4345220" y="472960"/>
                  </a:lnTo>
                  <a:lnTo>
                    <a:pt x="4349459" y="472960"/>
                  </a:lnTo>
                  <a:lnTo>
                    <a:pt x="4349459" y="471933"/>
                  </a:lnTo>
                  <a:lnTo>
                    <a:pt x="4353698" y="471933"/>
                  </a:lnTo>
                  <a:lnTo>
                    <a:pt x="4353698" y="470905"/>
                  </a:lnTo>
                  <a:lnTo>
                    <a:pt x="4357938" y="470905"/>
                  </a:lnTo>
                  <a:lnTo>
                    <a:pt x="4357938" y="469878"/>
                  </a:lnTo>
                  <a:lnTo>
                    <a:pt x="4362177" y="469878"/>
                  </a:lnTo>
                  <a:lnTo>
                    <a:pt x="4362177" y="468335"/>
                  </a:lnTo>
                  <a:lnTo>
                    <a:pt x="4366416" y="468335"/>
                  </a:lnTo>
                  <a:lnTo>
                    <a:pt x="4366416" y="467820"/>
                  </a:lnTo>
                  <a:lnTo>
                    <a:pt x="4370655" y="467820"/>
                  </a:lnTo>
                  <a:lnTo>
                    <a:pt x="4370655" y="466789"/>
                  </a:lnTo>
                  <a:lnTo>
                    <a:pt x="4374895" y="466789"/>
                  </a:lnTo>
                  <a:lnTo>
                    <a:pt x="4374895" y="466789"/>
                  </a:lnTo>
                  <a:lnTo>
                    <a:pt x="4379134" y="466789"/>
                  </a:lnTo>
                  <a:lnTo>
                    <a:pt x="4379134" y="466272"/>
                  </a:lnTo>
                  <a:lnTo>
                    <a:pt x="4383373" y="466272"/>
                  </a:lnTo>
                  <a:lnTo>
                    <a:pt x="4383373" y="465239"/>
                  </a:lnTo>
                  <a:lnTo>
                    <a:pt x="4387612" y="465239"/>
                  </a:lnTo>
                  <a:lnTo>
                    <a:pt x="4387612" y="463690"/>
                  </a:lnTo>
                  <a:lnTo>
                    <a:pt x="4391852" y="463690"/>
                  </a:lnTo>
                  <a:lnTo>
                    <a:pt x="4391852" y="463173"/>
                  </a:lnTo>
                  <a:lnTo>
                    <a:pt x="4396091" y="463173"/>
                  </a:lnTo>
                  <a:lnTo>
                    <a:pt x="4396091" y="463173"/>
                  </a:lnTo>
                  <a:lnTo>
                    <a:pt x="4400330" y="463173"/>
                  </a:lnTo>
                  <a:lnTo>
                    <a:pt x="4400330" y="462655"/>
                  </a:lnTo>
                  <a:lnTo>
                    <a:pt x="4404569" y="462655"/>
                  </a:lnTo>
                  <a:lnTo>
                    <a:pt x="4404569" y="461101"/>
                  </a:lnTo>
                  <a:lnTo>
                    <a:pt x="4408809" y="461101"/>
                  </a:lnTo>
                  <a:lnTo>
                    <a:pt x="4408809" y="459545"/>
                  </a:lnTo>
                  <a:lnTo>
                    <a:pt x="4413048" y="459545"/>
                  </a:lnTo>
                  <a:lnTo>
                    <a:pt x="4413048" y="458506"/>
                  </a:lnTo>
                  <a:lnTo>
                    <a:pt x="4417287" y="458506"/>
                  </a:lnTo>
                  <a:lnTo>
                    <a:pt x="4417287" y="458506"/>
                  </a:lnTo>
                  <a:lnTo>
                    <a:pt x="4421526" y="458506"/>
                  </a:lnTo>
                  <a:lnTo>
                    <a:pt x="4421526" y="457987"/>
                  </a:lnTo>
                  <a:lnTo>
                    <a:pt x="4425766" y="457987"/>
                  </a:lnTo>
                  <a:lnTo>
                    <a:pt x="4425766" y="457466"/>
                  </a:lnTo>
                  <a:lnTo>
                    <a:pt x="4430005" y="457466"/>
                  </a:lnTo>
                  <a:lnTo>
                    <a:pt x="4430005" y="456425"/>
                  </a:lnTo>
                  <a:lnTo>
                    <a:pt x="4434244" y="456425"/>
                  </a:lnTo>
                  <a:lnTo>
                    <a:pt x="4434244" y="455904"/>
                  </a:lnTo>
                  <a:lnTo>
                    <a:pt x="4438483" y="455904"/>
                  </a:lnTo>
                  <a:lnTo>
                    <a:pt x="4438483" y="455383"/>
                  </a:lnTo>
                  <a:lnTo>
                    <a:pt x="4442723" y="455383"/>
                  </a:lnTo>
                  <a:lnTo>
                    <a:pt x="4442723" y="455383"/>
                  </a:lnTo>
                  <a:lnTo>
                    <a:pt x="4446962" y="455383"/>
                  </a:lnTo>
                  <a:lnTo>
                    <a:pt x="4446962" y="454339"/>
                  </a:lnTo>
                  <a:lnTo>
                    <a:pt x="4451201" y="454339"/>
                  </a:lnTo>
                  <a:lnTo>
                    <a:pt x="4451201" y="454339"/>
                  </a:lnTo>
                  <a:lnTo>
                    <a:pt x="4455440" y="454339"/>
                  </a:lnTo>
                  <a:lnTo>
                    <a:pt x="4455440" y="452768"/>
                  </a:lnTo>
                  <a:lnTo>
                    <a:pt x="4459679" y="452768"/>
                  </a:lnTo>
                  <a:lnTo>
                    <a:pt x="4459679" y="452768"/>
                  </a:lnTo>
                  <a:lnTo>
                    <a:pt x="4463919" y="452768"/>
                  </a:lnTo>
                  <a:lnTo>
                    <a:pt x="4463919" y="451719"/>
                  </a:lnTo>
                  <a:lnTo>
                    <a:pt x="4468158" y="451719"/>
                  </a:lnTo>
                  <a:lnTo>
                    <a:pt x="4468158" y="450670"/>
                  </a:lnTo>
                  <a:lnTo>
                    <a:pt x="4472397" y="450670"/>
                  </a:lnTo>
                  <a:lnTo>
                    <a:pt x="4472397" y="450145"/>
                  </a:lnTo>
                  <a:lnTo>
                    <a:pt x="4476636" y="450145"/>
                  </a:lnTo>
                  <a:lnTo>
                    <a:pt x="4476636" y="447518"/>
                  </a:lnTo>
                  <a:lnTo>
                    <a:pt x="4480876" y="447518"/>
                  </a:lnTo>
                  <a:lnTo>
                    <a:pt x="4480876" y="447518"/>
                  </a:lnTo>
                  <a:lnTo>
                    <a:pt x="4485115" y="447518"/>
                  </a:lnTo>
                  <a:lnTo>
                    <a:pt x="4485115" y="446465"/>
                  </a:lnTo>
                  <a:lnTo>
                    <a:pt x="4489354" y="446465"/>
                  </a:lnTo>
                  <a:lnTo>
                    <a:pt x="4489354" y="445938"/>
                  </a:lnTo>
                  <a:lnTo>
                    <a:pt x="4493593" y="445938"/>
                  </a:lnTo>
                  <a:lnTo>
                    <a:pt x="4493593" y="445411"/>
                  </a:lnTo>
                  <a:lnTo>
                    <a:pt x="4497833" y="445411"/>
                  </a:lnTo>
                  <a:lnTo>
                    <a:pt x="4497833" y="445411"/>
                  </a:lnTo>
                  <a:lnTo>
                    <a:pt x="4502072" y="445411"/>
                  </a:lnTo>
                  <a:lnTo>
                    <a:pt x="4502072" y="444884"/>
                  </a:lnTo>
                  <a:lnTo>
                    <a:pt x="4506311" y="444884"/>
                  </a:lnTo>
                  <a:lnTo>
                    <a:pt x="4506311" y="443826"/>
                  </a:lnTo>
                  <a:lnTo>
                    <a:pt x="4510550" y="443826"/>
                  </a:lnTo>
                  <a:lnTo>
                    <a:pt x="4510550" y="443826"/>
                  </a:lnTo>
                  <a:lnTo>
                    <a:pt x="4514790" y="443826"/>
                  </a:lnTo>
                  <a:lnTo>
                    <a:pt x="4514790" y="443297"/>
                  </a:lnTo>
                  <a:lnTo>
                    <a:pt x="4519029" y="443297"/>
                  </a:lnTo>
                  <a:lnTo>
                    <a:pt x="4519029" y="442767"/>
                  </a:lnTo>
                  <a:lnTo>
                    <a:pt x="4523268" y="442767"/>
                  </a:lnTo>
                  <a:lnTo>
                    <a:pt x="4523268" y="442237"/>
                  </a:lnTo>
                  <a:lnTo>
                    <a:pt x="4527507" y="442237"/>
                  </a:lnTo>
                  <a:lnTo>
                    <a:pt x="4527507" y="442237"/>
                  </a:lnTo>
                  <a:lnTo>
                    <a:pt x="4531747" y="442237"/>
                  </a:lnTo>
                  <a:lnTo>
                    <a:pt x="4531747" y="441177"/>
                  </a:lnTo>
                  <a:lnTo>
                    <a:pt x="4535986" y="441177"/>
                  </a:lnTo>
                  <a:lnTo>
                    <a:pt x="4535986" y="440116"/>
                  </a:lnTo>
                  <a:lnTo>
                    <a:pt x="4540225" y="440116"/>
                  </a:lnTo>
                  <a:lnTo>
                    <a:pt x="4540225" y="440116"/>
                  </a:lnTo>
                  <a:lnTo>
                    <a:pt x="4544464" y="440116"/>
                  </a:lnTo>
                  <a:lnTo>
                    <a:pt x="4544464" y="440116"/>
                  </a:lnTo>
                  <a:lnTo>
                    <a:pt x="4548704" y="440116"/>
                  </a:lnTo>
                  <a:lnTo>
                    <a:pt x="4548704" y="439051"/>
                  </a:lnTo>
                  <a:lnTo>
                    <a:pt x="4552943" y="439051"/>
                  </a:lnTo>
                  <a:lnTo>
                    <a:pt x="4552943" y="437985"/>
                  </a:lnTo>
                  <a:lnTo>
                    <a:pt x="4557182" y="437985"/>
                  </a:lnTo>
                  <a:lnTo>
                    <a:pt x="4557182" y="437452"/>
                  </a:lnTo>
                  <a:lnTo>
                    <a:pt x="4561421" y="437452"/>
                  </a:lnTo>
                  <a:lnTo>
                    <a:pt x="4561421" y="435850"/>
                  </a:lnTo>
                  <a:lnTo>
                    <a:pt x="4565660" y="435850"/>
                  </a:lnTo>
                  <a:lnTo>
                    <a:pt x="4565660" y="434782"/>
                  </a:lnTo>
                  <a:lnTo>
                    <a:pt x="4569900" y="434782"/>
                  </a:lnTo>
                  <a:lnTo>
                    <a:pt x="4569900" y="432645"/>
                  </a:lnTo>
                  <a:lnTo>
                    <a:pt x="4574139" y="432645"/>
                  </a:lnTo>
                  <a:lnTo>
                    <a:pt x="4574139" y="432645"/>
                  </a:lnTo>
                  <a:lnTo>
                    <a:pt x="4578378" y="432645"/>
                  </a:lnTo>
                  <a:lnTo>
                    <a:pt x="4578378" y="432109"/>
                  </a:lnTo>
                  <a:lnTo>
                    <a:pt x="4582617" y="432109"/>
                  </a:lnTo>
                  <a:lnTo>
                    <a:pt x="4582617" y="432109"/>
                  </a:lnTo>
                  <a:lnTo>
                    <a:pt x="4586857" y="432109"/>
                  </a:lnTo>
                  <a:lnTo>
                    <a:pt x="4586857" y="432109"/>
                  </a:lnTo>
                  <a:lnTo>
                    <a:pt x="4591096" y="432109"/>
                  </a:lnTo>
                  <a:lnTo>
                    <a:pt x="4591096" y="431036"/>
                  </a:lnTo>
                  <a:lnTo>
                    <a:pt x="4595335" y="431036"/>
                  </a:lnTo>
                  <a:lnTo>
                    <a:pt x="4595335" y="429427"/>
                  </a:lnTo>
                  <a:lnTo>
                    <a:pt x="4599574" y="429427"/>
                  </a:lnTo>
                  <a:lnTo>
                    <a:pt x="4599574" y="428890"/>
                  </a:lnTo>
                  <a:lnTo>
                    <a:pt x="4603814" y="428890"/>
                  </a:lnTo>
                  <a:lnTo>
                    <a:pt x="4603814" y="428353"/>
                  </a:lnTo>
                  <a:lnTo>
                    <a:pt x="4608053" y="428353"/>
                  </a:lnTo>
                  <a:lnTo>
                    <a:pt x="4608053" y="426741"/>
                  </a:lnTo>
                  <a:lnTo>
                    <a:pt x="4612292" y="426741"/>
                  </a:lnTo>
                  <a:lnTo>
                    <a:pt x="4612292" y="424590"/>
                  </a:lnTo>
                  <a:lnTo>
                    <a:pt x="4616531" y="424590"/>
                  </a:lnTo>
                  <a:lnTo>
                    <a:pt x="4616531" y="424051"/>
                  </a:lnTo>
                  <a:lnTo>
                    <a:pt x="4620771" y="424051"/>
                  </a:lnTo>
                  <a:lnTo>
                    <a:pt x="4620771" y="424051"/>
                  </a:lnTo>
                  <a:lnTo>
                    <a:pt x="4625010" y="424051"/>
                  </a:lnTo>
                  <a:lnTo>
                    <a:pt x="4625010" y="422433"/>
                  </a:lnTo>
                  <a:lnTo>
                    <a:pt x="4629249" y="422433"/>
                  </a:lnTo>
                  <a:lnTo>
                    <a:pt x="4629249" y="420814"/>
                  </a:lnTo>
                  <a:lnTo>
                    <a:pt x="4633488" y="420814"/>
                  </a:lnTo>
                  <a:lnTo>
                    <a:pt x="4633488" y="419189"/>
                  </a:lnTo>
                  <a:lnTo>
                    <a:pt x="4637728" y="419189"/>
                  </a:lnTo>
                  <a:lnTo>
                    <a:pt x="4637728" y="418647"/>
                  </a:lnTo>
                  <a:lnTo>
                    <a:pt x="4641967" y="418647"/>
                  </a:lnTo>
                  <a:lnTo>
                    <a:pt x="4641967" y="418105"/>
                  </a:lnTo>
                  <a:lnTo>
                    <a:pt x="4646206" y="418105"/>
                  </a:lnTo>
                  <a:lnTo>
                    <a:pt x="4646206" y="417021"/>
                  </a:lnTo>
                  <a:lnTo>
                    <a:pt x="4650445" y="417021"/>
                  </a:lnTo>
                  <a:lnTo>
                    <a:pt x="4650445" y="417021"/>
                  </a:lnTo>
                  <a:lnTo>
                    <a:pt x="4654684" y="417021"/>
                  </a:lnTo>
                  <a:lnTo>
                    <a:pt x="4654684" y="416478"/>
                  </a:lnTo>
                  <a:lnTo>
                    <a:pt x="4658924" y="416478"/>
                  </a:lnTo>
                  <a:lnTo>
                    <a:pt x="4658924" y="416478"/>
                  </a:lnTo>
                  <a:lnTo>
                    <a:pt x="4663163" y="416478"/>
                  </a:lnTo>
                  <a:lnTo>
                    <a:pt x="4663163" y="414304"/>
                  </a:lnTo>
                  <a:lnTo>
                    <a:pt x="4667402" y="414304"/>
                  </a:lnTo>
                  <a:lnTo>
                    <a:pt x="4667402" y="413216"/>
                  </a:lnTo>
                  <a:lnTo>
                    <a:pt x="4671641" y="413216"/>
                  </a:lnTo>
                  <a:lnTo>
                    <a:pt x="4671641" y="412671"/>
                  </a:lnTo>
                  <a:lnTo>
                    <a:pt x="4675881" y="412671"/>
                  </a:lnTo>
                  <a:lnTo>
                    <a:pt x="4675881" y="411582"/>
                  </a:lnTo>
                  <a:lnTo>
                    <a:pt x="4680120" y="411582"/>
                  </a:lnTo>
                  <a:lnTo>
                    <a:pt x="4680120" y="411037"/>
                  </a:lnTo>
                  <a:lnTo>
                    <a:pt x="4684359" y="411037"/>
                  </a:lnTo>
                  <a:lnTo>
                    <a:pt x="4684359" y="410491"/>
                  </a:lnTo>
                  <a:lnTo>
                    <a:pt x="4688598" y="410491"/>
                  </a:lnTo>
                  <a:lnTo>
                    <a:pt x="4688598" y="410491"/>
                  </a:lnTo>
                  <a:lnTo>
                    <a:pt x="4692838" y="410491"/>
                  </a:lnTo>
                  <a:lnTo>
                    <a:pt x="4692838" y="409944"/>
                  </a:lnTo>
                  <a:lnTo>
                    <a:pt x="4697077" y="409944"/>
                  </a:lnTo>
                  <a:lnTo>
                    <a:pt x="4697077" y="409397"/>
                  </a:lnTo>
                  <a:lnTo>
                    <a:pt x="4701316" y="409397"/>
                  </a:lnTo>
                  <a:lnTo>
                    <a:pt x="4701316" y="407209"/>
                  </a:lnTo>
                  <a:lnTo>
                    <a:pt x="4705555" y="407209"/>
                  </a:lnTo>
                  <a:lnTo>
                    <a:pt x="4705555" y="407209"/>
                  </a:lnTo>
                  <a:lnTo>
                    <a:pt x="4709795" y="407209"/>
                  </a:lnTo>
                  <a:lnTo>
                    <a:pt x="4709795" y="406113"/>
                  </a:lnTo>
                  <a:lnTo>
                    <a:pt x="4714034" y="406113"/>
                  </a:lnTo>
                  <a:lnTo>
                    <a:pt x="4714034" y="405565"/>
                  </a:lnTo>
                  <a:lnTo>
                    <a:pt x="4718273" y="405565"/>
                  </a:lnTo>
                  <a:lnTo>
                    <a:pt x="4718273" y="403919"/>
                  </a:lnTo>
                  <a:lnTo>
                    <a:pt x="4722512" y="403919"/>
                  </a:lnTo>
                  <a:lnTo>
                    <a:pt x="4722512" y="403919"/>
                  </a:lnTo>
                  <a:lnTo>
                    <a:pt x="4726752" y="403919"/>
                  </a:lnTo>
                  <a:lnTo>
                    <a:pt x="4726752" y="402820"/>
                  </a:lnTo>
                  <a:lnTo>
                    <a:pt x="4730991" y="402820"/>
                  </a:lnTo>
                  <a:lnTo>
                    <a:pt x="4730991" y="402271"/>
                  </a:lnTo>
                  <a:lnTo>
                    <a:pt x="4735230" y="402271"/>
                  </a:lnTo>
                  <a:lnTo>
                    <a:pt x="4735230" y="400621"/>
                  </a:lnTo>
                  <a:lnTo>
                    <a:pt x="4739469" y="400621"/>
                  </a:lnTo>
                  <a:lnTo>
                    <a:pt x="4739469" y="400071"/>
                  </a:lnTo>
                  <a:lnTo>
                    <a:pt x="4743709" y="400071"/>
                  </a:lnTo>
                  <a:lnTo>
                    <a:pt x="4743709" y="399521"/>
                  </a:lnTo>
                  <a:lnTo>
                    <a:pt x="4747948" y="399521"/>
                  </a:lnTo>
                  <a:lnTo>
                    <a:pt x="4747948" y="398970"/>
                  </a:lnTo>
                  <a:lnTo>
                    <a:pt x="4752187" y="398970"/>
                  </a:lnTo>
                  <a:lnTo>
                    <a:pt x="4752187" y="396763"/>
                  </a:lnTo>
                  <a:lnTo>
                    <a:pt x="4756426" y="396763"/>
                  </a:lnTo>
                  <a:lnTo>
                    <a:pt x="4756426" y="395658"/>
                  </a:lnTo>
                  <a:lnTo>
                    <a:pt x="4760665" y="395658"/>
                  </a:lnTo>
                  <a:lnTo>
                    <a:pt x="4760665" y="394553"/>
                  </a:lnTo>
                  <a:lnTo>
                    <a:pt x="4764905" y="394553"/>
                  </a:lnTo>
                  <a:lnTo>
                    <a:pt x="4764905" y="393999"/>
                  </a:lnTo>
                  <a:lnTo>
                    <a:pt x="4769144" y="393999"/>
                  </a:lnTo>
                  <a:lnTo>
                    <a:pt x="4769144" y="393446"/>
                  </a:lnTo>
                  <a:lnTo>
                    <a:pt x="4773383" y="393446"/>
                  </a:lnTo>
                  <a:lnTo>
                    <a:pt x="4773383" y="392339"/>
                  </a:lnTo>
                  <a:lnTo>
                    <a:pt x="4777622" y="392339"/>
                  </a:lnTo>
                  <a:lnTo>
                    <a:pt x="4777622" y="391230"/>
                  </a:lnTo>
                  <a:lnTo>
                    <a:pt x="4781862" y="391230"/>
                  </a:lnTo>
                  <a:lnTo>
                    <a:pt x="4781862" y="391230"/>
                  </a:lnTo>
                  <a:lnTo>
                    <a:pt x="4786101" y="391230"/>
                  </a:lnTo>
                  <a:lnTo>
                    <a:pt x="4786101" y="389561"/>
                  </a:lnTo>
                  <a:lnTo>
                    <a:pt x="4790340" y="389561"/>
                  </a:lnTo>
                  <a:lnTo>
                    <a:pt x="4790340" y="389004"/>
                  </a:lnTo>
                  <a:lnTo>
                    <a:pt x="4794579" y="389004"/>
                  </a:lnTo>
                  <a:lnTo>
                    <a:pt x="4794579" y="389004"/>
                  </a:lnTo>
                  <a:lnTo>
                    <a:pt x="4798819" y="389004"/>
                  </a:lnTo>
                  <a:lnTo>
                    <a:pt x="4798819" y="389004"/>
                  </a:lnTo>
                  <a:lnTo>
                    <a:pt x="4803058" y="389004"/>
                  </a:lnTo>
                  <a:lnTo>
                    <a:pt x="4803058" y="388446"/>
                  </a:lnTo>
                  <a:lnTo>
                    <a:pt x="4807297" y="388446"/>
                  </a:lnTo>
                  <a:lnTo>
                    <a:pt x="4807297" y="386770"/>
                  </a:lnTo>
                  <a:lnTo>
                    <a:pt x="4811536" y="386770"/>
                  </a:lnTo>
                  <a:lnTo>
                    <a:pt x="4811536" y="385651"/>
                  </a:lnTo>
                  <a:lnTo>
                    <a:pt x="4815776" y="385651"/>
                  </a:lnTo>
                  <a:lnTo>
                    <a:pt x="4815776" y="383972"/>
                  </a:lnTo>
                  <a:lnTo>
                    <a:pt x="4820015" y="383972"/>
                  </a:lnTo>
                  <a:lnTo>
                    <a:pt x="4820015" y="382852"/>
                  </a:lnTo>
                  <a:lnTo>
                    <a:pt x="4824254" y="382852"/>
                  </a:lnTo>
                  <a:lnTo>
                    <a:pt x="4824254" y="382291"/>
                  </a:lnTo>
                  <a:lnTo>
                    <a:pt x="4828493" y="382291"/>
                  </a:lnTo>
                  <a:lnTo>
                    <a:pt x="4828493" y="381730"/>
                  </a:lnTo>
                  <a:lnTo>
                    <a:pt x="4832733" y="381730"/>
                  </a:lnTo>
                  <a:lnTo>
                    <a:pt x="4832733" y="380608"/>
                  </a:lnTo>
                  <a:lnTo>
                    <a:pt x="4836972" y="380608"/>
                  </a:lnTo>
                  <a:lnTo>
                    <a:pt x="4836972" y="380047"/>
                  </a:lnTo>
                  <a:lnTo>
                    <a:pt x="4841211" y="380047"/>
                  </a:lnTo>
                  <a:lnTo>
                    <a:pt x="4841211" y="377800"/>
                  </a:lnTo>
                  <a:lnTo>
                    <a:pt x="4845450" y="377800"/>
                  </a:lnTo>
                  <a:lnTo>
                    <a:pt x="4845450" y="377238"/>
                  </a:lnTo>
                  <a:lnTo>
                    <a:pt x="4849690" y="377238"/>
                  </a:lnTo>
                  <a:lnTo>
                    <a:pt x="4849690" y="376114"/>
                  </a:lnTo>
                  <a:lnTo>
                    <a:pt x="4853929" y="376114"/>
                  </a:lnTo>
                  <a:lnTo>
                    <a:pt x="4853929" y="374989"/>
                  </a:lnTo>
                  <a:lnTo>
                    <a:pt x="4858168" y="374989"/>
                  </a:lnTo>
                  <a:lnTo>
                    <a:pt x="4858168" y="374427"/>
                  </a:lnTo>
                  <a:lnTo>
                    <a:pt x="4862407" y="374427"/>
                  </a:lnTo>
                  <a:lnTo>
                    <a:pt x="4862407" y="373864"/>
                  </a:lnTo>
                  <a:lnTo>
                    <a:pt x="4866646" y="373864"/>
                  </a:lnTo>
                  <a:lnTo>
                    <a:pt x="4866646" y="372173"/>
                  </a:lnTo>
                  <a:lnTo>
                    <a:pt x="4870886" y="372173"/>
                  </a:lnTo>
                  <a:lnTo>
                    <a:pt x="4870886" y="371609"/>
                  </a:lnTo>
                  <a:lnTo>
                    <a:pt x="4879364" y="371609"/>
                  </a:lnTo>
                  <a:lnTo>
                    <a:pt x="4879364" y="369914"/>
                  </a:lnTo>
                  <a:lnTo>
                    <a:pt x="4883603" y="369914"/>
                  </a:lnTo>
                  <a:lnTo>
                    <a:pt x="4883603" y="369348"/>
                  </a:lnTo>
                  <a:lnTo>
                    <a:pt x="4887843" y="369348"/>
                  </a:lnTo>
                  <a:lnTo>
                    <a:pt x="4887843" y="368217"/>
                  </a:lnTo>
                  <a:lnTo>
                    <a:pt x="4892082" y="368217"/>
                  </a:lnTo>
                  <a:lnTo>
                    <a:pt x="4892082" y="367651"/>
                  </a:lnTo>
                  <a:lnTo>
                    <a:pt x="4896321" y="367651"/>
                  </a:lnTo>
                  <a:lnTo>
                    <a:pt x="4896321" y="367651"/>
                  </a:lnTo>
                  <a:lnTo>
                    <a:pt x="4900560" y="367651"/>
                  </a:lnTo>
                  <a:lnTo>
                    <a:pt x="4900560" y="367651"/>
                  </a:lnTo>
                  <a:lnTo>
                    <a:pt x="4904800" y="367651"/>
                  </a:lnTo>
                  <a:lnTo>
                    <a:pt x="4904800" y="366516"/>
                  </a:lnTo>
                  <a:lnTo>
                    <a:pt x="4909039" y="366516"/>
                  </a:lnTo>
                  <a:lnTo>
                    <a:pt x="4909039" y="365949"/>
                  </a:lnTo>
                  <a:lnTo>
                    <a:pt x="4913278" y="365949"/>
                  </a:lnTo>
                  <a:lnTo>
                    <a:pt x="4913278" y="365949"/>
                  </a:lnTo>
                  <a:lnTo>
                    <a:pt x="4917517" y="365949"/>
                  </a:lnTo>
                  <a:lnTo>
                    <a:pt x="4917517" y="365380"/>
                  </a:lnTo>
                  <a:lnTo>
                    <a:pt x="4921757" y="365380"/>
                  </a:lnTo>
                  <a:lnTo>
                    <a:pt x="4921757" y="364243"/>
                  </a:lnTo>
                  <a:lnTo>
                    <a:pt x="4925996" y="364243"/>
                  </a:lnTo>
                  <a:lnTo>
                    <a:pt x="4925996" y="363105"/>
                  </a:lnTo>
                  <a:lnTo>
                    <a:pt x="4930235" y="363105"/>
                  </a:lnTo>
                  <a:lnTo>
                    <a:pt x="4930235" y="363105"/>
                  </a:lnTo>
                  <a:lnTo>
                    <a:pt x="4934474" y="363105"/>
                  </a:lnTo>
                  <a:lnTo>
                    <a:pt x="4934474" y="363105"/>
                  </a:lnTo>
                  <a:lnTo>
                    <a:pt x="4938714" y="363105"/>
                  </a:lnTo>
                  <a:lnTo>
                    <a:pt x="4938714" y="363105"/>
                  </a:lnTo>
                  <a:lnTo>
                    <a:pt x="4942953" y="363105"/>
                  </a:lnTo>
                  <a:lnTo>
                    <a:pt x="4942953" y="361965"/>
                  </a:lnTo>
                  <a:lnTo>
                    <a:pt x="4951431" y="361965"/>
                  </a:lnTo>
                  <a:lnTo>
                    <a:pt x="4951431" y="360255"/>
                  </a:lnTo>
                  <a:lnTo>
                    <a:pt x="4955671" y="360255"/>
                  </a:lnTo>
                  <a:lnTo>
                    <a:pt x="4955671" y="359685"/>
                  </a:lnTo>
                  <a:lnTo>
                    <a:pt x="4959910" y="359685"/>
                  </a:lnTo>
                  <a:lnTo>
                    <a:pt x="4959910" y="358542"/>
                  </a:lnTo>
                  <a:lnTo>
                    <a:pt x="4964149" y="358542"/>
                  </a:lnTo>
                  <a:lnTo>
                    <a:pt x="4964149" y="356827"/>
                  </a:lnTo>
                  <a:lnTo>
                    <a:pt x="4968388" y="356827"/>
                  </a:lnTo>
                  <a:lnTo>
                    <a:pt x="4968388" y="355684"/>
                  </a:lnTo>
                  <a:lnTo>
                    <a:pt x="4972627" y="355684"/>
                  </a:lnTo>
                  <a:lnTo>
                    <a:pt x="4972627" y="355112"/>
                  </a:lnTo>
                  <a:lnTo>
                    <a:pt x="4976867" y="355112"/>
                  </a:lnTo>
                  <a:lnTo>
                    <a:pt x="4976867" y="353968"/>
                  </a:lnTo>
                  <a:lnTo>
                    <a:pt x="4981106" y="353968"/>
                  </a:lnTo>
                  <a:lnTo>
                    <a:pt x="4981106" y="352823"/>
                  </a:lnTo>
                  <a:lnTo>
                    <a:pt x="4985345" y="352823"/>
                  </a:lnTo>
                  <a:lnTo>
                    <a:pt x="4985345" y="351105"/>
                  </a:lnTo>
                  <a:lnTo>
                    <a:pt x="4989584" y="351105"/>
                  </a:lnTo>
                  <a:lnTo>
                    <a:pt x="4989584" y="350532"/>
                  </a:lnTo>
                  <a:lnTo>
                    <a:pt x="4993824" y="350532"/>
                  </a:lnTo>
                  <a:lnTo>
                    <a:pt x="4993824" y="348240"/>
                  </a:lnTo>
                  <a:lnTo>
                    <a:pt x="4998063" y="348240"/>
                  </a:lnTo>
                  <a:lnTo>
                    <a:pt x="4998063" y="348240"/>
                  </a:lnTo>
                  <a:lnTo>
                    <a:pt x="5002302" y="348240"/>
                  </a:lnTo>
                  <a:lnTo>
                    <a:pt x="5002302" y="346519"/>
                  </a:lnTo>
                  <a:lnTo>
                    <a:pt x="5006541" y="346519"/>
                  </a:lnTo>
                  <a:lnTo>
                    <a:pt x="5006541" y="346519"/>
                  </a:lnTo>
                  <a:lnTo>
                    <a:pt x="5010781" y="346519"/>
                  </a:lnTo>
                  <a:lnTo>
                    <a:pt x="5010781" y="345945"/>
                  </a:lnTo>
                  <a:lnTo>
                    <a:pt x="5015020" y="345945"/>
                  </a:lnTo>
                  <a:lnTo>
                    <a:pt x="5015020" y="344222"/>
                  </a:lnTo>
                  <a:lnTo>
                    <a:pt x="5019259" y="344222"/>
                  </a:lnTo>
                  <a:lnTo>
                    <a:pt x="5019259" y="343073"/>
                  </a:lnTo>
                  <a:lnTo>
                    <a:pt x="5023498" y="343073"/>
                  </a:lnTo>
                  <a:lnTo>
                    <a:pt x="5023498" y="343073"/>
                  </a:lnTo>
                  <a:lnTo>
                    <a:pt x="5027738" y="343073"/>
                  </a:lnTo>
                  <a:lnTo>
                    <a:pt x="5027738" y="343073"/>
                  </a:lnTo>
                  <a:lnTo>
                    <a:pt x="5031977" y="343073"/>
                  </a:lnTo>
                  <a:lnTo>
                    <a:pt x="5031977" y="341922"/>
                  </a:lnTo>
                  <a:lnTo>
                    <a:pt x="5036216" y="341922"/>
                  </a:lnTo>
                  <a:lnTo>
                    <a:pt x="5036216" y="341922"/>
                  </a:lnTo>
                  <a:lnTo>
                    <a:pt x="5040455" y="341922"/>
                  </a:lnTo>
                  <a:lnTo>
                    <a:pt x="5040455" y="340769"/>
                  </a:lnTo>
                  <a:lnTo>
                    <a:pt x="5044695" y="340769"/>
                  </a:lnTo>
                  <a:lnTo>
                    <a:pt x="5044695" y="340192"/>
                  </a:lnTo>
                  <a:lnTo>
                    <a:pt x="5048934" y="340192"/>
                  </a:lnTo>
                  <a:lnTo>
                    <a:pt x="5048934" y="339615"/>
                  </a:lnTo>
                  <a:lnTo>
                    <a:pt x="5053173" y="339615"/>
                  </a:lnTo>
                  <a:lnTo>
                    <a:pt x="5053173" y="339037"/>
                  </a:lnTo>
                  <a:lnTo>
                    <a:pt x="5057412" y="339037"/>
                  </a:lnTo>
                  <a:lnTo>
                    <a:pt x="5057412" y="337881"/>
                  </a:lnTo>
                  <a:lnTo>
                    <a:pt x="5061651" y="337881"/>
                  </a:lnTo>
                  <a:lnTo>
                    <a:pt x="5061651" y="335567"/>
                  </a:lnTo>
                  <a:lnTo>
                    <a:pt x="5065891" y="335567"/>
                  </a:lnTo>
                  <a:lnTo>
                    <a:pt x="5065891" y="334988"/>
                  </a:lnTo>
                  <a:lnTo>
                    <a:pt x="5070130" y="334988"/>
                  </a:lnTo>
                  <a:lnTo>
                    <a:pt x="5070130" y="333250"/>
                  </a:lnTo>
                  <a:lnTo>
                    <a:pt x="5074369" y="333250"/>
                  </a:lnTo>
                  <a:lnTo>
                    <a:pt x="5074369" y="330930"/>
                  </a:lnTo>
                  <a:lnTo>
                    <a:pt x="5078608" y="330930"/>
                  </a:lnTo>
                  <a:lnTo>
                    <a:pt x="5078608" y="329769"/>
                  </a:lnTo>
                  <a:lnTo>
                    <a:pt x="5082848" y="329769"/>
                  </a:lnTo>
                  <a:lnTo>
                    <a:pt x="5082848" y="329188"/>
                  </a:lnTo>
                  <a:lnTo>
                    <a:pt x="5087087" y="329188"/>
                  </a:lnTo>
                  <a:lnTo>
                    <a:pt x="5087087" y="327446"/>
                  </a:lnTo>
                  <a:lnTo>
                    <a:pt x="5095565" y="327446"/>
                  </a:lnTo>
                  <a:lnTo>
                    <a:pt x="5095565" y="326865"/>
                  </a:lnTo>
                  <a:lnTo>
                    <a:pt x="5104044" y="326865"/>
                  </a:lnTo>
                  <a:lnTo>
                    <a:pt x="5104044" y="326284"/>
                  </a:lnTo>
                  <a:lnTo>
                    <a:pt x="5108283" y="326284"/>
                  </a:lnTo>
                  <a:lnTo>
                    <a:pt x="5108283" y="325120"/>
                  </a:lnTo>
                  <a:lnTo>
                    <a:pt x="5112522" y="325120"/>
                  </a:lnTo>
                  <a:lnTo>
                    <a:pt x="5112522" y="325120"/>
                  </a:lnTo>
                  <a:lnTo>
                    <a:pt x="5116762" y="325120"/>
                  </a:lnTo>
                  <a:lnTo>
                    <a:pt x="5116762" y="322789"/>
                  </a:lnTo>
                  <a:lnTo>
                    <a:pt x="5121001" y="322789"/>
                  </a:lnTo>
                  <a:lnTo>
                    <a:pt x="5121001" y="322789"/>
                  </a:lnTo>
                  <a:lnTo>
                    <a:pt x="5125240" y="322789"/>
                  </a:lnTo>
                  <a:lnTo>
                    <a:pt x="5125240" y="321623"/>
                  </a:lnTo>
                  <a:lnTo>
                    <a:pt x="5129479" y="321623"/>
                  </a:lnTo>
                  <a:lnTo>
                    <a:pt x="5129479" y="321039"/>
                  </a:lnTo>
                  <a:lnTo>
                    <a:pt x="5133719" y="321039"/>
                  </a:lnTo>
                  <a:lnTo>
                    <a:pt x="5133719" y="320455"/>
                  </a:lnTo>
                  <a:lnTo>
                    <a:pt x="5137958" y="320455"/>
                  </a:lnTo>
                  <a:lnTo>
                    <a:pt x="5137958" y="319286"/>
                  </a:lnTo>
                  <a:lnTo>
                    <a:pt x="5142197" y="319286"/>
                  </a:lnTo>
                  <a:lnTo>
                    <a:pt x="5142197" y="319286"/>
                  </a:lnTo>
                  <a:lnTo>
                    <a:pt x="5146436" y="319286"/>
                  </a:lnTo>
                  <a:lnTo>
                    <a:pt x="5146436" y="318701"/>
                  </a:lnTo>
                  <a:lnTo>
                    <a:pt x="5150676" y="318701"/>
                  </a:lnTo>
                  <a:lnTo>
                    <a:pt x="5150676" y="318115"/>
                  </a:lnTo>
                  <a:lnTo>
                    <a:pt x="5154915" y="318115"/>
                  </a:lnTo>
                  <a:lnTo>
                    <a:pt x="5154915" y="318115"/>
                  </a:lnTo>
                  <a:lnTo>
                    <a:pt x="5159154" y="318115"/>
                  </a:lnTo>
                  <a:lnTo>
                    <a:pt x="5159154" y="316940"/>
                  </a:lnTo>
                  <a:lnTo>
                    <a:pt x="5163393" y="316940"/>
                  </a:lnTo>
                  <a:lnTo>
                    <a:pt x="5163393" y="316353"/>
                  </a:lnTo>
                  <a:lnTo>
                    <a:pt x="5167632" y="316353"/>
                  </a:lnTo>
                  <a:lnTo>
                    <a:pt x="5167632" y="315176"/>
                  </a:lnTo>
                  <a:lnTo>
                    <a:pt x="5171872" y="315176"/>
                  </a:lnTo>
                  <a:lnTo>
                    <a:pt x="5171872" y="314588"/>
                  </a:lnTo>
                  <a:lnTo>
                    <a:pt x="5176111" y="314588"/>
                  </a:lnTo>
                  <a:lnTo>
                    <a:pt x="5176111" y="314588"/>
                  </a:lnTo>
                  <a:lnTo>
                    <a:pt x="5180350" y="314588"/>
                  </a:lnTo>
                  <a:lnTo>
                    <a:pt x="5180350" y="313998"/>
                  </a:lnTo>
                  <a:lnTo>
                    <a:pt x="5184589" y="313998"/>
                  </a:lnTo>
                  <a:lnTo>
                    <a:pt x="5184589" y="312818"/>
                  </a:lnTo>
                  <a:lnTo>
                    <a:pt x="5188829" y="312818"/>
                  </a:lnTo>
                  <a:lnTo>
                    <a:pt x="5188829" y="312818"/>
                  </a:lnTo>
                  <a:lnTo>
                    <a:pt x="5193068" y="312818"/>
                  </a:lnTo>
                  <a:lnTo>
                    <a:pt x="5193068" y="312818"/>
                  </a:lnTo>
                  <a:lnTo>
                    <a:pt x="5197307" y="312818"/>
                  </a:lnTo>
                  <a:lnTo>
                    <a:pt x="5197307" y="312818"/>
                  </a:lnTo>
                  <a:lnTo>
                    <a:pt x="5201546" y="312818"/>
                  </a:lnTo>
                  <a:lnTo>
                    <a:pt x="5201546" y="311634"/>
                  </a:lnTo>
                  <a:lnTo>
                    <a:pt x="5205786" y="311634"/>
                  </a:lnTo>
                  <a:lnTo>
                    <a:pt x="5205786" y="311634"/>
                  </a:lnTo>
                  <a:lnTo>
                    <a:pt x="5210025" y="311634"/>
                  </a:lnTo>
                  <a:lnTo>
                    <a:pt x="5210025" y="311634"/>
                  </a:lnTo>
                  <a:lnTo>
                    <a:pt x="5214264" y="311634"/>
                  </a:lnTo>
                  <a:lnTo>
                    <a:pt x="5214264" y="311634"/>
                  </a:lnTo>
                  <a:lnTo>
                    <a:pt x="5218503" y="311634"/>
                  </a:lnTo>
                  <a:lnTo>
                    <a:pt x="5218503" y="309853"/>
                  </a:lnTo>
                  <a:lnTo>
                    <a:pt x="5222743" y="309853"/>
                  </a:lnTo>
                  <a:lnTo>
                    <a:pt x="5222743" y="309259"/>
                  </a:lnTo>
                  <a:lnTo>
                    <a:pt x="5226982" y="309259"/>
                  </a:lnTo>
                  <a:lnTo>
                    <a:pt x="5226982" y="309259"/>
                  </a:lnTo>
                  <a:lnTo>
                    <a:pt x="5231221" y="309259"/>
                  </a:lnTo>
                  <a:lnTo>
                    <a:pt x="5231221" y="309259"/>
                  </a:lnTo>
                  <a:lnTo>
                    <a:pt x="5235460" y="309259"/>
                  </a:lnTo>
                  <a:lnTo>
                    <a:pt x="5235460" y="308663"/>
                  </a:lnTo>
                  <a:lnTo>
                    <a:pt x="5239700" y="308663"/>
                  </a:lnTo>
                  <a:lnTo>
                    <a:pt x="5239700" y="307469"/>
                  </a:lnTo>
                  <a:lnTo>
                    <a:pt x="5243939" y="307469"/>
                  </a:lnTo>
                  <a:lnTo>
                    <a:pt x="5243939" y="306274"/>
                  </a:lnTo>
                  <a:lnTo>
                    <a:pt x="5248178" y="306274"/>
                  </a:lnTo>
                  <a:lnTo>
                    <a:pt x="5248178" y="306274"/>
                  </a:lnTo>
                  <a:lnTo>
                    <a:pt x="5252417" y="306274"/>
                  </a:lnTo>
                  <a:lnTo>
                    <a:pt x="5252417" y="305077"/>
                  </a:lnTo>
                  <a:lnTo>
                    <a:pt x="5256657" y="305077"/>
                  </a:lnTo>
                  <a:lnTo>
                    <a:pt x="5256657" y="304477"/>
                  </a:lnTo>
                  <a:lnTo>
                    <a:pt x="5260896" y="304477"/>
                  </a:lnTo>
                  <a:lnTo>
                    <a:pt x="5260896" y="304477"/>
                  </a:lnTo>
                  <a:lnTo>
                    <a:pt x="5265135" y="304477"/>
                  </a:lnTo>
                  <a:lnTo>
                    <a:pt x="5265135" y="303876"/>
                  </a:lnTo>
                  <a:lnTo>
                    <a:pt x="5269374" y="303876"/>
                  </a:lnTo>
                  <a:lnTo>
                    <a:pt x="5269374" y="302674"/>
                  </a:lnTo>
                  <a:lnTo>
                    <a:pt x="5273613" y="302674"/>
                  </a:lnTo>
                  <a:lnTo>
                    <a:pt x="5273613" y="302674"/>
                  </a:lnTo>
                  <a:lnTo>
                    <a:pt x="5277853" y="302674"/>
                  </a:lnTo>
                  <a:lnTo>
                    <a:pt x="5277853" y="302072"/>
                  </a:lnTo>
                  <a:lnTo>
                    <a:pt x="5282092" y="302072"/>
                  </a:lnTo>
                  <a:lnTo>
                    <a:pt x="5282092" y="302072"/>
                  </a:lnTo>
                  <a:lnTo>
                    <a:pt x="5286331" y="302072"/>
                  </a:lnTo>
                  <a:lnTo>
                    <a:pt x="5286331" y="301469"/>
                  </a:lnTo>
                  <a:lnTo>
                    <a:pt x="5290570" y="301469"/>
                  </a:lnTo>
                  <a:lnTo>
                    <a:pt x="5290570" y="300866"/>
                  </a:lnTo>
                  <a:lnTo>
                    <a:pt x="5294810" y="300866"/>
                  </a:lnTo>
                  <a:lnTo>
                    <a:pt x="5294810" y="299660"/>
                  </a:lnTo>
                  <a:lnTo>
                    <a:pt x="5303288" y="299660"/>
                  </a:lnTo>
                  <a:lnTo>
                    <a:pt x="5303288" y="299660"/>
                  </a:lnTo>
                  <a:lnTo>
                    <a:pt x="5307527" y="299660"/>
                  </a:lnTo>
                  <a:lnTo>
                    <a:pt x="5307527" y="299055"/>
                  </a:lnTo>
                  <a:lnTo>
                    <a:pt x="5311767" y="299055"/>
                  </a:lnTo>
                  <a:lnTo>
                    <a:pt x="5311767" y="299055"/>
                  </a:lnTo>
                  <a:lnTo>
                    <a:pt x="5316006" y="299055"/>
                  </a:lnTo>
                  <a:lnTo>
                    <a:pt x="5316006" y="297844"/>
                  </a:lnTo>
                  <a:lnTo>
                    <a:pt x="5320245" y="297844"/>
                  </a:lnTo>
                  <a:lnTo>
                    <a:pt x="5320245" y="297239"/>
                  </a:lnTo>
                  <a:lnTo>
                    <a:pt x="5324484" y="297239"/>
                  </a:lnTo>
                  <a:lnTo>
                    <a:pt x="5324484" y="297239"/>
                  </a:lnTo>
                  <a:lnTo>
                    <a:pt x="5328724" y="297239"/>
                  </a:lnTo>
                  <a:lnTo>
                    <a:pt x="5328724" y="297239"/>
                  </a:lnTo>
                  <a:lnTo>
                    <a:pt x="5332963" y="297239"/>
                  </a:lnTo>
                  <a:lnTo>
                    <a:pt x="5332963" y="296632"/>
                  </a:lnTo>
                  <a:lnTo>
                    <a:pt x="5337202" y="296632"/>
                  </a:lnTo>
                  <a:lnTo>
                    <a:pt x="5337202" y="296024"/>
                  </a:lnTo>
                  <a:lnTo>
                    <a:pt x="5341441" y="296024"/>
                  </a:lnTo>
                  <a:lnTo>
                    <a:pt x="5341441" y="296024"/>
                  </a:lnTo>
                  <a:lnTo>
                    <a:pt x="5345681" y="296024"/>
                  </a:lnTo>
                  <a:lnTo>
                    <a:pt x="5345681" y="295416"/>
                  </a:lnTo>
                  <a:lnTo>
                    <a:pt x="5349920" y="295416"/>
                  </a:lnTo>
                  <a:lnTo>
                    <a:pt x="5349920" y="295416"/>
                  </a:lnTo>
                  <a:lnTo>
                    <a:pt x="5354159" y="295416"/>
                  </a:lnTo>
                  <a:lnTo>
                    <a:pt x="5354159" y="294807"/>
                  </a:lnTo>
                  <a:lnTo>
                    <a:pt x="5358398" y="294807"/>
                  </a:lnTo>
                  <a:lnTo>
                    <a:pt x="5358398" y="294197"/>
                  </a:lnTo>
                  <a:lnTo>
                    <a:pt x="5362637" y="294197"/>
                  </a:lnTo>
                  <a:lnTo>
                    <a:pt x="5362637" y="293587"/>
                  </a:lnTo>
                  <a:lnTo>
                    <a:pt x="5366877" y="293587"/>
                  </a:lnTo>
                  <a:lnTo>
                    <a:pt x="5366877" y="293587"/>
                  </a:lnTo>
                  <a:lnTo>
                    <a:pt x="5371116" y="293587"/>
                  </a:lnTo>
                  <a:lnTo>
                    <a:pt x="5371116" y="292366"/>
                  </a:lnTo>
                  <a:lnTo>
                    <a:pt x="5375355" y="292366"/>
                  </a:lnTo>
                  <a:lnTo>
                    <a:pt x="5375355" y="291142"/>
                  </a:lnTo>
                  <a:lnTo>
                    <a:pt x="5379594" y="291142"/>
                  </a:lnTo>
                  <a:lnTo>
                    <a:pt x="5379594" y="289918"/>
                  </a:lnTo>
                  <a:lnTo>
                    <a:pt x="5383834" y="289918"/>
                  </a:lnTo>
                  <a:lnTo>
                    <a:pt x="5383834" y="289305"/>
                  </a:lnTo>
                  <a:lnTo>
                    <a:pt x="5388073" y="289305"/>
                  </a:lnTo>
                  <a:lnTo>
                    <a:pt x="5388073" y="288080"/>
                  </a:lnTo>
                  <a:lnTo>
                    <a:pt x="5392312" y="288080"/>
                  </a:lnTo>
                  <a:lnTo>
                    <a:pt x="5392312" y="287467"/>
                  </a:lnTo>
                  <a:lnTo>
                    <a:pt x="5396551" y="287467"/>
                  </a:lnTo>
                  <a:lnTo>
                    <a:pt x="5396551" y="286853"/>
                  </a:lnTo>
                  <a:lnTo>
                    <a:pt x="5400791" y="286853"/>
                  </a:lnTo>
                  <a:lnTo>
                    <a:pt x="5400791" y="286853"/>
                  </a:lnTo>
                  <a:lnTo>
                    <a:pt x="5405030" y="286853"/>
                  </a:lnTo>
                  <a:lnTo>
                    <a:pt x="5405030" y="286239"/>
                  </a:lnTo>
                  <a:lnTo>
                    <a:pt x="5409269" y="286239"/>
                  </a:lnTo>
                  <a:lnTo>
                    <a:pt x="5409269" y="285010"/>
                  </a:lnTo>
                  <a:lnTo>
                    <a:pt x="5413508" y="285010"/>
                  </a:lnTo>
                  <a:lnTo>
                    <a:pt x="5413508" y="283781"/>
                  </a:lnTo>
                  <a:lnTo>
                    <a:pt x="5417748" y="283781"/>
                  </a:lnTo>
                  <a:lnTo>
                    <a:pt x="5417748" y="282551"/>
                  </a:lnTo>
                  <a:lnTo>
                    <a:pt x="5421987" y="282551"/>
                  </a:lnTo>
                  <a:lnTo>
                    <a:pt x="5421987" y="281321"/>
                  </a:lnTo>
                  <a:lnTo>
                    <a:pt x="5426226" y="281321"/>
                  </a:lnTo>
                  <a:lnTo>
                    <a:pt x="5426226" y="280706"/>
                  </a:lnTo>
                  <a:lnTo>
                    <a:pt x="5430465" y="280706"/>
                  </a:lnTo>
                  <a:lnTo>
                    <a:pt x="5430465" y="279473"/>
                  </a:lnTo>
                  <a:lnTo>
                    <a:pt x="5434705" y="279473"/>
                  </a:lnTo>
                  <a:lnTo>
                    <a:pt x="5434705" y="278239"/>
                  </a:lnTo>
                  <a:lnTo>
                    <a:pt x="5438944" y="278239"/>
                  </a:lnTo>
                  <a:lnTo>
                    <a:pt x="5438944" y="277621"/>
                  </a:lnTo>
                  <a:lnTo>
                    <a:pt x="5443183" y="277621"/>
                  </a:lnTo>
                  <a:lnTo>
                    <a:pt x="5443183" y="277003"/>
                  </a:lnTo>
                  <a:lnTo>
                    <a:pt x="5447422" y="277003"/>
                  </a:lnTo>
                  <a:lnTo>
                    <a:pt x="5447422" y="276385"/>
                  </a:lnTo>
                  <a:lnTo>
                    <a:pt x="5451662" y="276385"/>
                  </a:lnTo>
                  <a:lnTo>
                    <a:pt x="5451662" y="276385"/>
                  </a:lnTo>
                  <a:lnTo>
                    <a:pt x="5455901" y="276385"/>
                  </a:lnTo>
                  <a:lnTo>
                    <a:pt x="5455901" y="275767"/>
                  </a:lnTo>
                  <a:lnTo>
                    <a:pt x="5460140" y="275767"/>
                  </a:lnTo>
                  <a:lnTo>
                    <a:pt x="5460140" y="275767"/>
                  </a:lnTo>
                  <a:lnTo>
                    <a:pt x="5464379" y="275767"/>
                  </a:lnTo>
                  <a:lnTo>
                    <a:pt x="5464379" y="275147"/>
                  </a:lnTo>
                  <a:lnTo>
                    <a:pt x="5468618" y="275147"/>
                  </a:lnTo>
                  <a:lnTo>
                    <a:pt x="5468618" y="273285"/>
                  </a:lnTo>
                  <a:lnTo>
                    <a:pt x="5472858" y="273285"/>
                  </a:lnTo>
                  <a:lnTo>
                    <a:pt x="5472858" y="273285"/>
                  </a:lnTo>
                  <a:lnTo>
                    <a:pt x="5477097" y="273285"/>
                  </a:lnTo>
                  <a:lnTo>
                    <a:pt x="5477097" y="272043"/>
                  </a:lnTo>
                  <a:lnTo>
                    <a:pt x="5481336" y="272043"/>
                  </a:lnTo>
                  <a:lnTo>
                    <a:pt x="5481336" y="272043"/>
                  </a:lnTo>
                  <a:lnTo>
                    <a:pt x="5485575" y="272043"/>
                  </a:lnTo>
                  <a:lnTo>
                    <a:pt x="5485575" y="271422"/>
                  </a:lnTo>
                  <a:lnTo>
                    <a:pt x="5489815" y="271422"/>
                  </a:lnTo>
                  <a:lnTo>
                    <a:pt x="5489815" y="268935"/>
                  </a:lnTo>
                  <a:lnTo>
                    <a:pt x="5494054" y="268935"/>
                  </a:lnTo>
                  <a:lnTo>
                    <a:pt x="5494054" y="268312"/>
                  </a:lnTo>
                  <a:lnTo>
                    <a:pt x="5498293" y="268312"/>
                  </a:lnTo>
                  <a:lnTo>
                    <a:pt x="5498293" y="267065"/>
                  </a:lnTo>
                  <a:lnTo>
                    <a:pt x="5502532" y="267065"/>
                  </a:lnTo>
                  <a:lnTo>
                    <a:pt x="5502532" y="266441"/>
                  </a:lnTo>
                  <a:lnTo>
                    <a:pt x="5506772" y="266441"/>
                  </a:lnTo>
                  <a:lnTo>
                    <a:pt x="5506772" y="265816"/>
                  </a:lnTo>
                  <a:lnTo>
                    <a:pt x="5515250" y="265816"/>
                  </a:lnTo>
                  <a:lnTo>
                    <a:pt x="5515250" y="265192"/>
                  </a:lnTo>
                  <a:lnTo>
                    <a:pt x="5519489" y="265192"/>
                  </a:lnTo>
                  <a:lnTo>
                    <a:pt x="5519489" y="265192"/>
                  </a:lnTo>
                  <a:lnTo>
                    <a:pt x="5523729" y="265192"/>
                  </a:lnTo>
                  <a:lnTo>
                    <a:pt x="5523729" y="264566"/>
                  </a:lnTo>
                  <a:lnTo>
                    <a:pt x="5527968" y="264566"/>
                  </a:lnTo>
                  <a:lnTo>
                    <a:pt x="5527968" y="264566"/>
                  </a:lnTo>
                  <a:lnTo>
                    <a:pt x="5532207" y="264566"/>
                  </a:lnTo>
                  <a:lnTo>
                    <a:pt x="5532207" y="263940"/>
                  </a:lnTo>
                  <a:lnTo>
                    <a:pt x="5536446" y="263940"/>
                  </a:lnTo>
                  <a:lnTo>
                    <a:pt x="5536446" y="263314"/>
                  </a:lnTo>
                  <a:lnTo>
                    <a:pt x="5540686" y="263314"/>
                  </a:lnTo>
                  <a:lnTo>
                    <a:pt x="5540686" y="262687"/>
                  </a:lnTo>
                  <a:lnTo>
                    <a:pt x="5544925" y="262687"/>
                  </a:lnTo>
                  <a:lnTo>
                    <a:pt x="5544925" y="260805"/>
                  </a:lnTo>
                  <a:lnTo>
                    <a:pt x="5549164" y="260805"/>
                  </a:lnTo>
                  <a:lnTo>
                    <a:pt x="5549164" y="259551"/>
                  </a:lnTo>
                  <a:lnTo>
                    <a:pt x="5553403" y="259551"/>
                  </a:lnTo>
                  <a:lnTo>
                    <a:pt x="5553403" y="259551"/>
                  </a:lnTo>
                  <a:lnTo>
                    <a:pt x="5557643" y="259551"/>
                  </a:lnTo>
                  <a:lnTo>
                    <a:pt x="5557643" y="259551"/>
                  </a:lnTo>
                  <a:lnTo>
                    <a:pt x="5561882" y="259551"/>
                  </a:lnTo>
                  <a:lnTo>
                    <a:pt x="5561882" y="259551"/>
                  </a:lnTo>
                  <a:lnTo>
                    <a:pt x="5566121" y="259551"/>
                  </a:lnTo>
                  <a:lnTo>
                    <a:pt x="5566121" y="258922"/>
                  </a:lnTo>
                  <a:lnTo>
                    <a:pt x="5570360" y="258922"/>
                  </a:lnTo>
                  <a:lnTo>
                    <a:pt x="5570360" y="257663"/>
                  </a:lnTo>
                  <a:lnTo>
                    <a:pt x="5574599" y="257663"/>
                  </a:lnTo>
                  <a:lnTo>
                    <a:pt x="5574599" y="257663"/>
                  </a:lnTo>
                  <a:lnTo>
                    <a:pt x="5578839" y="257663"/>
                  </a:lnTo>
                  <a:lnTo>
                    <a:pt x="5578839" y="256404"/>
                  </a:lnTo>
                  <a:lnTo>
                    <a:pt x="5583078" y="256404"/>
                  </a:lnTo>
                  <a:lnTo>
                    <a:pt x="5583078" y="255773"/>
                  </a:lnTo>
                  <a:lnTo>
                    <a:pt x="5587317" y="255773"/>
                  </a:lnTo>
                  <a:lnTo>
                    <a:pt x="5587317" y="253880"/>
                  </a:lnTo>
                  <a:lnTo>
                    <a:pt x="5591556" y="253880"/>
                  </a:lnTo>
                  <a:lnTo>
                    <a:pt x="5591556" y="253880"/>
                  </a:lnTo>
                  <a:lnTo>
                    <a:pt x="5595796" y="253880"/>
                  </a:lnTo>
                  <a:lnTo>
                    <a:pt x="5595796" y="253248"/>
                  </a:lnTo>
                  <a:lnTo>
                    <a:pt x="5600035" y="253248"/>
                  </a:lnTo>
                  <a:lnTo>
                    <a:pt x="5600035" y="252615"/>
                  </a:lnTo>
                  <a:lnTo>
                    <a:pt x="5604274" y="252615"/>
                  </a:lnTo>
                  <a:lnTo>
                    <a:pt x="5604274" y="251982"/>
                  </a:lnTo>
                  <a:lnTo>
                    <a:pt x="5608513" y="251982"/>
                  </a:lnTo>
                  <a:lnTo>
                    <a:pt x="5608513" y="251982"/>
                  </a:lnTo>
                  <a:lnTo>
                    <a:pt x="5612753" y="251982"/>
                  </a:lnTo>
                  <a:lnTo>
                    <a:pt x="5612753" y="251347"/>
                  </a:lnTo>
                  <a:lnTo>
                    <a:pt x="5616992" y="251347"/>
                  </a:lnTo>
                  <a:lnTo>
                    <a:pt x="5616992" y="251347"/>
                  </a:lnTo>
                  <a:lnTo>
                    <a:pt x="5621231" y="251347"/>
                  </a:lnTo>
                  <a:lnTo>
                    <a:pt x="5621231" y="250712"/>
                  </a:lnTo>
                  <a:lnTo>
                    <a:pt x="5625470" y="250712"/>
                  </a:lnTo>
                  <a:lnTo>
                    <a:pt x="5625470" y="250712"/>
                  </a:lnTo>
                  <a:lnTo>
                    <a:pt x="5629710" y="250712"/>
                  </a:lnTo>
                  <a:lnTo>
                    <a:pt x="5629710" y="250076"/>
                  </a:lnTo>
                  <a:lnTo>
                    <a:pt x="5638188" y="250076"/>
                  </a:lnTo>
                  <a:lnTo>
                    <a:pt x="5638188" y="249439"/>
                  </a:lnTo>
                  <a:lnTo>
                    <a:pt x="5642427" y="249439"/>
                  </a:lnTo>
                  <a:lnTo>
                    <a:pt x="5642427" y="248802"/>
                  </a:lnTo>
                  <a:lnTo>
                    <a:pt x="5646667" y="248802"/>
                  </a:lnTo>
                  <a:lnTo>
                    <a:pt x="5646667" y="248164"/>
                  </a:lnTo>
                  <a:lnTo>
                    <a:pt x="5650906" y="248164"/>
                  </a:lnTo>
                  <a:lnTo>
                    <a:pt x="5650906" y="248164"/>
                  </a:lnTo>
                  <a:lnTo>
                    <a:pt x="5655145" y="248164"/>
                  </a:lnTo>
                  <a:lnTo>
                    <a:pt x="5655145" y="248164"/>
                  </a:lnTo>
                  <a:lnTo>
                    <a:pt x="5659384" y="248164"/>
                  </a:lnTo>
                  <a:lnTo>
                    <a:pt x="5659384" y="248164"/>
                  </a:lnTo>
                  <a:lnTo>
                    <a:pt x="5663624" y="248164"/>
                  </a:lnTo>
                  <a:lnTo>
                    <a:pt x="5663624" y="248164"/>
                  </a:lnTo>
                  <a:lnTo>
                    <a:pt x="5667863" y="248164"/>
                  </a:lnTo>
                  <a:lnTo>
                    <a:pt x="5667863" y="247523"/>
                  </a:lnTo>
                  <a:lnTo>
                    <a:pt x="5672102" y="247523"/>
                  </a:lnTo>
                  <a:lnTo>
                    <a:pt x="5672102" y="247523"/>
                  </a:lnTo>
                  <a:lnTo>
                    <a:pt x="5676341" y="247523"/>
                  </a:lnTo>
                  <a:lnTo>
                    <a:pt x="5676341" y="245593"/>
                  </a:lnTo>
                  <a:lnTo>
                    <a:pt x="5680580" y="245593"/>
                  </a:lnTo>
                  <a:lnTo>
                    <a:pt x="5680580" y="244306"/>
                  </a:lnTo>
                  <a:lnTo>
                    <a:pt x="5684820" y="244306"/>
                  </a:lnTo>
                  <a:lnTo>
                    <a:pt x="5684820" y="242373"/>
                  </a:lnTo>
                  <a:lnTo>
                    <a:pt x="5689059" y="242373"/>
                  </a:lnTo>
                  <a:lnTo>
                    <a:pt x="5689059" y="242373"/>
                  </a:lnTo>
                  <a:lnTo>
                    <a:pt x="5693298" y="242373"/>
                  </a:lnTo>
                  <a:lnTo>
                    <a:pt x="5693298" y="242373"/>
                  </a:lnTo>
                  <a:lnTo>
                    <a:pt x="5697537" y="242373"/>
                  </a:lnTo>
                  <a:lnTo>
                    <a:pt x="5697537" y="241082"/>
                  </a:lnTo>
                  <a:lnTo>
                    <a:pt x="5701777" y="241082"/>
                  </a:lnTo>
                  <a:lnTo>
                    <a:pt x="5701777" y="241082"/>
                  </a:lnTo>
                  <a:lnTo>
                    <a:pt x="5706016" y="241082"/>
                  </a:lnTo>
                  <a:lnTo>
                    <a:pt x="5706016" y="240435"/>
                  </a:lnTo>
                  <a:lnTo>
                    <a:pt x="5710255" y="240435"/>
                  </a:lnTo>
                  <a:lnTo>
                    <a:pt x="5710255" y="240435"/>
                  </a:lnTo>
                  <a:lnTo>
                    <a:pt x="5714494" y="240435"/>
                  </a:lnTo>
                  <a:lnTo>
                    <a:pt x="5714494" y="240435"/>
                  </a:lnTo>
                  <a:lnTo>
                    <a:pt x="5718734" y="240435"/>
                  </a:lnTo>
                  <a:lnTo>
                    <a:pt x="5718734" y="239785"/>
                  </a:lnTo>
                  <a:lnTo>
                    <a:pt x="5722973" y="239785"/>
                  </a:lnTo>
                  <a:lnTo>
                    <a:pt x="5722973" y="239785"/>
                  </a:lnTo>
                  <a:lnTo>
                    <a:pt x="5727212" y="239785"/>
                  </a:lnTo>
                  <a:lnTo>
                    <a:pt x="5727212" y="239135"/>
                  </a:lnTo>
                  <a:lnTo>
                    <a:pt x="5731451" y="239135"/>
                  </a:lnTo>
                  <a:lnTo>
                    <a:pt x="5731451" y="239135"/>
                  </a:lnTo>
                  <a:lnTo>
                    <a:pt x="5735691" y="239135"/>
                  </a:lnTo>
                  <a:lnTo>
                    <a:pt x="5735691" y="238484"/>
                  </a:lnTo>
                  <a:lnTo>
                    <a:pt x="5739930" y="238484"/>
                  </a:lnTo>
                  <a:lnTo>
                    <a:pt x="5739930" y="237832"/>
                  </a:lnTo>
                  <a:lnTo>
                    <a:pt x="5744169" y="237832"/>
                  </a:lnTo>
                  <a:lnTo>
                    <a:pt x="5744169" y="235877"/>
                  </a:lnTo>
                  <a:lnTo>
                    <a:pt x="5748408" y="235877"/>
                  </a:lnTo>
                  <a:lnTo>
                    <a:pt x="5748408" y="235225"/>
                  </a:lnTo>
                  <a:lnTo>
                    <a:pt x="5752648" y="235225"/>
                  </a:lnTo>
                  <a:lnTo>
                    <a:pt x="5752648" y="233266"/>
                  </a:lnTo>
                  <a:lnTo>
                    <a:pt x="5756887" y="233266"/>
                  </a:lnTo>
                  <a:lnTo>
                    <a:pt x="5756887" y="232614"/>
                  </a:lnTo>
                  <a:lnTo>
                    <a:pt x="5761126" y="232614"/>
                  </a:lnTo>
                  <a:lnTo>
                    <a:pt x="5761126" y="231306"/>
                  </a:lnTo>
                  <a:lnTo>
                    <a:pt x="5765365" y="231306"/>
                  </a:lnTo>
                  <a:lnTo>
                    <a:pt x="5765365" y="231306"/>
                  </a:lnTo>
                  <a:lnTo>
                    <a:pt x="5769604" y="231306"/>
                  </a:lnTo>
                  <a:lnTo>
                    <a:pt x="5769604" y="230651"/>
                  </a:lnTo>
                  <a:lnTo>
                    <a:pt x="5773844" y="230651"/>
                  </a:lnTo>
                  <a:lnTo>
                    <a:pt x="5773844" y="229340"/>
                  </a:lnTo>
                  <a:lnTo>
                    <a:pt x="5778083" y="229340"/>
                  </a:lnTo>
                  <a:lnTo>
                    <a:pt x="5778083" y="228684"/>
                  </a:lnTo>
                  <a:lnTo>
                    <a:pt x="5782322" y="228684"/>
                  </a:lnTo>
                  <a:lnTo>
                    <a:pt x="5782322" y="227372"/>
                  </a:lnTo>
                  <a:lnTo>
                    <a:pt x="5786561" y="227372"/>
                  </a:lnTo>
                  <a:lnTo>
                    <a:pt x="5786561" y="226714"/>
                  </a:lnTo>
                  <a:lnTo>
                    <a:pt x="5790801" y="226714"/>
                  </a:lnTo>
                  <a:lnTo>
                    <a:pt x="5790801" y="226714"/>
                  </a:lnTo>
                  <a:lnTo>
                    <a:pt x="5795040" y="226714"/>
                  </a:lnTo>
                  <a:lnTo>
                    <a:pt x="5795040" y="226055"/>
                  </a:lnTo>
                  <a:lnTo>
                    <a:pt x="5799279" y="226055"/>
                  </a:lnTo>
                  <a:lnTo>
                    <a:pt x="5799279" y="224737"/>
                  </a:lnTo>
                  <a:lnTo>
                    <a:pt x="5803518" y="224737"/>
                  </a:lnTo>
                  <a:lnTo>
                    <a:pt x="5803518" y="224737"/>
                  </a:lnTo>
                  <a:lnTo>
                    <a:pt x="5807758" y="224737"/>
                  </a:lnTo>
                  <a:lnTo>
                    <a:pt x="5807758" y="224737"/>
                  </a:lnTo>
                  <a:lnTo>
                    <a:pt x="5811997" y="224737"/>
                  </a:lnTo>
                  <a:lnTo>
                    <a:pt x="5811997" y="223415"/>
                  </a:lnTo>
                  <a:lnTo>
                    <a:pt x="5816236" y="223415"/>
                  </a:lnTo>
                  <a:lnTo>
                    <a:pt x="5816236" y="223415"/>
                  </a:lnTo>
                  <a:lnTo>
                    <a:pt x="5820475" y="223415"/>
                  </a:lnTo>
                  <a:lnTo>
                    <a:pt x="5820475" y="222090"/>
                  </a:lnTo>
                  <a:lnTo>
                    <a:pt x="5824715" y="222090"/>
                  </a:lnTo>
                  <a:lnTo>
                    <a:pt x="5824715" y="221427"/>
                  </a:lnTo>
                  <a:lnTo>
                    <a:pt x="5828954" y="221427"/>
                  </a:lnTo>
                  <a:lnTo>
                    <a:pt x="5828954" y="221427"/>
                  </a:lnTo>
                  <a:lnTo>
                    <a:pt x="5833193" y="221427"/>
                  </a:lnTo>
                  <a:lnTo>
                    <a:pt x="5833193" y="220764"/>
                  </a:lnTo>
                  <a:lnTo>
                    <a:pt x="5841672" y="220764"/>
                  </a:lnTo>
                  <a:lnTo>
                    <a:pt x="5841672" y="220101"/>
                  </a:lnTo>
                  <a:lnTo>
                    <a:pt x="5845911" y="220101"/>
                  </a:lnTo>
                  <a:lnTo>
                    <a:pt x="5845911" y="220101"/>
                  </a:lnTo>
                  <a:lnTo>
                    <a:pt x="5850150" y="220101"/>
                  </a:lnTo>
                  <a:lnTo>
                    <a:pt x="5850150" y="219437"/>
                  </a:lnTo>
                  <a:lnTo>
                    <a:pt x="5854389" y="219437"/>
                  </a:lnTo>
                  <a:lnTo>
                    <a:pt x="5854389" y="219437"/>
                  </a:lnTo>
                  <a:lnTo>
                    <a:pt x="5858629" y="219437"/>
                  </a:lnTo>
                  <a:lnTo>
                    <a:pt x="5858629" y="218771"/>
                  </a:lnTo>
                  <a:lnTo>
                    <a:pt x="5862868" y="218771"/>
                  </a:lnTo>
                  <a:lnTo>
                    <a:pt x="5862868" y="218105"/>
                  </a:lnTo>
                  <a:lnTo>
                    <a:pt x="5867107" y="218105"/>
                  </a:lnTo>
                  <a:lnTo>
                    <a:pt x="5867107" y="217438"/>
                  </a:lnTo>
                  <a:lnTo>
                    <a:pt x="5871346" y="217438"/>
                  </a:lnTo>
                  <a:lnTo>
                    <a:pt x="5871346" y="216772"/>
                  </a:lnTo>
                  <a:lnTo>
                    <a:pt x="5875585" y="216772"/>
                  </a:lnTo>
                  <a:lnTo>
                    <a:pt x="5875585" y="216104"/>
                  </a:lnTo>
                  <a:lnTo>
                    <a:pt x="5884064" y="216104"/>
                  </a:lnTo>
                  <a:lnTo>
                    <a:pt x="5884064" y="215435"/>
                  </a:lnTo>
                  <a:lnTo>
                    <a:pt x="5888303" y="215435"/>
                  </a:lnTo>
                  <a:lnTo>
                    <a:pt x="5888303" y="214766"/>
                  </a:lnTo>
                  <a:lnTo>
                    <a:pt x="5892542" y="214766"/>
                  </a:lnTo>
                  <a:lnTo>
                    <a:pt x="5892542" y="214096"/>
                  </a:lnTo>
                  <a:lnTo>
                    <a:pt x="5901021" y="214096"/>
                  </a:lnTo>
                  <a:lnTo>
                    <a:pt x="5901021" y="213426"/>
                  </a:lnTo>
                  <a:lnTo>
                    <a:pt x="5905260" y="213426"/>
                  </a:lnTo>
                  <a:lnTo>
                    <a:pt x="5905260" y="212756"/>
                  </a:lnTo>
                  <a:lnTo>
                    <a:pt x="5909499" y="212756"/>
                  </a:lnTo>
                  <a:lnTo>
                    <a:pt x="5909499" y="212756"/>
                  </a:lnTo>
                  <a:lnTo>
                    <a:pt x="5917978" y="212756"/>
                  </a:lnTo>
                  <a:lnTo>
                    <a:pt x="5917978" y="210738"/>
                  </a:lnTo>
                  <a:lnTo>
                    <a:pt x="5922217" y="210738"/>
                  </a:lnTo>
                  <a:lnTo>
                    <a:pt x="5922217" y="210738"/>
                  </a:lnTo>
                  <a:lnTo>
                    <a:pt x="5926456" y="210738"/>
                  </a:lnTo>
                  <a:lnTo>
                    <a:pt x="5926456" y="208719"/>
                  </a:lnTo>
                  <a:lnTo>
                    <a:pt x="5930696" y="208719"/>
                  </a:lnTo>
                  <a:lnTo>
                    <a:pt x="5930696" y="208719"/>
                  </a:lnTo>
                  <a:lnTo>
                    <a:pt x="5934935" y="208719"/>
                  </a:lnTo>
                  <a:lnTo>
                    <a:pt x="5934935" y="208046"/>
                  </a:lnTo>
                  <a:lnTo>
                    <a:pt x="5939174" y="208046"/>
                  </a:lnTo>
                  <a:lnTo>
                    <a:pt x="5939174" y="208046"/>
                  </a:lnTo>
                  <a:lnTo>
                    <a:pt x="5943413" y="208046"/>
                  </a:lnTo>
                  <a:lnTo>
                    <a:pt x="5943413" y="208046"/>
                  </a:lnTo>
                  <a:lnTo>
                    <a:pt x="5947653" y="208046"/>
                  </a:lnTo>
                  <a:lnTo>
                    <a:pt x="5947653" y="208046"/>
                  </a:lnTo>
                  <a:lnTo>
                    <a:pt x="5951892" y="208046"/>
                  </a:lnTo>
                  <a:lnTo>
                    <a:pt x="5951892" y="208046"/>
                  </a:lnTo>
                  <a:lnTo>
                    <a:pt x="5956131" y="208046"/>
                  </a:lnTo>
                  <a:lnTo>
                    <a:pt x="5956131" y="206694"/>
                  </a:lnTo>
                  <a:lnTo>
                    <a:pt x="5960370" y="206694"/>
                  </a:lnTo>
                  <a:lnTo>
                    <a:pt x="5960370" y="206018"/>
                  </a:lnTo>
                  <a:lnTo>
                    <a:pt x="5964610" y="206018"/>
                  </a:lnTo>
                  <a:lnTo>
                    <a:pt x="5964610" y="206018"/>
                  </a:lnTo>
                  <a:lnTo>
                    <a:pt x="5968849" y="206018"/>
                  </a:lnTo>
                  <a:lnTo>
                    <a:pt x="5968849" y="205340"/>
                  </a:lnTo>
                  <a:lnTo>
                    <a:pt x="5973088" y="205340"/>
                  </a:lnTo>
                  <a:lnTo>
                    <a:pt x="5973088" y="205340"/>
                  </a:lnTo>
                  <a:lnTo>
                    <a:pt x="5977327" y="205340"/>
                  </a:lnTo>
                  <a:lnTo>
                    <a:pt x="5977327" y="204661"/>
                  </a:lnTo>
                  <a:lnTo>
                    <a:pt x="5981566" y="204661"/>
                  </a:lnTo>
                  <a:lnTo>
                    <a:pt x="5981566" y="203301"/>
                  </a:lnTo>
                  <a:lnTo>
                    <a:pt x="5985806" y="203301"/>
                  </a:lnTo>
                  <a:lnTo>
                    <a:pt x="5985806" y="203301"/>
                  </a:lnTo>
                  <a:lnTo>
                    <a:pt x="5990045" y="203301"/>
                  </a:lnTo>
                  <a:lnTo>
                    <a:pt x="5990045" y="202620"/>
                  </a:lnTo>
                  <a:lnTo>
                    <a:pt x="5994284" y="202620"/>
                  </a:lnTo>
                  <a:lnTo>
                    <a:pt x="5994284" y="201256"/>
                  </a:lnTo>
                  <a:lnTo>
                    <a:pt x="5998523" y="201256"/>
                  </a:lnTo>
                  <a:lnTo>
                    <a:pt x="5998523" y="200573"/>
                  </a:lnTo>
                  <a:lnTo>
                    <a:pt x="6002763" y="200573"/>
                  </a:lnTo>
                  <a:lnTo>
                    <a:pt x="6002763" y="199888"/>
                  </a:lnTo>
                  <a:lnTo>
                    <a:pt x="6007002" y="199888"/>
                  </a:lnTo>
                  <a:lnTo>
                    <a:pt x="6007002" y="198517"/>
                  </a:lnTo>
                  <a:lnTo>
                    <a:pt x="6011241" y="198517"/>
                  </a:lnTo>
                  <a:lnTo>
                    <a:pt x="6011241" y="196460"/>
                  </a:lnTo>
                  <a:lnTo>
                    <a:pt x="6015480" y="196460"/>
                  </a:lnTo>
                  <a:lnTo>
                    <a:pt x="6015480" y="196460"/>
                  </a:lnTo>
                  <a:lnTo>
                    <a:pt x="6019720" y="196460"/>
                  </a:lnTo>
                  <a:lnTo>
                    <a:pt x="6019720" y="196460"/>
                  </a:lnTo>
                  <a:lnTo>
                    <a:pt x="6023959" y="196460"/>
                  </a:lnTo>
                  <a:lnTo>
                    <a:pt x="6023959" y="195773"/>
                  </a:lnTo>
                  <a:lnTo>
                    <a:pt x="6028198" y="195773"/>
                  </a:lnTo>
                  <a:lnTo>
                    <a:pt x="6028198" y="193708"/>
                  </a:lnTo>
                  <a:lnTo>
                    <a:pt x="6032437" y="193708"/>
                  </a:lnTo>
                  <a:lnTo>
                    <a:pt x="6032437" y="193019"/>
                  </a:lnTo>
                  <a:lnTo>
                    <a:pt x="6036677" y="193019"/>
                  </a:lnTo>
                  <a:lnTo>
                    <a:pt x="6036677" y="193019"/>
                  </a:lnTo>
                  <a:lnTo>
                    <a:pt x="6040916" y="193019"/>
                  </a:lnTo>
                  <a:lnTo>
                    <a:pt x="6040916" y="193019"/>
                  </a:lnTo>
                  <a:lnTo>
                    <a:pt x="6045155" y="193019"/>
                  </a:lnTo>
                  <a:lnTo>
                    <a:pt x="6045155" y="192329"/>
                  </a:lnTo>
                  <a:lnTo>
                    <a:pt x="6049394" y="192329"/>
                  </a:lnTo>
                  <a:lnTo>
                    <a:pt x="6049394" y="190258"/>
                  </a:lnTo>
                  <a:lnTo>
                    <a:pt x="6062112" y="190258"/>
                  </a:lnTo>
                  <a:lnTo>
                    <a:pt x="6062112" y="190258"/>
                  </a:lnTo>
                  <a:lnTo>
                    <a:pt x="6066351" y="190258"/>
                  </a:lnTo>
                  <a:lnTo>
                    <a:pt x="6066351" y="190258"/>
                  </a:lnTo>
                  <a:lnTo>
                    <a:pt x="6070590" y="190258"/>
                  </a:lnTo>
                  <a:lnTo>
                    <a:pt x="6070590" y="190258"/>
                  </a:lnTo>
                  <a:lnTo>
                    <a:pt x="6074830" y="190258"/>
                  </a:lnTo>
                  <a:lnTo>
                    <a:pt x="6074830" y="189566"/>
                  </a:lnTo>
                  <a:lnTo>
                    <a:pt x="6079069" y="189566"/>
                  </a:lnTo>
                  <a:lnTo>
                    <a:pt x="6079069" y="189566"/>
                  </a:lnTo>
                  <a:lnTo>
                    <a:pt x="6083308" y="189566"/>
                  </a:lnTo>
                  <a:lnTo>
                    <a:pt x="6083308" y="189566"/>
                  </a:lnTo>
                  <a:lnTo>
                    <a:pt x="6087547" y="189566"/>
                  </a:lnTo>
                  <a:lnTo>
                    <a:pt x="6087547" y="188873"/>
                  </a:lnTo>
                  <a:lnTo>
                    <a:pt x="6091787" y="188873"/>
                  </a:lnTo>
                  <a:lnTo>
                    <a:pt x="6091787" y="188873"/>
                  </a:lnTo>
                  <a:lnTo>
                    <a:pt x="6096026" y="188873"/>
                  </a:lnTo>
                  <a:lnTo>
                    <a:pt x="6096026" y="187483"/>
                  </a:lnTo>
                  <a:lnTo>
                    <a:pt x="6104504" y="187483"/>
                  </a:lnTo>
                  <a:lnTo>
                    <a:pt x="6104504" y="186091"/>
                  </a:lnTo>
                  <a:lnTo>
                    <a:pt x="6108744" y="186091"/>
                  </a:lnTo>
                  <a:lnTo>
                    <a:pt x="6108744" y="184700"/>
                  </a:lnTo>
                  <a:lnTo>
                    <a:pt x="6112983" y="184700"/>
                  </a:lnTo>
                  <a:lnTo>
                    <a:pt x="6112983" y="183306"/>
                  </a:lnTo>
                  <a:lnTo>
                    <a:pt x="6117222" y="183306"/>
                  </a:lnTo>
                  <a:lnTo>
                    <a:pt x="6117222" y="181911"/>
                  </a:lnTo>
                  <a:lnTo>
                    <a:pt x="6121461" y="181911"/>
                  </a:lnTo>
                  <a:lnTo>
                    <a:pt x="6121461" y="179818"/>
                  </a:lnTo>
                  <a:lnTo>
                    <a:pt x="6125701" y="179818"/>
                  </a:lnTo>
                  <a:lnTo>
                    <a:pt x="6125701" y="178421"/>
                  </a:lnTo>
                  <a:lnTo>
                    <a:pt x="6129940" y="178421"/>
                  </a:lnTo>
                  <a:lnTo>
                    <a:pt x="6129940" y="177024"/>
                  </a:lnTo>
                  <a:lnTo>
                    <a:pt x="6134179" y="177024"/>
                  </a:lnTo>
                  <a:lnTo>
                    <a:pt x="6134179" y="177024"/>
                  </a:lnTo>
                  <a:lnTo>
                    <a:pt x="6138418" y="177024"/>
                  </a:lnTo>
                  <a:lnTo>
                    <a:pt x="6138418" y="176325"/>
                  </a:lnTo>
                  <a:lnTo>
                    <a:pt x="6142658" y="176325"/>
                  </a:lnTo>
                  <a:lnTo>
                    <a:pt x="6142658" y="175626"/>
                  </a:lnTo>
                  <a:lnTo>
                    <a:pt x="6146897" y="175626"/>
                  </a:lnTo>
                  <a:lnTo>
                    <a:pt x="6146897" y="174925"/>
                  </a:lnTo>
                  <a:lnTo>
                    <a:pt x="6151136" y="174925"/>
                  </a:lnTo>
                  <a:lnTo>
                    <a:pt x="6151136" y="174223"/>
                  </a:lnTo>
                  <a:lnTo>
                    <a:pt x="6155375" y="174223"/>
                  </a:lnTo>
                  <a:lnTo>
                    <a:pt x="6155375" y="174223"/>
                  </a:lnTo>
                  <a:lnTo>
                    <a:pt x="6159615" y="174223"/>
                  </a:lnTo>
                  <a:lnTo>
                    <a:pt x="6159615" y="173522"/>
                  </a:lnTo>
                  <a:lnTo>
                    <a:pt x="6163854" y="173522"/>
                  </a:lnTo>
                  <a:lnTo>
                    <a:pt x="6163854" y="173522"/>
                  </a:lnTo>
                  <a:lnTo>
                    <a:pt x="6168093" y="173522"/>
                  </a:lnTo>
                  <a:lnTo>
                    <a:pt x="6168093" y="173522"/>
                  </a:lnTo>
                  <a:lnTo>
                    <a:pt x="6172332" y="173522"/>
                  </a:lnTo>
                  <a:lnTo>
                    <a:pt x="6172332" y="172818"/>
                  </a:lnTo>
                  <a:lnTo>
                    <a:pt x="6176571" y="172818"/>
                  </a:lnTo>
                  <a:lnTo>
                    <a:pt x="6176571" y="172818"/>
                  </a:lnTo>
                  <a:lnTo>
                    <a:pt x="6180811" y="172818"/>
                  </a:lnTo>
                  <a:lnTo>
                    <a:pt x="6180811" y="171409"/>
                  </a:lnTo>
                  <a:lnTo>
                    <a:pt x="6185050" y="171409"/>
                  </a:lnTo>
                  <a:lnTo>
                    <a:pt x="6185050" y="171409"/>
                  </a:lnTo>
                  <a:lnTo>
                    <a:pt x="6189289" y="171409"/>
                  </a:lnTo>
                  <a:lnTo>
                    <a:pt x="6189289" y="170704"/>
                  </a:lnTo>
                  <a:lnTo>
                    <a:pt x="6193528" y="170704"/>
                  </a:lnTo>
                  <a:lnTo>
                    <a:pt x="6193528" y="170704"/>
                  </a:lnTo>
                  <a:lnTo>
                    <a:pt x="6202007" y="170704"/>
                  </a:lnTo>
                  <a:lnTo>
                    <a:pt x="6202007" y="169997"/>
                  </a:lnTo>
                  <a:lnTo>
                    <a:pt x="6206246" y="169997"/>
                  </a:lnTo>
                  <a:lnTo>
                    <a:pt x="6206246" y="169997"/>
                  </a:lnTo>
                  <a:lnTo>
                    <a:pt x="6210485" y="169997"/>
                  </a:lnTo>
                  <a:lnTo>
                    <a:pt x="6210485" y="169290"/>
                  </a:lnTo>
                  <a:lnTo>
                    <a:pt x="6214725" y="169290"/>
                  </a:lnTo>
                  <a:lnTo>
                    <a:pt x="6214725" y="169290"/>
                  </a:lnTo>
                  <a:lnTo>
                    <a:pt x="6223203" y="169290"/>
                  </a:lnTo>
                  <a:lnTo>
                    <a:pt x="6223203" y="169290"/>
                  </a:lnTo>
                  <a:lnTo>
                    <a:pt x="6227442" y="169290"/>
                  </a:lnTo>
                  <a:lnTo>
                    <a:pt x="6227442" y="167868"/>
                  </a:lnTo>
                  <a:lnTo>
                    <a:pt x="6231682" y="167868"/>
                  </a:lnTo>
                  <a:lnTo>
                    <a:pt x="6231682" y="167868"/>
                  </a:lnTo>
                  <a:lnTo>
                    <a:pt x="6235921" y="167868"/>
                  </a:lnTo>
                  <a:lnTo>
                    <a:pt x="6235921" y="167868"/>
                  </a:lnTo>
                  <a:lnTo>
                    <a:pt x="6240160" y="167868"/>
                  </a:lnTo>
                  <a:lnTo>
                    <a:pt x="6240160" y="167156"/>
                  </a:lnTo>
                  <a:lnTo>
                    <a:pt x="6244399" y="167156"/>
                  </a:lnTo>
                  <a:lnTo>
                    <a:pt x="6244399" y="167156"/>
                  </a:lnTo>
                  <a:lnTo>
                    <a:pt x="6252878" y="167156"/>
                  </a:lnTo>
                  <a:lnTo>
                    <a:pt x="6252878" y="167156"/>
                  </a:lnTo>
                  <a:lnTo>
                    <a:pt x="6257117" y="167156"/>
                  </a:lnTo>
                  <a:lnTo>
                    <a:pt x="6257117" y="166442"/>
                  </a:lnTo>
                  <a:lnTo>
                    <a:pt x="6261356" y="166442"/>
                  </a:lnTo>
                  <a:lnTo>
                    <a:pt x="6261356" y="166442"/>
                  </a:lnTo>
                  <a:lnTo>
                    <a:pt x="6265596" y="166442"/>
                  </a:lnTo>
                  <a:lnTo>
                    <a:pt x="6265596" y="164297"/>
                  </a:lnTo>
                  <a:lnTo>
                    <a:pt x="6269835" y="164297"/>
                  </a:lnTo>
                  <a:lnTo>
                    <a:pt x="6269835" y="162150"/>
                  </a:lnTo>
                  <a:lnTo>
                    <a:pt x="6274074" y="162150"/>
                  </a:lnTo>
                  <a:lnTo>
                    <a:pt x="6274074" y="162150"/>
                  </a:lnTo>
                  <a:lnTo>
                    <a:pt x="6278313" y="162150"/>
                  </a:lnTo>
                  <a:lnTo>
                    <a:pt x="6278313" y="162150"/>
                  </a:lnTo>
                  <a:lnTo>
                    <a:pt x="6282552" y="162150"/>
                  </a:lnTo>
                  <a:lnTo>
                    <a:pt x="6282552" y="160714"/>
                  </a:lnTo>
                  <a:lnTo>
                    <a:pt x="6286792" y="160714"/>
                  </a:lnTo>
                  <a:lnTo>
                    <a:pt x="6286792" y="159995"/>
                  </a:lnTo>
                  <a:lnTo>
                    <a:pt x="6291031" y="159995"/>
                  </a:lnTo>
                  <a:lnTo>
                    <a:pt x="6291031" y="159995"/>
                  </a:lnTo>
                  <a:lnTo>
                    <a:pt x="6295270" y="159995"/>
                  </a:lnTo>
                  <a:lnTo>
                    <a:pt x="6295270" y="158554"/>
                  </a:lnTo>
                  <a:lnTo>
                    <a:pt x="6299509" y="158554"/>
                  </a:lnTo>
                  <a:lnTo>
                    <a:pt x="6299509" y="158554"/>
                  </a:lnTo>
                  <a:lnTo>
                    <a:pt x="6303749" y="158554"/>
                  </a:lnTo>
                  <a:lnTo>
                    <a:pt x="6303749" y="157113"/>
                  </a:lnTo>
                  <a:lnTo>
                    <a:pt x="6316466" y="157113"/>
                  </a:lnTo>
                  <a:lnTo>
                    <a:pt x="6316466" y="157113"/>
                  </a:lnTo>
                  <a:lnTo>
                    <a:pt x="6320706" y="157113"/>
                  </a:lnTo>
                  <a:lnTo>
                    <a:pt x="6320706" y="156390"/>
                  </a:lnTo>
                  <a:lnTo>
                    <a:pt x="6329184" y="156390"/>
                  </a:lnTo>
                  <a:lnTo>
                    <a:pt x="6329184" y="155667"/>
                  </a:lnTo>
                  <a:lnTo>
                    <a:pt x="6333423" y="155667"/>
                  </a:lnTo>
                  <a:lnTo>
                    <a:pt x="6333423" y="155667"/>
                  </a:lnTo>
                  <a:lnTo>
                    <a:pt x="6337663" y="155667"/>
                  </a:lnTo>
                  <a:lnTo>
                    <a:pt x="6337663" y="155667"/>
                  </a:lnTo>
                  <a:lnTo>
                    <a:pt x="6341902" y="155667"/>
                  </a:lnTo>
                  <a:lnTo>
                    <a:pt x="6341902" y="155667"/>
                  </a:lnTo>
                  <a:lnTo>
                    <a:pt x="6346141" y="155667"/>
                  </a:lnTo>
                  <a:lnTo>
                    <a:pt x="6346141" y="154942"/>
                  </a:lnTo>
                  <a:lnTo>
                    <a:pt x="6350380" y="154942"/>
                  </a:lnTo>
                  <a:lnTo>
                    <a:pt x="6350380" y="154942"/>
                  </a:lnTo>
                  <a:lnTo>
                    <a:pt x="6354620" y="154942"/>
                  </a:lnTo>
                  <a:lnTo>
                    <a:pt x="6354620" y="154215"/>
                  </a:lnTo>
                  <a:lnTo>
                    <a:pt x="6358859" y="154215"/>
                  </a:lnTo>
                  <a:lnTo>
                    <a:pt x="6358859" y="153488"/>
                  </a:lnTo>
                  <a:lnTo>
                    <a:pt x="6363098" y="153488"/>
                  </a:lnTo>
                  <a:lnTo>
                    <a:pt x="6363098" y="152761"/>
                  </a:lnTo>
                  <a:lnTo>
                    <a:pt x="6367337" y="152761"/>
                  </a:lnTo>
                  <a:lnTo>
                    <a:pt x="6367337" y="151307"/>
                  </a:lnTo>
                  <a:lnTo>
                    <a:pt x="6371577" y="151307"/>
                  </a:lnTo>
                  <a:lnTo>
                    <a:pt x="6371577" y="149853"/>
                  </a:lnTo>
                  <a:lnTo>
                    <a:pt x="6375816" y="149853"/>
                  </a:lnTo>
                  <a:lnTo>
                    <a:pt x="6375816" y="149853"/>
                  </a:lnTo>
                  <a:lnTo>
                    <a:pt x="6380055" y="149853"/>
                  </a:lnTo>
                  <a:lnTo>
                    <a:pt x="6380055" y="149124"/>
                  </a:lnTo>
                  <a:lnTo>
                    <a:pt x="6384294" y="149124"/>
                  </a:lnTo>
                  <a:lnTo>
                    <a:pt x="6384294" y="149124"/>
                  </a:lnTo>
                  <a:lnTo>
                    <a:pt x="6388533" y="149124"/>
                  </a:lnTo>
                  <a:lnTo>
                    <a:pt x="6388533" y="148393"/>
                  </a:lnTo>
                  <a:lnTo>
                    <a:pt x="6392773" y="148393"/>
                  </a:lnTo>
                  <a:lnTo>
                    <a:pt x="6392773" y="148393"/>
                  </a:lnTo>
                  <a:lnTo>
                    <a:pt x="6397012" y="148393"/>
                  </a:lnTo>
                  <a:lnTo>
                    <a:pt x="6397012" y="147661"/>
                  </a:lnTo>
                  <a:lnTo>
                    <a:pt x="6401251" y="147661"/>
                  </a:lnTo>
                  <a:lnTo>
                    <a:pt x="6401251" y="147661"/>
                  </a:lnTo>
                  <a:lnTo>
                    <a:pt x="6405490" y="147661"/>
                  </a:lnTo>
                  <a:lnTo>
                    <a:pt x="6405490" y="147661"/>
                  </a:lnTo>
                  <a:lnTo>
                    <a:pt x="6409730" y="147661"/>
                  </a:lnTo>
                  <a:lnTo>
                    <a:pt x="6409730" y="146927"/>
                  </a:lnTo>
                  <a:lnTo>
                    <a:pt x="6413969" y="146927"/>
                  </a:lnTo>
                  <a:lnTo>
                    <a:pt x="6413969" y="146927"/>
                  </a:lnTo>
                  <a:lnTo>
                    <a:pt x="6418208" y="146927"/>
                  </a:lnTo>
                  <a:lnTo>
                    <a:pt x="6418208" y="146927"/>
                  </a:lnTo>
                  <a:lnTo>
                    <a:pt x="6422447" y="146927"/>
                  </a:lnTo>
                  <a:lnTo>
                    <a:pt x="6422447" y="145454"/>
                  </a:lnTo>
                  <a:lnTo>
                    <a:pt x="6426687" y="145454"/>
                  </a:lnTo>
                  <a:lnTo>
                    <a:pt x="6426687" y="145454"/>
                  </a:lnTo>
                  <a:lnTo>
                    <a:pt x="6435165" y="145454"/>
                  </a:lnTo>
                  <a:lnTo>
                    <a:pt x="6435165" y="145454"/>
                  </a:lnTo>
                  <a:lnTo>
                    <a:pt x="6439404" y="145454"/>
                  </a:lnTo>
                  <a:lnTo>
                    <a:pt x="6439404" y="145454"/>
                  </a:lnTo>
                  <a:lnTo>
                    <a:pt x="6443644" y="145454"/>
                  </a:lnTo>
                  <a:lnTo>
                    <a:pt x="6443644" y="144714"/>
                  </a:lnTo>
                  <a:lnTo>
                    <a:pt x="6447883" y="144714"/>
                  </a:lnTo>
                  <a:lnTo>
                    <a:pt x="6447883" y="144714"/>
                  </a:lnTo>
                  <a:lnTo>
                    <a:pt x="6452122" y="144714"/>
                  </a:lnTo>
                  <a:lnTo>
                    <a:pt x="6452122" y="144714"/>
                  </a:lnTo>
                  <a:lnTo>
                    <a:pt x="6456361" y="144714"/>
                  </a:lnTo>
                  <a:lnTo>
                    <a:pt x="6456361" y="143973"/>
                  </a:lnTo>
                  <a:lnTo>
                    <a:pt x="6460601" y="143973"/>
                  </a:lnTo>
                  <a:lnTo>
                    <a:pt x="6460601" y="143232"/>
                  </a:lnTo>
                  <a:lnTo>
                    <a:pt x="6464840" y="143232"/>
                  </a:lnTo>
                  <a:lnTo>
                    <a:pt x="6464840" y="142490"/>
                  </a:lnTo>
                  <a:lnTo>
                    <a:pt x="6469079" y="142490"/>
                  </a:lnTo>
                  <a:lnTo>
                    <a:pt x="6469079" y="141747"/>
                  </a:lnTo>
                  <a:lnTo>
                    <a:pt x="6473318" y="141747"/>
                  </a:lnTo>
                  <a:lnTo>
                    <a:pt x="6473318" y="141747"/>
                  </a:lnTo>
                  <a:lnTo>
                    <a:pt x="6477557" y="141747"/>
                  </a:lnTo>
                  <a:lnTo>
                    <a:pt x="6477557" y="140256"/>
                  </a:lnTo>
                  <a:lnTo>
                    <a:pt x="6481797" y="140256"/>
                  </a:lnTo>
                  <a:lnTo>
                    <a:pt x="6481797" y="139510"/>
                  </a:lnTo>
                  <a:lnTo>
                    <a:pt x="6486036" y="139510"/>
                  </a:lnTo>
                  <a:lnTo>
                    <a:pt x="6486036" y="139510"/>
                  </a:lnTo>
                  <a:lnTo>
                    <a:pt x="6490275" y="139510"/>
                  </a:lnTo>
                  <a:lnTo>
                    <a:pt x="6490275" y="138763"/>
                  </a:lnTo>
                  <a:lnTo>
                    <a:pt x="6494514" y="138763"/>
                  </a:lnTo>
                  <a:lnTo>
                    <a:pt x="6494514" y="138763"/>
                  </a:lnTo>
                  <a:lnTo>
                    <a:pt x="6498754" y="138763"/>
                  </a:lnTo>
                  <a:lnTo>
                    <a:pt x="6498754" y="138015"/>
                  </a:lnTo>
                  <a:lnTo>
                    <a:pt x="6507232" y="138015"/>
                  </a:lnTo>
                  <a:lnTo>
                    <a:pt x="6507232" y="138015"/>
                  </a:lnTo>
                  <a:lnTo>
                    <a:pt x="6511471" y="138015"/>
                  </a:lnTo>
                  <a:lnTo>
                    <a:pt x="6511471" y="138015"/>
                  </a:lnTo>
                  <a:lnTo>
                    <a:pt x="6515711" y="138015"/>
                  </a:lnTo>
                  <a:lnTo>
                    <a:pt x="6515711" y="136515"/>
                  </a:lnTo>
                  <a:lnTo>
                    <a:pt x="6519950" y="136515"/>
                  </a:lnTo>
                  <a:lnTo>
                    <a:pt x="6519950" y="135015"/>
                  </a:lnTo>
                  <a:lnTo>
                    <a:pt x="6524189" y="135015"/>
                  </a:lnTo>
                  <a:lnTo>
                    <a:pt x="6524189" y="134264"/>
                  </a:lnTo>
                  <a:lnTo>
                    <a:pt x="6528428" y="134264"/>
                  </a:lnTo>
                  <a:lnTo>
                    <a:pt x="6528428" y="134264"/>
                  </a:lnTo>
                  <a:lnTo>
                    <a:pt x="6532668" y="134264"/>
                  </a:lnTo>
                  <a:lnTo>
                    <a:pt x="6532668" y="133511"/>
                  </a:lnTo>
                  <a:lnTo>
                    <a:pt x="6536907" y="133511"/>
                  </a:lnTo>
                  <a:lnTo>
                    <a:pt x="6536907" y="133511"/>
                  </a:lnTo>
                  <a:lnTo>
                    <a:pt x="6541146" y="133511"/>
                  </a:lnTo>
                  <a:lnTo>
                    <a:pt x="6541146" y="133511"/>
                  </a:lnTo>
                  <a:lnTo>
                    <a:pt x="6545385" y="133511"/>
                  </a:lnTo>
                  <a:lnTo>
                    <a:pt x="6545385" y="133511"/>
                  </a:lnTo>
                  <a:lnTo>
                    <a:pt x="6549625" y="133511"/>
                  </a:lnTo>
                  <a:lnTo>
                    <a:pt x="6549625" y="133511"/>
                  </a:lnTo>
                  <a:lnTo>
                    <a:pt x="6553864" y="133511"/>
                  </a:lnTo>
                  <a:lnTo>
                    <a:pt x="6553864" y="133511"/>
                  </a:lnTo>
                  <a:lnTo>
                    <a:pt x="6558103" y="133511"/>
                  </a:lnTo>
                  <a:lnTo>
                    <a:pt x="6558103" y="132753"/>
                  </a:lnTo>
                  <a:lnTo>
                    <a:pt x="6562342" y="132753"/>
                  </a:lnTo>
                  <a:lnTo>
                    <a:pt x="6562342" y="131994"/>
                  </a:lnTo>
                  <a:lnTo>
                    <a:pt x="6570821" y="131994"/>
                  </a:lnTo>
                  <a:lnTo>
                    <a:pt x="6570821" y="131994"/>
                  </a:lnTo>
                  <a:lnTo>
                    <a:pt x="6575060" y="131994"/>
                  </a:lnTo>
                  <a:lnTo>
                    <a:pt x="6575060" y="131235"/>
                  </a:lnTo>
                  <a:lnTo>
                    <a:pt x="6579299" y="131235"/>
                  </a:lnTo>
                  <a:lnTo>
                    <a:pt x="6579299" y="131235"/>
                  </a:lnTo>
                  <a:lnTo>
                    <a:pt x="6583538" y="131235"/>
                  </a:lnTo>
                  <a:lnTo>
                    <a:pt x="6583538" y="130474"/>
                  </a:lnTo>
                  <a:lnTo>
                    <a:pt x="6587778" y="130474"/>
                  </a:lnTo>
                  <a:lnTo>
                    <a:pt x="6587778" y="129713"/>
                  </a:lnTo>
                  <a:lnTo>
                    <a:pt x="6592017" y="129713"/>
                  </a:lnTo>
                  <a:lnTo>
                    <a:pt x="6592017" y="129713"/>
                  </a:lnTo>
                  <a:lnTo>
                    <a:pt x="6596256" y="129713"/>
                  </a:lnTo>
                  <a:lnTo>
                    <a:pt x="6596256" y="128950"/>
                  </a:lnTo>
                  <a:lnTo>
                    <a:pt x="6604735" y="128950"/>
                  </a:lnTo>
                  <a:lnTo>
                    <a:pt x="6604735" y="128186"/>
                  </a:lnTo>
                  <a:lnTo>
                    <a:pt x="6608974" y="128186"/>
                  </a:lnTo>
                  <a:lnTo>
                    <a:pt x="6608974" y="128186"/>
                  </a:lnTo>
                  <a:lnTo>
                    <a:pt x="6613213" y="128186"/>
                  </a:lnTo>
                  <a:lnTo>
                    <a:pt x="6613213" y="126658"/>
                  </a:lnTo>
                  <a:lnTo>
                    <a:pt x="6617452" y="126658"/>
                  </a:lnTo>
                  <a:lnTo>
                    <a:pt x="6617452" y="125127"/>
                  </a:lnTo>
                  <a:lnTo>
                    <a:pt x="6621692" y="125127"/>
                  </a:lnTo>
                  <a:lnTo>
                    <a:pt x="6621692" y="124360"/>
                  </a:lnTo>
                  <a:lnTo>
                    <a:pt x="6625931" y="124360"/>
                  </a:lnTo>
                  <a:lnTo>
                    <a:pt x="6625931" y="124360"/>
                  </a:lnTo>
                  <a:lnTo>
                    <a:pt x="6630170" y="124360"/>
                  </a:lnTo>
                  <a:lnTo>
                    <a:pt x="6630170" y="123591"/>
                  </a:lnTo>
                  <a:lnTo>
                    <a:pt x="6634409" y="123591"/>
                  </a:lnTo>
                  <a:lnTo>
                    <a:pt x="6634409" y="123591"/>
                  </a:lnTo>
                  <a:lnTo>
                    <a:pt x="6638649" y="123591"/>
                  </a:lnTo>
                  <a:lnTo>
                    <a:pt x="6638649" y="122820"/>
                  </a:lnTo>
                  <a:lnTo>
                    <a:pt x="6642888" y="122820"/>
                  </a:lnTo>
                  <a:lnTo>
                    <a:pt x="6642888" y="122049"/>
                  </a:lnTo>
                  <a:lnTo>
                    <a:pt x="6647127" y="122049"/>
                  </a:lnTo>
                  <a:lnTo>
                    <a:pt x="6647127" y="122049"/>
                  </a:lnTo>
                  <a:lnTo>
                    <a:pt x="6651366" y="122049"/>
                  </a:lnTo>
                  <a:lnTo>
                    <a:pt x="6651366" y="121276"/>
                  </a:lnTo>
                  <a:lnTo>
                    <a:pt x="6655606" y="121276"/>
                  </a:lnTo>
                  <a:lnTo>
                    <a:pt x="6655606" y="120503"/>
                  </a:lnTo>
                  <a:lnTo>
                    <a:pt x="6659845" y="120503"/>
                  </a:lnTo>
                  <a:lnTo>
                    <a:pt x="6659845" y="118957"/>
                  </a:lnTo>
                  <a:lnTo>
                    <a:pt x="6664084" y="118957"/>
                  </a:lnTo>
                  <a:lnTo>
                    <a:pt x="6664084" y="118183"/>
                  </a:lnTo>
                  <a:lnTo>
                    <a:pt x="6672563" y="118183"/>
                  </a:lnTo>
                  <a:lnTo>
                    <a:pt x="6672563" y="118183"/>
                  </a:lnTo>
                  <a:lnTo>
                    <a:pt x="6676802" y="118183"/>
                  </a:lnTo>
                  <a:lnTo>
                    <a:pt x="6676802" y="117408"/>
                  </a:lnTo>
                  <a:lnTo>
                    <a:pt x="6681041" y="117408"/>
                  </a:lnTo>
                  <a:lnTo>
                    <a:pt x="6681041" y="117408"/>
                  </a:lnTo>
                  <a:lnTo>
                    <a:pt x="6685280" y="117408"/>
                  </a:lnTo>
                  <a:lnTo>
                    <a:pt x="6685280" y="116632"/>
                  </a:lnTo>
                  <a:lnTo>
                    <a:pt x="6693759" y="116632"/>
                  </a:lnTo>
                  <a:lnTo>
                    <a:pt x="6693759" y="115855"/>
                  </a:lnTo>
                  <a:lnTo>
                    <a:pt x="6697998" y="115855"/>
                  </a:lnTo>
                  <a:lnTo>
                    <a:pt x="6697998" y="115078"/>
                  </a:lnTo>
                  <a:lnTo>
                    <a:pt x="6702237" y="115078"/>
                  </a:lnTo>
                  <a:lnTo>
                    <a:pt x="6702237" y="115078"/>
                  </a:lnTo>
                  <a:lnTo>
                    <a:pt x="6706476" y="115078"/>
                  </a:lnTo>
                  <a:lnTo>
                    <a:pt x="6706476" y="114300"/>
                  </a:lnTo>
                  <a:lnTo>
                    <a:pt x="6714955" y="114300"/>
                  </a:lnTo>
                  <a:lnTo>
                    <a:pt x="6714955" y="113520"/>
                  </a:lnTo>
                  <a:lnTo>
                    <a:pt x="6719194" y="113520"/>
                  </a:lnTo>
                  <a:lnTo>
                    <a:pt x="6719194" y="112741"/>
                  </a:lnTo>
                  <a:lnTo>
                    <a:pt x="6723433" y="112741"/>
                  </a:lnTo>
                  <a:lnTo>
                    <a:pt x="6723433" y="111180"/>
                  </a:lnTo>
                  <a:lnTo>
                    <a:pt x="6727673" y="111180"/>
                  </a:lnTo>
                  <a:lnTo>
                    <a:pt x="6727673" y="111180"/>
                  </a:lnTo>
                  <a:lnTo>
                    <a:pt x="6731912" y="111180"/>
                  </a:lnTo>
                  <a:lnTo>
                    <a:pt x="6731912" y="111180"/>
                  </a:lnTo>
                  <a:lnTo>
                    <a:pt x="6736151" y="111180"/>
                  </a:lnTo>
                  <a:lnTo>
                    <a:pt x="6736151" y="111180"/>
                  </a:lnTo>
                  <a:lnTo>
                    <a:pt x="6744630" y="111180"/>
                  </a:lnTo>
                  <a:lnTo>
                    <a:pt x="6744630" y="109613"/>
                  </a:lnTo>
                  <a:lnTo>
                    <a:pt x="6748869" y="109613"/>
                  </a:lnTo>
                  <a:lnTo>
                    <a:pt x="6748869" y="108044"/>
                  </a:lnTo>
                  <a:lnTo>
                    <a:pt x="6757347" y="108044"/>
                  </a:lnTo>
                  <a:lnTo>
                    <a:pt x="6757347" y="105689"/>
                  </a:lnTo>
                  <a:lnTo>
                    <a:pt x="6761587" y="105689"/>
                  </a:lnTo>
                  <a:lnTo>
                    <a:pt x="6761587" y="104904"/>
                  </a:lnTo>
                  <a:lnTo>
                    <a:pt x="6765826" y="104904"/>
                  </a:lnTo>
                  <a:lnTo>
                    <a:pt x="6765826" y="104117"/>
                  </a:lnTo>
                  <a:lnTo>
                    <a:pt x="6770065" y="104117"/>
                  </a:lnTo>
                  <a:lnTo>
                    <a:pt x="6770065" y="104117"/>
                  </a:lnTo>
                  <a:lnTo>
                    <a:pt x="6774304" y="104117"/>
                  </a:lnTo>
                  <a:lnTo>
                    <a:pt x="6774304" y="103329"/>
                  </a:lnTo>
                  <a:lnTo>
                    <a:pt x="6778543" y="103329"/>
                  </a:lnTo>
                  <a:lnTo>
                    <a:pt x="6778543" y="103329"/>
                  </a:lnTo>
                  <a:lnTo>
                    <a:pt x="6782783" y="103329"/>
                  </a:lnTo>
                  <a:lnTo>
                    <a:pt x="6782783" y="102540"/>
                  </a:lnTo>
                  <a:lnTo>
                    <a:pt x="6791261" y="102540"/>
                  </a:lnTo>
                  <a:lnTo>
                    <a:pt x="6791261" y="102540"/>
                  </a:lnTo>
                  <a:lnTo>
                    <a:pt x="6795500" y="102540"/>
                  </a:lnTo>
                  <a:lnTo>
                    <a:pt x="6795500" y="102540"/>
                  </a:lnTo>
                  <a:lnTo>
                    <a:pt x="6799740" y="102540"/>
                  </a:lnTo>
                  <a:lnTo>
                    <a:pt x="6799740" y="102540"/>
                  </a:lnTo>
                  <a:lnTo>
                    <a:pt x="6803979" y="102540"/>
                  </a:lnTo>
                  <a:lnTo>
                    <a:pt x="6803979" y="101748"/>
                  </a:lnTo>
                  <a:lnTo>
                    <a:pt x="6808218" y="101748"/>
                  </a:lnTo>
                  <a:lnTo>
                    <a:pt x="6808218" y="100162"/>
                  </a:lnTo>
                  <a:lnTo>
                    <a:pt x="6812457" y="100162"/>
                  </a:lnTo>
                  <a:lnTo>
                    <a:pt x="6812457" y="98574"/>
                  </a:lnTo>
                  <a:lnTo>
                    <a:pt x="6816697" y="98574"/>
                  </a:lnTo>
                  <a:lnTo>
                    <a:pt x="6816697" y="97780"/>
                  </a:lnTo>
                  <a:lnTo>
                    <a:pt x="6820936" y="97780"/>
                  </a:lnTo>
                  <a:lnTo>
                    <a:pt x="6820936" y="96985"/>
                  </a:lnTo>
                  <a:lnTo>
                    <a:pt x="6825175" y="96985"/>
                  </a:lnTo>
                  <a:lnTo>
                    <a:pt x="6825175" y="96189"/>
                  </a:lnTo>
                  <a:lnTo>
                    <a:pt x="6829414" y="96189"/>
                  </a:lnTo>
                  <a:lnTo>
                    <a:pt x="6829414" y="96189"/>
                  </a:lnTo>
                  <a:lnTo>
                    <a:pt x="6833654" y="96189"/>
                  </a:lnTo>
                  <a:lnTo>
                    <a:pt x="6833654" y="96189"/>
                  </a:lnTo>
                  <a:lnTo>
                    <a:pt x="6837893" y="96189"/>
                  </a:lnTo>
                  <a:lnTo>
                    <a:pt x="6837893" y="96189"/>
                  </a:lnTo>
                  <a:lnTo>
                    <a:pt x="6842132" y="96189"/>
                  </a:lnTo>
                  <a:lnTo>
                    <a:pt x="6842132" y="96189"/>
                  </a:lnTo>
                  <a:lnTo>
                    <a:pt x="6846371" y="96189"/>
                  </a:lnTo>
                  <a:lnTo>
                    <a:pt x="6846371" y="96189"/>
                  </a:lnTo>
                  <a:lnTo>
                    <a:pt x="6854850" y="96189"/>
                  </a:lnTo>
                  <a:lnTo>
                    <a:pt x="6854850" y="95390"/>
                  </a:lnTo>
                  <a:lnTo>
                    <a:pt x="6859089" y="95390"/>
                  </a:lnTo>
                  <a:lnTo>
                    <a:pt x="6859089" y="95390"/>
                  </a:lnTo>
                  <a:lnTo>
                    <a:pt x="6867568" y="95390"/>
                  </a:lnTo>
                  <a:lnTo>
                    <a:pt x="6867568" y="94590"/>
                  </a:lnTo>
                  <a:lnTo>
                    <a:pt x="6871807" y="94590"/>
                  </a:lnTo>
                  <a:lnTo>
                    <a:pt x="6871807" y="94590"/>
                  </a:lnTo>
                  <a:lnTo>
                    <a:pt x="6876046" y="94590"/>
                  </a:lnTo>
                  <a:lnTo>
                    <a:pt x="6876046" y="92989"/>
                  </a:lnTo>
                  <a:lnTo>
                    <a:pt x="6880285" y="92989"/>
                  </a:lnTo>
                  <a:lnTo>
                    <a:pt x="6880285" y="92188"/>
                  </a:lnTo>
                  <a:lnTo>
                    <a:pt x="6884524" y="92188"/>
                  </a:lnTo>
                  <a:lnTo>
                    <a:pt x="6884524" y="92188"/>
                  </a:lnTo>
                  <a:lnTo>
                    <a:pt x="6888764" y="92188"/>
                  </a:lnTo>
                  <a:lnTo>
                    <a:pt x="6888764" y="92188"/>
                  </a:lnTo>
                  <a:lnTo>
                    <a:pt x="6897242" y="92188"/>
                  </a:lnTo>
                  <a:lnTo>
                    <a:pt x="6897242" y="91385"/>
                  </a:lnTo>
                  <a:lnTo>
                    <a:pt x="6901481" y="91385"/>
                  </a:lnTo>
                  <a:lnTo>
                    <a:pt x="6901481" y="90582"/>
                  </a:lnTo>
                  <a:lnTo>
                    <a:pt x="6905721" y="90582"/>
                  </a:lnTo>
                  <a:lnTo>
                    <a:pt x="6905721" y="90582"/>
                  </a:lnTo>
                  <a:lnTo>
                    <a:pt x="6914199" y="90582"/>
                  </a:lnTo>
                  <a:lnTo>
                    <a:pt x="6914199" y="89776"/>
                  </a:lnTo>
                  <a:lnTo>
                    <a:pt x="6918438" y="89776"/>
                  </a:lnTo>
                  <a:lnTo>
                    <a:pt x="6918438" y="89776"/>
                  </a:lnTo>
                  <a:lnTo>
                    <a:pt x="6922678" y="89776"/>
                  </a:lnTo>
                  <a:lnTo>
                    <a:pt x="6922678" y="89776"/>
                  </a:lnTo>
                  <a:lnTo>
                    <a:pt x="6926917" y="89776"/>
                  </a:lnTo>
                  <a:lnTo>
                    <a:pt x="6926917" y="88967"/>
                  </a:lnTo>
                  <a:lnTo>
                    <a:pt x="6931156" y="88967"/>
                  </a:lnTo>
                  <a:lnTo>
                    <a:pt x="6931156" y="88967"/>
                  </a:lnTo>
                  <a:lnTo>
                    <a:pt x="6939635" y="88967"/>
                  </a:lnTo>
                  <a:lnTo>
                    <a:pt x="6939635" y="88967"/>
                  </a:lnTo>
                  <a:lnTo>
                    <a:pt x="6943874" y="88967"/>
                  </a:lnTo>
                  <a:lnTo>
                    <a:pt x="6943874" y="88967"/>
                  </a:lnTo>
                  <a:lnTo>
                    <a:pt x="6948113" y="88967"/>
                  </a:lnTo>
                  <a:lnTo>
                    <a:pt x="6948113" y="88156"/>
                  </a:lnTo>
                  <a:lnTo>
                    <a:pt x="6956592" y="88156"/>
                  </a:lnTo>
                  <a:lnTo>
                    <a:pt x="6956592" y="86533"/>
                  </a:lnTo>
                  <a:lnTo>
                    <a:pt x="6960831" y="86533"/>
                  </a:lnTo>
                  <a:lnTo>
                    <a:pt x="6960831" y="86533"/>
                  </a:lnTo>
                  <a:lnTo>
                    <a:pt x="6969309" y="86533"/>
                  </a:lnTo>
                  <a:lnTo>
                    <a:pt x="6969309" y="85722"/>
                  </a:lnTo>
                  <a:lnTo>
                    <a:pt x="6973549" y="85722"/>
                  </a:lnTo>
                  <a:lnTo>
                    <a:pt x="6973549" y="84910"/>
                  </a:lnTo>
                  <a:lnTo>
                    <a:pt x="6977788" y="84910"/>
                  </a:lnTo>
                  <a:lnTo>
                    <a:pt x="6977788" y="84910"/>
                  </a:lnTo>
                  <a:lnTo>
                    <a:pt x="6982027" y="84910"/>
                  </a:lnTo>
                  <a:lnTo>
                    <a:pt x="6982027" y="83283"/>
                  </a:lnTo>
                  <a:lnTo>
                    <a:pt x="6990505" y="83283"/>
                  </a:lnTo>
                  <a:lnTo>
                    <a:pt x="6990505" y="81655"/>
                  </a:lnTo>
                  <a:lnTo>
                    <a:pt x="6994745" y="81655"/>
                  </a:lnTo>
                  <a:lnTo>
                    <a:pt x="6994745" y="80026"/>
                  </a:lnTo>
                  <a:lnTo>
                    <a:pt x="6998984" y="80026"/>
                  </a:lnTo>
                  <a:lnTo>
                    <a:pt x="6998984" y="77583"/>
                  </a:lnTo>
                  <a:lnTo>
                    <a:pt x="7003223" y="77583"/>
                  </a:lnTo>
                  <a:lnTo>
                    <a:pt x="7003223" y="75953"/>
                  </a:lnTo>
                  <a:lnTo>
                    <a:pt x="7007462" y="75953"/>
                  </a:lnTo>
                  <a:lnTo>
                    <a:pt x="7007462" y="75137"/>
                  </a:lnTo>
                  <a:lnTo>
                    <a:pt x="7011702" y="75137"/>
                  </a:lnTo>
                  <a:lnTo>
                    <a:pt x="7011702" y="75137"/>
                  </a:lnTo>
                  <a:lnTo>
                    <a:pt x="7015941" y="75137"/>
                  </a:lnTo>
                  <a:lnTo>
                    <a:pt x="7015941" y="74320"/>
                  </a:lnTo>
                  <a:lnTo>
                    <a:pt x="7020180" y="74320"/>
                  </a:lnTo>
                  <a:lnTo>
                    <a:pt x="7020180" y="73503"/>
                  </a:lnTo>
                  <a:lnTo>
                    <a:pt x="7028659" y="73503"/>
                  </a:lnTo>
                  <a:lnTo>
                    <a:pt x="7028659" y="72685"/>
                  </a:lnTo>
                  <a:lnTo>
                    <a:pt x="7032898" y="72685"/>
                  </a:lnTo>
                  <a:lnTo>
                    <a:pt x="7032898" y="72685"/>
                  </a:lnTo>
                  <a:lnTo>
                    <a:pt x="7037137" y="72685"/>
                  </a:lnTo>
                  <a:lnTo>
                    <a:pt x="7037137" y="71867"/>
                  </a:lnTo>
                  <a:lnTo>
                    <a:pt x="7041376" y="71867"/>
                  </a:lnTo>
                  <a:lnTo>
                    <a:pt x="7041376" y="71867"/>
                  </a:lnTo>
                  <a:lnTo>
                    <a:pt x="7045616" y="71867"/>
                  </a:lnTo>
                  <a:lnTo>
                    <a:pt x="7045616" y="71867"/>
                  </a:lnTo>
                  <a:lnTo>
                    <a:pt x="7049855" y="71867"/>
                  </a:lnTo>
                  <a:lnTo>
                    <a:pt x="7049855" y="71867"/>
                  </a:lnTo>
                  <a:lnTo>
                    <a:pt x="7054094" y="71867"/>
                  </a:lnTo>
                  <a:lnTo>
                    <a:pt x="7054094" y="71867"/>
                  </a:lnTo>
                  <a:lnTo>
                    <a:pt x="7062573" y="71867"/>
                  </a:lnTo>
                  <a:lnTo>
                    <a:pt x="7062573" y="71867"/>
                  </a:lnTo>
                  <a:lnTo>
                    <a:pt x="7066812" y="71867"/>
                  </a:lnTo>
                  <a:lnTo>
                    <a:pt x="7066812" y="71045"/>
                  </a:lnTo>
                  <a:lnTo>
                    <a:pt x="7071051" y="71045"/>
                  </a:lnTo>
                  <a:lnTo>
                    <a:pt x="7071051" y="70223"/>
                  </a:lnTo>
                  <a:lnTo>
                    <a:pt x="7075290" y="70223"/>
                  </a:lnTo>
                  <a:lnTo>
                    <a:pt x="7075290" y="67756"/>
                  </a:lnTo>
                  <a:lnTo>
                    <a:pt x="7079530" y="67756"/>
                  </a:lnTo>
                  <a:lnTo>
                    <a:pt x="7079530" y="66934"/>
                  </a:lnTo>
                  <a:lnTo>
                    <a:pt x="7083769" y="66934"/>
                  </a:lnTo>
                  <a:lnTo>
                    <a:pt x="7083769" y="66934"/>
                  </a:lnTo>
                  <a:lnTo>
                    <a:pt x="7092247" y="66934"/>
                  </a:lnTo>
                  <a:lnTo>
                    <a:pt x="7092247" y="66934"/>
                  </a:lnTo>
                  <a:lnTo>
                    <a:pt x="7096486" y="66934"/>
                  </a:lnTo>
                  <a:lnTo>
                    <a:pt x="7096486" y="66934"/>
                  </a:lnTo>
                  <a:lnTo>
                    <a:pt x="7100726" y="66934"/>
                  </a:lnTo>
                  <a:lnTo>
                    <a:pt x="7100726" y="65280"/>
                  </a:lnTo>
                  <a:lnTo>
                    <a:pt x="7104965" y="65280"/>
                  </a:lnTo>
                  <a:lnTo>
                    <a:pt x="7104965" y="63625"/>
                  </a:lnTo>
                  <a:lnTo>
                    <a:pt x="7109204" y="63625"/>
                  </a:lnTo>
                  <a:lnTo>
                    <a:pt x="7109204" y="62797"/>
                  </a:lnTo>
                  <a:lnTo>
                    <a:pt x="7113443" y="62797"/>
                  </a:lnTo>
                  <a:lnTo>
                    <a:pt x="7113443" y="61969"/>
                  </a:lnTo>
                  <a:lnTo>
                    <a:pt x="7117683" y="61969"/>
                  </a:lnTo>
                  <a:lnTo>
                    <a:pt x="7117683" y="61969"/>
                  </a:lnTo>
                  <a:lnTo>
                    <a:pt x="7121922" y="61969"/>
                  </a:lnTo>
                  <a:lnTo>
                    <a:pt x="7121922" y="60310"/>
                  </a:lnTo>
                  <a:lnTo>
                    <a:pt x="7126161" y="60310"/>
                  </a:lnTo>
                  <a:lnTo>
                    <a:pt x="7126161" y="59480"/>
                  </a:lnTo>
                  <a:lnTo>
                    <a:pt x="7130400" y="59480"/>
                  </a:lnTo>
                  <a:lnTo>
                    <a:pt x="7130400" y="58649"/>
                  </a:lnTo>
                  <a:lnTo>
                    <a:pt x="7138879" y="58649"/>
                  </a:lnTo>
                  <a:lnTo>
                    <a:pt x="7138879" y="58649"/>
                  </a:lnTo>
                  <a:lnTo>
                    <a:pt x="7143118" y="58649"/>
                  </a:lnTo>
                  <a:lnTo>
                    <a:pt x="7143118" y="58649"/>
                  </a:lnTo>
                  <a:lnTo>
                    <a:pt x="7151597" y="58649"/>
                  </a:lnTo>
                  <a:lnTo>
                    <a:pt x="7151597" y="58649"/>
                  </a:lnTo>
                  <a:lnTo>
                    <a:pt x="7155836" y="58649"/>
                  </a:lnTo>
                  <a:lnTo>
                    <a:pt x="7155836" y="57813"/>
                  </a:lnTo>
                  <a:lnTo>
                    <a:pt x="7160075" y="57813"/>
                  </a:lnTo>
                  <a:lnTo>
                    <a:pt x="7160075" y="57813"/>
                  </a:lnTo>
                  <a:lnTo>
                    <a:pt x="7164314" y="57813"/>
                  </a:lnTo>
                  <a:lnTo>
                    <a:pt x="7164314" y="57813"/>
                  </a:lnTo>
                  <a:lnTo>
                    <a:pt x="7168554" y="57813"/>
                  </a:lnTo>
                  <a:lnTo>
                    <a:pt x="7168554" y="57813"/>
                  </a:lnTo>
                  <a:lnTo>
                    <a:pt x="7172793" y="57813"/>
                  </a:lnTo>
                  <a:lnTo>
                    <a:pt x="7172793" y="56976"/>
                  </a:lnTo>
                  <a:lnTo>
                    <a:pt x="7177032" y="56976"/>
                  </a:lnTo>
                  <a:lnTo>
                    <a:pt x="7177032" y="56976"/>
                  </a:lnTo>
                  <a:lnTo>
                    <a:pt x="7181271" y="56976"/>
                  </a:lnTo>
                  <a:lnTo>
                    <a:pt x="7181271" y="56138"/>
                  </a:lnTo>
                  <a:lnTo>
                    <a:pt x="7185510" y="56138"/>
                  </a:lnTo>
                  <a:lnTo>
                    <a:pt x="7185510" y="55298"/>
                  </a:lnTo>
                  <a:lnTo>
                    <a:pt x="7193989" y="55298"/>
                  </a:lnTo>
                  <a:lnTo>
                    <a:pt x="7193989" y="55298"/>
                  </a:lnTo>
                  <a:lnTo>
                    <a:pt x="7198228" y="55298"/>
                  </a:lnTo>
                  <a:lnTo>
                    <a:pt x="7198228" y="54457"/>
                  </a:lnTo>
                  <a:lnTo>
                    <a:pt x="7202467" y="54457"/>
                  </a:lnTo>
                  <a:lnTo>
                    <a:pt x="7202467" y="53616"/>
                  </a:lnTo>
                  <a:lnTo>
                    <a:pt x="7206707" y="53616"/>
                  </a:lnTo>
                  <a:lnTo>
                    <a:pt x="7206707" y="52774"/>
                  </a:lnTo>
                  <a:lnTo>
                    <a:pt x="7210946" y="52774"/>
                  </a:lnTo>
                  <a:lnTo>
                    <a:pt x="7210946" y="52774"/>
                  </a:lnTo>
                  <a:lnTo>
                    <a:pt x="7215185" y="52774"/>
                  </a:lnTo>
                  <a:lnTo>
                    <a:pt x="7215185" y="51930"/>
                  </a:lnTo>
                  <a:lnTo>
                    <a:pt x="7219424" y="51930"/>
                  </a:lnTo>
                  <a:lnTo>
                    <a:pt x="7219424" y="50242"/>
                  </a:lnTo>
                  <a:lnTo>
                    <a:pt x="7223664" y="50242"/>
                  </a:lnTo>
                  <a:lnTo>
                    <a:pt x="7223664" y="50242"/>
                  </a:lnTo>
                  <a:lnTo>
                    <a:pt x="7232142" y="50242"/>
                  </a:lnTo>
                  <a:lnTo>
                    <a:pt x="7232142" y="49396"/>
                  </a:lnTo>
                  <a:lnTo>
                    <a:pt x="7236381" y="49396"/>
                  </a:lnTo>
                  <a:lnTo>
                    <a:pt x="7236381" y="49396"/>
                  </a:lnTo>
                  <a:lnTo>
                    <a:pt x="7240621" y="49396"/>
                  </a:lnTo>
                  <a:lnTo>
                    <a:pt x="7240621" y="49396"/>
                  </a:lnTo>
                  <a:lnTo>
                    <a:pt x="7244860" y="49396"/>
                  </a:lnTo>
                  <a:lnTo>
                    <a:pt x="7244860" y="49396"/>
                  </a:lnTo>
                  <a:lnTo>
                    <a:pt x="7253338" y="49396"/>
                  </a:lnTo>
                  <a:lnTo>
                    <a:pt x="7253338" y="49396"/>
                  </a:lnTo>
                  <a:lnTo>
                    <a:pt x="7261817" y="49396"/>
                  </a:lnTo>
                  <a:lnTo>
                    <a:pt x="7261817" y="49396"/>
                  </a:lnTo>
                  <a:lnTo>
                    <a:pt x="7266056" y="49396"/>
                  </a:lnTo>
                  <a:lnTo>
                    <a:pt x="7266056" y="49396"/>
                  </a:lnTo>
                  <a:lnTo>
                    <a:pt x="7270295" y="49396"/>
                  </a:lnTo>
                  <a:lnTo>
                    <a:pt x="7270295" y="49396"/>
                  </a:lnTo>
                  <a:lnTo>
                    <a:pt x="7274535" y="49396"/>
                  </a:lnTo>
                  <a:lnTo>
                    <a:pt x="7274535" y="48544"/>
                  </a:lnTo>
                  <a:lnTo>
                    <a:pt x="7278774" y="48544"/>
                  </a:lnTo>
                  <a:lnTo>
                    <a:pt x="7278774" y="46838"/>
                  </a:lnTo>
                  <a:lnTo>
                    <a:pt x="7283013" y="46838"/>
                  </a:lnTo>
                  <a:lnTo>
                    <a:pt x="7283013" y="45985"/>
                  </a:lnTo>
                  <a:lnTo>
                    <a:pt x="7287252" y="45985"/>
                  </a:lnTo>
                  <a:lnTo>
                    <a:pt x="7287252" y="45131"/>
                  </a:lnTo>
                  <a:lnTo>
                    <a:pt x="7295731" y="45131"/>
                  </a:lnTo>
                  <a:lnTo>
                    <a:pt x="7295731" y="44278"/>
                  </a:lnTo>
                  <a:lnTo>
                    <a:pt x="7299970" y="44278"/>
                  </a:lnTo>
                  <a:lnTo>
                    <a:pt x="7299970" y="43423"/>
                  </a:lnTo>
                  <a:lnTo>
                    <a:pt x="7304209" y="43423"/>
                  </a:lnTo>
                  <a:lnTo>
                    <a:pt x="7304209" y="43423"/>
                  </a:lnTo>
                  <a:lnTo>
                    <a:pt x="7308448" y="43423"/>
                  </a:lnTo>
                  <a:lnTo>
                    <a:pt x="7308448" y="43423"/>
                  </a:lnTo>
                  <a:lnTo>
                    <a:pt x="7312688" y="43423"/>
                  </a:lnTo>
                  <a:lnTo>
                    <a:pt x="7312688" y="42565"/>
                  </a:lnTo>
                  <a:lnTo>
                    <a:pt x="7329645" y="42565"/>
                  </a:lnTo>
                  <a:lnTo>
                    <a:pt x="7329645" y="42565"/>
                  </a:lnTo>
                  <a:lnTo>
                    <a:pt x="7333884" y="42565"/>
                  </a:lnTo>
                  <a:lnTo>
                    <a:pt x="7333884" y="39986"/>
                  </a:lnTo>
                  <a:lnTo>
                    <a:pt x="7342362" y="39986"/>
                  </a:lnTo>
                  <a:lnTo>
                    <a:pt x="7342362" y="39986"/>
                  </a:lnTo>
                  <a:lnTo>
                    <a:pt x="7346602" y="39986"/>
                  </a:lnTo>
                  <a:lnTo>
                    <a:pt x="7346602" y="39986"/>
                  </a:lnTo>
                  <a:lnTo>
                    <a:pt x="7350841" y="39986"/>
                  </a:lnTo>
                  <a:lnTo>
                    <a:pt x="7350841" y="38262"/>
                  </a:lnTo>
                  <a:lnTo>
                    <a:pt x="7355080" y="38262"/>
                  </a:lnTo>
                  <a:lnTo>
                    <a:pt x="7355080" y="38262"/>
                  </a:lnTo>
                  <a:lnTo>
                    <a:pt x="7359319" y="38262"/>
                  </a:lnTo>
                  <a:lnTo>
                    <a:pt x="7359319" y="38262"/>
                  </a:lnTo>
                  <a:lnTo>
                    <a:pt x="7363559" y="38262"/>
                  </a:lnTo>
                  <a:lnTo>
                    <a:pt x="7363559" y="37396"/>
                  </a:lnTo>
                  <a:lnTo>
                    <a:pt x="7367798" y="37396"/>
                  </a:lnTo>
                  <a:lnTo>
                    <a:pt x="7367798" y="37396"/>
                  </a:lnTo>
                  <a:lnTo>
                    <a:pt x="7372037" y="37396"/>
                  </a:lnTo>
                  <a:lnTo>
                    <a:pt x="7372037" y="37396"/>
                  </a:lnTo>
                  <a:lnTo>
                    <a:pt x="7376276" y="37396"/>
                  </a:lnTo>
                  <a:lnTo>
                    <a:pt x="7376276" y="36528"/>
                  </a:lnTo>
                  <a:lnTo>
                    <a:pt x="7380516" y="36528"/>
                  </a:lnTo>
                  <a:lnTo>
                    <a:pt x="7380516" y="33924"/>
                  </a:lnTo>
                  <a:lnTo>
                    <a:pt x="7384755" y="33924"/>
                  </a:lnTo>
                  <a:lnTo>
                    <a:pt x="7384755" y="32187"/>
                  </a:lnTo>
                  <a:lnTo>
                    <a:pt x="7388994" y="32187"/>
                  </a:lnTo>
                  <a:lnTo>
                    <a:pt x="7388994" y="32187"/>
                  </a:lnTo>
                  <a:lnTo>
                    <a:pt x="7393233" y="32187"/>
                  </a:lnTo>
                  <a:lnTo>
                    <a:pt x="7393233" y="32187"/>
                  </a:lnTo>
                  <a:lnTo>
                    <a:pt x="7397472" y="32187"/>
                  </a:lnTo>
                  <a:lnTo>
                    <a:pt x="7397472" y="32187"/>
                  </a:lnTo>
                  <a:lnTo>
                    <a:pt x="7401712" y="32187"/>
                  </a:lnTo>
                  <a:lnTo>
                    <a:pt x="7401712" y="32187"/>
                  </a:lnTo>
                  <a:lnTo>
                    <a:pt x="7405951" y="32187"/>
                  </a:lnTo>
                  <a:lnTo>
                    <a:pt x="7405951" y="32187"/>
                  </a:lnTo>
                  <a:lnTo>
                    <a:pt x="7410190" y="32187"/>
                  </a:lnTo>
                  <a:lnTo>
                    <a:pt x="7410190" y="30443"/>
                  </a:lnTo>
                  <a:lnTo>
                    <a:pt x="7414429" y="30443"/>
                  </a:lnTo>
                  <a:lnTo>
                    <a:pt x="7414429" y="30443"/>
                  </a:lnTo>
                  <a:lnTo>
                    <a:pt x="7418669" y="30443"/>
                  </a:lnTo>
                  <a:lnTo>
                    <a:pt x="7418669" y="30443"/>
                  </a:lnTo>
                  <a:lnTo>
                    <a:pt x="7422908" y="30443"/>
                  </a:lnTo>
                  <a:lnTo>
                    <a:pt x="7422908" y="28694"/>
                  </a:lnTo>
                  <a:lnTo>
                    <a:pt x="7431386" y="28694"/>
                  </a:lnTo>
                  <a:lnTo>
                    <a:pt x="7431386" y="27820"/>
                  </a:lnTo>
                  <a:lnTo>
                    <a:pt x="7444104" y="27820"/>
                  </a:lnTo>
                  <a:lnTo>
                    <a:pt x="7444104" y="27820"/>
                  </a:lnTo>
                  <a:lnTo>
                    <a:pt x="7448343" y="27820"/>
                  </a:lnTo>
                  <a:lnTo>
                    <a:pt x="7448343" y="26944"/>
                  </a:lnTo>
                  <a:lnTo>
                    <a:pt x="7452583" y="26944"/>
                  </a:lnTo>
                  <a:lnTo>
                    <a:pt x="7452583" y="24313"/>
                  </a:lnTo>
                  <a:lnTo>
                    <a:pt x="7456822" y="24313"/>
                  </a:lnTo>
                  <a:lnTo>
                    <a:pt x="7456822" y="24313"/>
                  </a:lnTo>
                  <a:lnTo>
                    <a:pt x="7461061" y="24313"/>
                  </a:lnTo>
                  <a:lnTo>
                    <a:pt x="7461061" y="24313"/>
                  </a:lnTo>
                  <a:lnTo>
                    <a:pt x="7465300" y="24313"/>
                  </a:lnTo>
                  <a:lnTo>
                    <a:pt x="7465300" y="22553"/>
                  </a:lnTo>
                  <a:lnTo>
                    <a:pt x="7469540" y="22553"/>
                  </a:lnTo>
                  <a:lnTo>
                    <a:pt x="7469540" y="22553"/>
                  </a:lnTo>
                  <a:lnTo>
                    <a:pt x="7473779" y="22553"/>
                  </a:lnTo>
                  <a:lnTo>
                    <a:pt x="7473779" y="21671"/>
                  </a:lnTo>
                  <a:lnTo>
                    <a:pt x="7478018" y="21671"/>
                  </a:lnTo>
                  <a:lnTo>
                    <a:pt x="7478018" y="20789"/>
                  </a:lnTo>
                  <a:lnTo>
                    <a:pt x="7486496" y="20789"/>
                  </a:lnTo>
                  <a:lnTo>
                    <a:pt x="7486496" y="20789"/>
                  </a:lnTo>
                  <a:lnTo>
                    <a:pt x="7499214" y="20789"/>
                  </a:lnTo>
                  <a:lnTo>
                    <a:pt x="7499214" y="20789"/>
                  </a:lnTo>
                  <a:lnTo>
                    <a:pt x="7503453" y="20789"/>
                  </a:lnTo>
                  <a:lnTo>
                    <a:pt x="7503453" y="19014"/>
                  </a:lnTo>
                  <a:lnTo>
                    <a:pt x="7507693" y="19014"/>
                  </a:lnTo>
                  <a:lnTo>
                    <a:pt x="7507693" y="19014"/>
                  </a:lnTo>
                  <a:lnTo>
                    <a:pt x="7520410" y="19014"/>
                  </a:lnTo>
                  <a:lnTo>
                    <a:pt x="7520410" y="18123"/>
                  </a:lnTo>
                  <a:lnTo>
                    <a:pt x="7524650" y="18123"/>
                  </a:lnTo>
                  <a:lnTo>
                    <a:pt x="7524650" y="18123"/>
                  </a:lnTo>
                  <a:lnTo>
                    <a:pt x="7528889" y="18123"/>
                  </a:lnTo>
                  <a:lnTo>
                    <a:pt x="7528889" y="16337"/>
                  </a:lnTo>
                  <a:lnTo>
                    <a:pt x="7533128" y="16337"/>
                  </a:lnTo>
                  <a:lnTo>
                    <a:pt x="7533128" y="15443"/>
                  </a:lnTo>
                  <a:lnTo>
                    <a:pt x="7537367" y="15443"/>
                  </a:lnTo>
                  <a:lnTo>
                    <a:pt x="7537367" y="15443"/>
                  </a:lnTo>
                  <a:lnTo>
                    <a:pt x="7545846" y="15443"/>
                  </a:lnTo>
                  <a:lnTo>
                    <a:pt x="7545846" y="14548"/>
                  </a:lnTo>
                  <a:lnTo>
                    <a:pt x="7550085" y="14548"/>
                  </a:lnTo>
                  <a:lnTo>
                    <a:pt x="7550085" y="14548"/>
                  </a:lnTo>
                  <a:lnTo>
                    <a:pt x="7554324" y="14548"/>
                  </a:lnTo>
                  <a:lnTo>
                    <a:pt x="7554324" y="13652"/>
                  </a:lnTo>
                  <a:lnTo>
                    <a:pt x="7558564" y="13652"/>
                  </a:lnTo>
                  <a:lnTo>
                    <a:pt x="7558564" y="13652"/>
                  </a:lnTo>
                  <a:lnTo>
                    <a:pt x="7562803" y="13652"/>
                  </a:lnTo>
                  <a:lnTo>
                    <a:pt x="7562803" y="13652"/>
                  </a:lnTo>
                  <a:lnTo>
                    <a:pt x="7567042" y="13652"/>
                  </a:lnTo>
                  <a:lnTo>
                    <a:pt x="7567042" y="13652"/>
                  </a:lnTo>
                  <a:lnTo>
                    <a:pt x="7571281" y="13652"/>
                  </a:lnTo>
                  <a:lnTo>
                    <a:pt x="7571281" y="12750"/>
                  </a:lnTo>
                  <a:lnTo>
                    <a:pt x="7583999" y="12750"/>
                  </a:lnTo>
                  <a:lnTo>
                    <a:pt x="7583999" y="11848"/>
                  </a:lnTo>
                  <a:lnTo>
                    <a:pt x="7588238" y="11848"/>
                  </a:lnTo>
                  <a:lnTo>
                    <a:pt x="7588238" y="10946"/>
                  </a:lnTo>
                  <a:lnTo>
                    <a:pt x="7592477" y="10946"/>
                  </a:lnTo>
                  <a:lnTo>
                    <a:pt x="7592477" y="10044"/>
                  </a:lnTo>
                  <a:lnTo>
                    <a:pt x="7596717" y="10044"/>
                  </a:lnTo>
                  <a:lnTo>
                    <a:pt x="7596717" y="10044"/>
                  </a:lnTo>
                  <a:lnTo>
                    <a:pt x="7600956" y="10044"/>
                  </a:lnTo>
                  <a:lnTo>
                    <a:pt x="7600956" y="9140"/>
                  </a:lnTo>
                  <a:lnTo>
                    <a:pt x="7605195" y="9140"/>
                  </a:lnTo>
                  <a:lnTo>
                    <a:pt x="7605195" y="9140"/>
                  </a:lnTo>
                  <a:lnTo>
                    <a:pt x="7613674" y="9140"/>
                  </a:lnTo>
                  <a:lnTo>
                    <a:pt x="7613674" y="8234"/>
                  </a:lnTo>
                  <a:lnTo>
                    <a:pt x="7617913" y="8234"/>
                  </a:lnTo>
                  <a:lnTo>
                    <a:pt x="7617913" y="8234"/>
                  </a:lnTo>
                  <a:lnTo>
                    <a:pt x="7622152" y="8234"/>
                  </a:lnTo>
                  <a:lnTo>
                    <a:pt x="7622152" y="8234"/>
                  </a:lnTo>
                  <a:lnTo>
                    <a:pt x="7626391" y="8234"/>
                  </a:lnTo>
                  <a:lnTo>
                    <a:pt x="7626391" y="8234"/>
                  </a:lnTo>
                  <a:lnTo>
                    <a:pt x="7630631" y="8234"/>
                  </a:lnTo>
                  <a:lnTo>
                    <a:pt x="7630631" y="8234"/>
                  </a:lnTo>
                  <a:lnTo>
                    <a:pt x="7634870" y="8234"/>
                  </a:lnTo>
                  <a:lnTo>
                    <a:pt x="7634870" y="7326"/>
                  </a:lnTo>
                  <a:lnTo>
                    <a:pt x="7639109" y="7326"/>
                  </a:lnTo>
                  <a:lnTo>
                    <a:pt x="7639109" y="7326"/>
                  </a:lnTo>
                  <a:lnTo>
                    <a:pt x="7643348" y="7326"/>
                  </a:lnTo>
                  <a:lnTo>
                    <a:pt x="7643348" y="7326"/>
                  </a:lnTo>
                  <a:lnTo>
                    <a:pt x="7647588" y="7326"/>
                  </a:lnTo>
                  <a:lnTo>
                    <a:pt x="7647588" y="6416"/>
                  </a:lnTo>
                  <a:lnTo>
                    <a:pt x="7656066" y="6416"/>
                  </a:lnTo>
                  <a:lnTo>
                    <a:pt x="7656066" y="5506"/>
                  </a:lnTo>
                  <a:lnTo>
                    <a:pt x="7660305" y="5506"/>
                  </a:lnTo>
                  <a:lnTo>
                    <a:pt x="7660305" y="5506"/>
                  </a:lnTo>
                  <a:lnTo>
                    <a:pt x="7673023" y="5506"/>
                  </a:lnTo>
                  <a:lnTo>
                    <a:pt x="7673023" y="5506"/>
                  </a:lnTo>
                  <a:lnTo>
                    <a:pt x="7677262" y="5506"/>
                  </a:lnTo>
                  <a:lnTo>
                    <a:pt x="7677262" y="4593"/>
                  </a:lnTo>
                  <a:lnTo>
                    <a:pt x="7681502" y="4593"/>
                  </a:lnTo>
                  <a:lnTo>
                    <a:pt x="7681502" y="4593"/>
                  </a:lnTo>
                  <a:lnTo>
                    <a:pt x="7689980" y="4593"/>
                  </a:lnTo>
                  <a:lnTo>
                    <a:pt x="7689980" y="4593"/>
                  </a:lnTo>
                  <a:lnTo>
                    <a:pt x="7694219" y="4593"/>
                  </a:lnTo>
                  <a:lnTo>
                    <a:pt x="7694219" y="4593"/>
                  </a:lnTo>
                  <a:lnTo>
                    <a:pt x="7698458" y="4593"/>
                  </a:lnTo>
                  <a:lnTo>
                    <a:pt x="7698458" y="2760"/>
                  </a:lnTo>
                  <a:lnTo>
                    <a:pt x="7706937" y="2760"/>
                  </a:lnTo>
                  <a:lnTo>
                    <a:pt x="7706937" y="2760"/>
                  </a:lnTo>
                  <a:lnTo>
                    <a:pt x="7711176" y="2760"/>
                  </a:lnTo>
                  <a:lnTo>
                    <a:pt x="7711176" y="2760"/>
                  </a:lnTo>
                  <a:lnTo>
                    <a:pt x="7715415" y="2760"/>
                  </a:lnTo>
                  <a:lnTo>
                    <a:pt x="7715415" y="922"/>
                  </a:lnTo>
                  <a:lnTo>
                    <a:pt x="7719655" y="922"/>
                  </a:lnTo>
                  <a:lnTo>
                    <a:pt x="7719655" y="922"/>
                  </a:lnTo>
                  <a:lnTo>
                    <a:pt x="7728133" y="922"/>
                  </a:lnTo>
                  <a:lnTo>
                    <a:pt x="7728133" y="0"/>
                  </a:lnTo>
                  <a:lnTo>
                    <a:pt x="7736612" y="0"/>
                  </a:lnTo>
                  <a:lnTo>
                    <a:pt x="773661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192285" y="4227535"/>
              <a:ext cx="7723894" cy="453364"/>
            </a:xfrm>
            <a:custGeom>
              <a:avLst/>
              <a:pathLst>
                <a:path w="7723894" h="453364">
                  <a:moveTo>
                    <a:pt x="0" y="451524"/>
                  </a:moveTo>
                  <a:lnTo>
                    <a:pt x="4239" y="451524"/>
                  </a:lnTo>
                  <a:lnTo>
                    <a:pt x="8478" y="451524"/>
                  </a:lnTo>
                  <a:lnTo>
                    <a:pt x="12717" y="451524"/>
                  </a:lnTo>
                  <a:lnTo>
                    <a:pt x="16956" y="451524"/>
                  </a:lnTo>
                  <a:lnTo>
                    <a:pt x="16956" y="451103"/>
                  </a:lnTo>
                  <a:lnTo>
                    <a:pt x="21196" y="451103"/>
                  </a:lnTo>
                  <a:lnTo>
                    <a:pt x="21196" y="450195"/>
                  </a:lnTo>
                  <a:lnTo>
                    <a:pt x="25435" y="450195"/>
                  </a:lnTo>
                  <a:lnTo>
                    <a:pt x="25435" y="449752"/>
                  </a:lnTo>
                  <a:lnTo>
                    <a:pt x="29674" y="449752"/>
                  </a:lnTo>
                  <a:lnTo>
                    <a:pt x="29674" y="449316"/>
                  </a:lnTo>
                  <a:lnTo>
                    <a:pt x="33913" y="449316"/>
                  </a:lnTo>
                  <a:lnTo>
                    <a:pt x="38153" y="449316"/>
                  </a:lnTo>
                  <a:lnTo>
                    <a:pt x="38153" y="448049"/>
                  </a:lnTo>
                  <a:lnTo>
                    <a:pt x="42392" y="448049"/>
                  </a:lnTo>
                  <a:lnTo>
                    <a:pt x="42392" y="447228"/>
                  </a:lnTo>
                  <a:lnTo>
                    <a:pt x="46631" y="447228"/>
                  </a:lnTo>
                  <a:lnTo>
                    <a:pt x="46631" y="445626"/>
                  </a:lnTo>
                  <a:lnTo>
                    <a:pt x="50870" y="445626"/>
                  </a:lnTo>
                  <a:lnTo>
                    <a:pt x="50870" y="444839"/>
                  </a:lnTo>
                  <a:lnTo>
                    <a:pt x="55110" y="444839"/>
                  </a:lnTo>
                  <a:lnTo>
                    <a:pt x="55110" y="444060"/>
                  </a:lnTo>
                  <a:lnTo>
                    <a:pt x="59349" y="444060"/>
                  </a:lnTo>
                  <a:lnTo>
                    <a:pt x="63588" y="444060"/>
                  </a:lnTo>
                  <a:lnTo>
                    <a:pt x="67827" y="444060"/>
                  </a:lnTo>
                  <a:lnTo>
                    <a:pt x="72067" y="444060"/>
                  </a:lnTo>
                  <a:lnTo>
                    <a:pt x="76306" y="444060"/>
                  </a:lnTo>
                  <a:lnTo>
                    <a:pt x="76306" y="442136"/>
                  </a:lnTo>
                  <a:lnTo>
                    <a:pt x="80545" y="442136"/>
                  </a:lnTo>
                  <a:lnTo>
                    <a:pt x="84784" y="442136"/>
                  </a:lnTo>
                  <a:lnTo>
                    <a:pt x="89024" y="442136"/>
                  </a:lnTo>
                  <a:lnTo>
                    <a:pt x="93263" y="442136"/>
                  </a:lnTo>
                  <a:lnTo>
                    <a:pt x="93263" y="441754"/>
                  </a:lnTo>
                  <a:lnTo>
                    <a:pt x="97502" y="441754"/>
                  </a:lnTo>
                  <a:lnTo>
                    <a:pt x="101741" y="441754"/>
                  </a:lnTo>
                  <a:lnTo>
                    <a:pt x="105980" y="441754"/>
                  </a:lnTo>
                  <a:lnTo>
                    <a:pt x="105980" y="440993"/>
                  </a:lnTo>
                  <a:lnTo>
                    <a:pt x="110220" y="440993"/>
                  </a:lnTo>
                  <a:lnTo>
                    <a:pt x="114459" y="440993"/>
                  </a:lnTo>
                  <a:lnTo>
                    <a:pt x="118698" y="440993"/>
                  </a:lnTo>
                  <a:lnTo>
                    <a:pt x="122937" y="440993"/>
                  </a:lnTo>
                  <a:lnTo>
                    <a:pt x="127177" y="440993"/>
                  </a:lnTo>
                  <a:lnTo>
                    <a:pt x="131416" y="440993"/>
                  </a:lnTo>
                  <a:lnTo>
                    <a:pt x="131416" y="440613"/>
                  </a:lnTo>
                  <a:lnTo>
                    <a:pt x="135655" y="440613"/>
                  </a:lnTo>
                  <a:lnTo>
                    <a:pt x="135655" y="439856"/>
                  </a:lnTo>
                  <a:lnTo>
                    <a:pt x="139894" y="439856"/>
                  </a:lnTo>
                  <a:lnTo>
                    <a:pt x="144134" y="439856"/>
                  </a:lnTo>
                  <a:lnTo>
                    <a:pt x="148373" y="439856"/>
                  </a:lnTo>
                  <a:lnTo>
                    <a:pt x="152612" y="439856"/>
                  </a:lnTo>
                  <a:lnTo>
                    <a:pt x="152612" y="439478"/>
                  </a:lnTo>
                  <a:lnTo>
                    <a:pt x="156851" y="439478"/>
                  </a:lnTo>
                  <a:lnTo>
                    <a:pt x="156851" y="439101"/>
                  </a:lnTo>
                  <a:lnTo>
                    <a:pt x="161091" y="439101"/>
                  </a:lnTo>
                  <a:lnTo>
                    <a:pt x="161091" y="438349"/>
                  </a:lnTo>
                  <a:lnTo>
                    <a:pt x="165330" y="438349"/>
                  </a:lnTo>
                  <a:lnTo>
                    <a:pt x="165330" y="434999"/>
                  </a:lnTo>
                  <a:lnTo>
                    <a:pt x="169569" y="434999"/>
                  </a:lnTo>
                  <a:lnTo>
                    <a:pt x="169569" y="434259"/>
                  </a:lnTo>
                  <a:lnTo>
                    <a:pt x="173808" y="434259"/>
                  </a:lnTo>
                  <a:lnTo>
                    <a:pt x="178048" y="434259"/>
                  </a:lnTo>
                  <a:lnTo>
                    <a:pt x="178048" y="433890"/>
                  </a:lnTo>
                  <a:lnTo>
                    <a:pt x="182287" y="433890"/>
                  </a:lnTo>
                  <a:lnTo>
                    <a:pt x="186526" y="433890"/>
                  </a:lnTo>
                  <a:lnTo>
                    <a:pt x="186526" y="433521"/>
                  </a:lnTo>
                  <a:lnTo>
                    <a:pt x="190765" y="433521"/>
                  </a:lnTo>
                  <a:lnTo>
                    <a:pt x="190765" y="432784"/>
                  </a:lnTo>
                  <a:lnTo>
                    <a:pt x="195005" y="432784"/>
                  </a:lnTo>
                  <a:lnTo>
                    <a:pt x="199244" y="432784"/>
                  </a:lnTo>
                  <a:lnTo>
                    <a:pt x="203483" y="432784"/>
                  </a:lnTo>
                  <a:lnTo>
                    <a:pt x="207722" y="432784"/>
                  </a:lnTo>
                  <a:lnTo>
                    <a:pt x="211961" y="432784"/>
                  </a:lnTo>
                  <a:lnTo>
                    <a:pt x="211961" y="432415"/>
                  </a:lnTo>
                  <a:lnTo>
                    <a:pt x="216201" y="432415"/>
                  </a:lnTo>
                  <a:lnTo>
                    <a:pt x="220440" y="432415"/>
                  </a:lnTo>
                  <a:lnTo>
                    <a:pt x="220440" y="431312"/>
                  </a:lnTo>
                  <a:lnTo>
                    <a:pt x="224679" y="431312"/>
                  </a:lnTo>
                  <a:lnTo>
                    <a:pt x="224679" y="429848"/>
                  </a:lnTo>
                  <a:lnTo>
                    <a:pt x="228918" y="429848"/>
                  </a:lnTo>
                  <a:lnTo>
                    <a:pt x="233158" y="429848"/>
                  </a:lnTo>
                  <a:lnTo>
                    <a:pt x="233158" y="429482"/>
                  </a:lnTo>
                  <a:lnTo>
                    <a:pt x="237397" y="429482"/>
                  </a:lnTo>
                  <a:lnTo>
                    <a:pt x="241636" y="429482"/>
                  </a:lnTo>
                  <a:lnTo>
                    <a:pt x="245875" y="429482"/>
                  </a:lnTo>
                  <a:lnTo>
                    <a:pt x="250115" y="429482"/>
                  </a:lnTo>
                  <a:lnTo>
                    <a:pt x="250115" y="428750"/>
                  </a:lnTo>
                  <a:lnTo>
                    <a:pt x="254354" y="428750"/>
                  </a:lnTo>
                  <a:lnTo>
                    <a:pt x="254354" y="426563"/>
                  </a:lnTo>
                  <a:lnTo>
                    <a:pt x="258593" y="426563"/>
                  </a:lnTo>
                  <a:lnTo>
                    <a:pt x="262832" y="426563"/>
                  </a:lnTo>
                  <a:lnTo>
                    <a:pt x="262832" y="426199"/>
                  </a:lnTo>
                  <a:lnTo>
                    <a:pt x="267072" y="426199"/>
                  </a:lnTo>
                  <a:lnTo>
                    <a:pt x="267072" y="425471"/>
                  </a:lnTo>
                  <a:lnTo>
                    <a:pt x="271311" y="425471"/>
                  </a:lnTo>
                  <a:lnTo>
                    <a:pt x="275550" y="425471"/>
                  </a:lnTo>
                  <a:lnTo>
                    <a:pt x="275550" y="425107"/>
                  </a:lnTo>
                  <a:lnTo>
                    <a:pt x="279789" y="425107"/>
                  </a:lnTo>
                  <a:lnTo>
                    <a:pt x="279789" y="424380"/>
                  </a:lnTo>
                  <a:lnTo>
                    <a:pt x="284029" y="424380"/>
                  </a:lnTo>
                  <a:lnTo>
                    <a:pt x="284029" y="422929"/>
                  </a:lnTo>
                  <a:lnTo>
                    <a:pt x="288268" y="422929"/>
                  </a:lnTo>
                  <a:lnTo>
                    <a:pt x="288268" y="422567"/>
                  </a:lnTo>
                  <a:lnTo>
                    <a:pt x="292507" y="422567"/>
                  </a:lnTo>
                  <a:lnTo>
                    <a:pt x="292507" y="422205"/>
                  </a:lnTo>
                  <a:lnTo>
                    <a:pt x="296746" y="422205"/>
                  </a:lnTo>
                  <a:lnTo>
                    <a:pt x="296746" y="421843"/>
                  </a:lnTo>
                  <a:lnTo>
                    <a:pt x="300986" y="421843"/>
                  </a:lnTo>
                  <a:lnTo>
                    <a:pt x="305225" y="421843"/>
                  </a:lnTo>
                  <a:lnTo>
                    <a:pt x="305225" y="421119"/>
                  </a:lnTo>
                  <a:lnTo>
                    <a:pt x="309464" y="421119"/>
                  </a:lnTo>
                  <a:lnTo>
                    <a:pt x="309464" y="419312"/>
                  </a:lnTo>
                  <a:lnTo>
                    <a:pt x="313703" y="419312"/>
                  </a:lnTo>
                  <a:lnTo>
                    <a:pt x="313703" y="418951"/>
                  </a:lnTo>
                  <a:lnTo>
                    <a:pt x="317942" y="418951"/>
                  </a:lnTo>
                  <a:lnTo>
                    <a:pt x="317942" y="418230"/>
                  </a:lnTo>
                  <a:lnTo>
                    <a:pt x="322182" y="418230"/>
                  </a:lnTo>
                  <a:lnTo>
                    <a:pt x="326421" y="418230"/>
                  </a:lnTo>
                  <a:lnTo>
                    <a:pt x="330660" y="418230"/>
                  </a:lnTo>
                  <a:lnTo>
                    <a:pt x="330660" y="417870"/>
                  </a:lnTo>
                  <a:lnTo>
                    <a:pt x="334899" y="417870"/>
                  </a:lnTo>
                  <a:lnTo>
                    <a:pt x="334899" y="417509"/>
                  </a:lnTo>
                  <a:lnTo>
                    <a:pt x="339139" y="417509"/>
                  </a:lnTo>
                  <a:lnTo>
                    <a:pt x="339139" y="417149"/>
                  </a:lnTo>
                  <a:lnTo>
                    <a:pt x="343378" y="417149"/>
                  </a:lnTo>
                  <a:lnTo>
                    <a:pt x="343378" y="413192"/>
                  </a:lnTo>
                  <a:lnTo>
                    <a:pt x="347617" y="413192"/>
                  </a:lnTo>
                  <a:lnTo>
                    <a:pt x="347617" y="412833"/>
                  </a:lnTo>
                  <a:lnTo>
                    <a:pt x="351856" y="412833"/>
                  </a:lnTo>
                  <a:lnTo>
                    <a:pt x="351856" y="412474"/>
                  </a:lnTo>
                  <a:lnTo>
                    <a:pt x="356096" y="412474"/>
                  </a:lnTo>
                  <a:lnTo>
                    <a:pt x="360335" y="412474"/>
                  </a:lnTo>
                  <a:lnTo>
                    <a:pt x="360335" y="412115"/>
                  </a:lnTo>
                  <a:lnTo>
                    <a:pt x="364574" y="412115"/>
                  </a:lnTo>
                  <a:lnTo>
                    <a:pt x="368813" y="412115"/>
                  </a:lnTo>
                  <a:lnTo>
                    <a:pt x="368813" y="411397"/>
                  </a:lnTo>
                  <a:lnTo>
                    <a:pt x="373053" y="411397"/>
                  </a:lnTo>
                  <a:lnTo>
                    <a:pt x="373053" y="410320"/>
                  </a:lnTo>
                  <a:lnTo>
                    <a:pt x="377292" y="410320"/>
                  </a:lnTo>
                  <a:lnTo>
                    <a:pt x="381531" y="410320"/>
                  </a:lnTo>
                  <a:lnTo>
                    <a:pt x="381531" y="409961"/>
                  </a:lnTo>
                  <a:lnTo>
                    <a:pt x="385770" y="409961"/>
                  </a:lnTo>
                  <a:lnTo>
                    <a:pt x="385770" y="409603"/>
                  </a:lnTo>
                  <a:lnTo>
                    <a:pt x="390010" y="409603"/>
                  </a:lnTo>
                  <a:lnTo>
                    <a:pt x="394249" y="409603"/>
                  </a:lnTo>
                  <a:lnTo>
                    <a:pt x="398488" y="409603"/>
                  </a:lnTo>
                  <a:lnTo>
                    <a:pt x="402727" y="409603"/>
                  </a:lnTo>
                  <a:lnTo>
                    <a:pt x="402727" y="408885"/>
                  </a:lnTo>
                  <a:lnTo>
                    <a:pt x="406966" y="408885"/>
                  </a:lnTo>
                  <a:lnTo>
                    <a:pt x="411206" y="408885"/>
                  </a:lnTo>
                  <a:lnTo>
                    <a:pt x="415445" y="408885"/>
                  </a:lnTo>
                  <a:lnTo>
                    <a:pt x="415445" y="408526"/>
                  </a:lnTo>
                  <a:lnTo>
                    <a:pt x="419684" y="408526"/>
                  </a:lnTo>
                  <a:lnTo>
                    <a:pt x="423923" y="408526"/>
                  </a:lnTo>
                  <a:lnTo>
                    <a:pt x="423923" y="408167"/>
                  </a:lnTo>
                  <a:lnTo>
                    <a:pt x="428163" y="408167"/>
                  </a:lnTo>
                  <a:lnTo>
                    <a:pt x="428163" y="407450"/>
                  </a:lnTo>
                  <a:lnTo>
                    <a:pt x="432402" y="407450"/>
                  </a:lnTo>
                  <a:lnTo>
                    <a:pt x="432402" y="405298"/>
                  </a:lnTo>
                  <a:lnTo>
                    <a:pt x="436641" y="405298"/>
                  </a:lnTo>
                  <a:lnTo>
                    <a:pt x="436641" y="404581"/>
                  </a:lnTo>
                  <a:lnTo>
                    <a:pt x="440880" y="404581"/>
                  </a:lnTo>
                  <a:lnTo>
                    <a:pt x="440880" y="404223"/>
                  </a:lnTo>
                  <a:lnTo>
                    <a:pt x="445120" y="404223"/>
                  </a:lnTo>
                  <a:lnTo>
                    <a:pt x="445120" y="403148"/>
                  </a:lnTo>
                  <a:lnTo>
                    <a:pt x="449359" y="403148"/>
                  </a:lnTo>
                  <a:lnTo>
                    <a:pt x="453598" y="403148"/>
                  </a:lnTo>
                  <a:lnTo>
                    <a:pt x="453598" y="402790"/>
                  </a:lnTo>
                  <a:lnTo>
                    <a:pt x="457837" y="402790"/>
                  </a:lnTo>
                  <a:lnTo>
                    <a:pt x="457837" y="402074"/>
                  </a:lnTo>
                  <a:lnTo>
                    <a:pt x="462077" y="402074"/>
                  </a:lnTo>
                  <a:lnTo>
                    <a:pt x="462077" y="401000"/>
                  </a:lnTo>
                  <a:lnTo>
                    <a:pt x="466316" y="401000"/>
                  </a:lnTo>
                  <a:lnTo>
                    <a:pt x="470555" y="401000"/>
                  </a:lnTo>
                  <a:lnTo>
                    <a:pt x="470555" y="400284"/>
                  </a:lnTo>
                  <a:lnTo>
                    <a:pt x="474794" y="400284"/>
                  </a:lnTo>
                  <a:lnTo>
                    <a:pt x="479034" y="400284"/>
                  </a:lnTo>
                  <a:lnTo>
                    <a:pt x="479034" y="399926"/>
                  </a:lnTo>
                  <a:lnTo>
                    <a:pt x="483273" y="399926"/>
                  </a:lnTo>
                  <a:lnTo>
                    <a:pt x="487512" y="399926"/>
                  </a:lnTo>
                  <a:lnTo>
                    <a:pt x="487512" y="399567"/>
                  </a:lnTo>
                  <a:lnTo>
                    <a:pt x="491751" y="399567"/>
                  </a:lnTo>
                  <a:lnTo>
                    <a:pt x="491751" y="398851"/>
                  </a:lnTo>
                  <a:lnTo>
                    <a:pt x="495991" y="398851"/>
                  </a:lnTo>
                  <a:lnTo>
                    <a:pt x="500230" y="398851"/>
                  </a:lnTo>
                  <a:lnTo>
                    <a:pt x="500230" y="398493"/>
                  </a:lnTo>
                  <a:lnTo>
                    <a:pt x="504469" y="398493"/>
                  </a:lnTo>
                  <a:lnTo>
                    <a:pt x="508708" y="398493"/>
                  </a:lnTo>
                  <a:lnTo>
                    <a:pt x="508708" y="398135"/>
                  </a:lnTo>
                  <a:lnTo>
                    <a:pt x="512947" y="398135"/>
                  </a:lnTo>
                  <a:lnTo>
                    <a:pt x="512947" y="397776"/>
                  </a:lnTo>
                  <a:lnTo>
                    <a:pt x="517187" y="397776"/>
                  </a:lnTo>
                  <a:lnTo>
                    <a:pt x="517187" y="397418"/>
                  </a:lnTo>
                  <a:lnTo>
                    <a:pt x="521426" y="397418"/>
                  </a:lnTo>
                  <a:lnTo>
                    <a:pt x="521426" y="395985"/>
                  </a:lnTo>
                  <a:lnTo>
                    <a:pt x="525665" y="395985"/>
                  </a:lnTo>
                  <a:lnTo>
                    <a:pt x="525665" y="393837"/>
                  </a:lnTo>
                  <a:lnTo>
                    <a:pt x="529904" y="393837"/>
                  </a:lnTo>
                  <a:lnTo>
                    <a:pt x="529904" y="393479"/>
                  </a:lnTo>
                  <a:lnTo>
                    <a:pt x="534144" y="393479"/>
                  </a:lnTo>
                  <a:lnTo>
                    <a:pt x="534144" y="392763"/>
                  </a:lnTo>
                  <a:lnTo>
                    <a:pt x="538383" y="392763"/>
                  </a:lnTo>
                  <a:lnTo>
                    <a:pt x="538383" y="392406"/>
                  </a:lnTo>
                  <a:lnTo>
                    <a:pt x="542622" y="392406"/>
                  </a:lnTo>
                  <a:lnTo>
                    <a:pt x="542622" y="392048"/>
                  </a:lnTo>
                  <a:lnTo>
                    <a:pt x="546861" y="392048"/>
                  </a:lnTo>
                  <a:lnTo>
                    <a:pt x="546861" y="391332"/>
                  </a:lnTo>
                  <a:lnTo>
                    <a:pt x="551101" y="391332"/>
                  </a:lnTo>
                  <a:lnTo>
                    <a:pt x="551101" y="389902"/>
                  </a:lnTo>
                  <a:lnTo>
                    <a:pt x="555340" y="389902"/>
                  </a:lnTo>
                  <a:lnTo>
                    <a:pt x="555340" y="388471"/>
                  </a:lnTo>
                  <a:lnTo>
                    <a:pt x="559579" y="388471"/>
                  </a:lnTo>
                  <a:lnTo>
                    <a:pt x="559579" y="388114"/>
                  </a:lnTo>
                  <a:lnTo>
                    <a:pt x="563818" y="388114"/>
                  </a:lnTo>
                  <a:lnTo>
                    <a:pt x="563818" y="387756"/>
                  </a:lnTo>
                  <a:lnTo>
                    <a:pt x="568058" y="387756"/>
                  </a:lnTo>
                  <a:lnTo>
                    <a:pt x="568058" y="387042"/>
                  </a:lnTo>
                  <a:lnTo>
                    <a:pt x="572297" y="387042"/>
                  </a:lnTo>
                  <a:lnTo>
                    <a:pt x="572297" y="386684"/>
                  </a:lnTo>
                  <a:lnTo>
                    <a:pt x="576536" y="386684"/>
                  </a:lnTo>
                  <a:lnTo>
                    <a:pt x="576536" y="385613"/>
                  </a:lnTo>
                  <a:lnTo>
                    <a:pt x="580775" y="385613"/>
                  </a:lnTo>
                  <a:lnTo>
                    <a:pt x="580775" y="384899"/>
                  </a:lnTo>
                  <a:lnTo>
                    <a:pt x="585015" y="384899"/>
                  </a:lnTo>
                  <a:lnTo>
                    <a:pt x="585015" y="384541"/>
                  </a:lnTo>
                  <a:lnTo>
                    <a:pt x="589254" y="384541"/>
                  </a:lnTo>
                  <a:lnTo>
                    <a:pt x="589254" y="384184"/>
                  </a:lnTo>
                  <a:lnTo>
                    <a:pt x="593493" y="384184"/>
                  </a:lnTo>
                  <a:lnTo>
                    <a:pt x="593493" y="383112"/>
                  </a:lnTo>
                  <a:lnTo>
                    <a:pt x="597732" y="383112"/>
                  </a:lnTo>
                  <a:lnTo>
                    <a:pt x="597732" y="382755"/>
                  </a:lnTo>
                  <a:lnTo>
                    <a:pt x="601972" y="382755"/>
                  </a:lnTo>
                  <a:lnTo>
                    <a:pt x="601972" y="382398"/>
                  </a:lnTo>
                  <a:lnTo>
                    <a:pt x="606211" y="382398"/>
                  </a:lnTo>
                  <a:lnTo>
                    <a:pt x="606211" y="381684"/>
                  </a:lnTo>
                  <a:lnTo>
                    <a:pt x="610450" y="381684"/>
                  </a:lnTo>
                  <a:lnTo>
                    <a:pt x="610450" y="379187"/>
                  </a:lnTo>
                  <a:lnTo>
                    <a:pt x="614689" y="379187"/>
                  </a:lnTo>
                  <a:lnTo>
                    <a:pt x="614689" y="378830"/>
                  </a:lnTo>
                  <a:lnTo>
                    <a:pt x="618928" y="378830"/>
                  </a:lnTo>
                  <a:lnTo>
                    <a:pt x="618928" y="378116"/>
                  </a:lnTo>
                  <a:lnTo>
                    <a:pt x="623168" y="378116"/>
                  </a:lnTo>
                  <a:lnTo>
                    <a:pt x="627407" y="378116"/>
                  </a:lnTo>
                  <a:lnTo>
                    <a:pt x="627407" y="377760"/>
                  </a:lnTo>
                  <a:lnTo>
                    <a:pt x="631646" y="377760"/>
                  </a:lnTo>
                  <a:lnTo>
                    <a:pt x="631646" y="377403"/>
                  </a:lnTo>
                  <a:lnTo>
                    <a:pt x="635885" y="377403"/>
                  </a:lnTo>
                  <a:lnTo>
                    <a:pt x="635885" y="376689"/>
                  </a:lnTo>
                  <a:lnTo>
                    <a:pt x="640125" y="376689"/>
                  </a:lnTo>
                  <a:lnTo>
                    <a:pt x="640125" y="375263"/>
                  </a:lnTo>
                  <a:lnTo>
                    <a:pt x="644364" y="375263"/>
                  </a:lnTo>
                  <a:lnTo>
                    <a:pt x="644364" y="374549"/>
                  </a:lnTo>
                  <a:lnTo>
                    <a:pt x="648603" y="374549"/>
                  </a:lnTo>
                  <a:lnTo>
                    <a:pt x="652842" y="374549"/>
                  </a:lnTo>
                  <a:lnTo>
                    <a:pt x="652842" y="373835"/>
                  </a:lnTo>
                  <a:lnTo>
                    <a:pt x="657082" y="373835"/>
                  </a:lnTo>
                  <a:lnTo>
                    <a:pt x="661321" y="373835"/>
                  </a:lnTo>
                  <a:lnTo>
                    <a:pt x="661321" y="373478"/>
                  </a:lnTo>
                  <a:lnTo>
                    <a:pt x="665560" y="373478"/>
                  </a:lnTo>
                  <a:lnTo>
                    <a:pt x="665560" y="373121"/>
                  </a:lnTo>
                  <a:lnTo>
                    <a:pt x="669799" y="373121"/>
                  </a:lnTo>
                  <a:lnTo>
                    <a:pt x="669799" y="372050"/>
                  </a:lnTo>
                  <a:lnTo>
                    <a:pt x="674039" y="372050"/>
                  </a:lnTo>
                  <a:lnTo>
                    <a:pt x="674039" y="371693"/>
                  </a:lnTo>
                  <a:lnTo>
                    <a:pt x="678278" y="371693"/>
                  </a:lnTo>
                  <a:lnTo>
                    <a:pt x="682517" y="371693"/>
                  </a:lnTo>
                  <a:lnTo>
                    <a:pt x="682517" y="371336"/>
                  </a:lnTo>
                  <a:lnTo>
                    <a:pt x="686756" y="371336"/>
                  </a:lnTo>
                  <a:lnTo>
                    <a:pt x="690996" y="371336"/>
                  </a:lnTo>
                  <a:lnTo>
                    <a:pt x="690996" y="370622"/>
                  </a:lnTo>
                  <a:lnTo>
                    <a:pt x="695235" y="370622"/>
                  </a:lnTo>
                  <a:lnTo>
                    <a:pt x="699474" y="370622"/>
                  </a:lnTo>
                  <a:lnTo>
                    <a:pt x="699474" y="368123"/>
                  </a:lnTo>
                  <a:lnTo>
                    <a:pt x="703713" y="368123"/>
                  </a:lnTo>
                  <a:lnTo>
                    <a:pt x="703713" y="367408"/>
                  </a:lnTo>
                  <a:lnTo>
                    <a:pt x="707953" y="367408"/>
                  </a:lnTo>
                  <a:lnTo>
                    <a:pt x="712192" y="367408"/>
                  </a:lnTo>
                  <a:lnTo>
                    <a:pt x="716431" y="367408"/>
                  </a:lnTo>
                  <a:lnTo>
                    <a:pt x="716431" y="366694"/>
                  </a:lnTo>
                  <a:lnTo>
                    <a:pt x="720670" y="366694"/>
                  </a:lnTo>
                  <a:lnTo>
                    <a:pt x="720670" y="365979"/>
                  </a:lnTo>
                  <a:lnTo>
                    <a:pt x="724909" y="365979"/>
                  </a:lnTo>
                  <a:lnTo>
                    <a:pt x="724909" y="365622"/>
                  </a:lnTo>
                  <a:lnTo>
                    <a:pt x="729149" y="365622"/>
                  </a:lnTo>
                  <a:lnTo>
                    <a:pt x="729149" y="364550"/>
                  </a:lnTo>
                  <a:lnTo>
                    <a:pt x="733388" y="364550"/>
                  </a:lnTo>
                  <a:lnTo>
                    <a:pt x="733388" y="364192"/>
                  </a:lnTo>
                  <a:lnTo>
                    <a:pt x="737627" y="364192"/>
                  </a:lnTo>
                  <a:lnTo>
                    <a:pt x="741866" y="364192"/>
                  </a:lnTo>
                  <a:lnTo>
                    <a:pt x="746106" y="364192"/>
                  </a:lnTo>
                  <a:lnTo>
                    <a:pt x="746106" y="363835"/>
                  </a:lnTo>
                  <a:lnTo>
                    <a:pt x="750345" y="363835"/>
                  </a:lnTo>
                  <a:lnTo>
                    <a:pt x="750345" y="363477"/>
                  </a:lnTo>
                  <a:lnTo>
                    <a:pt x="754584" y="363477"/>
                  </a:lnTo>
                  <a:lnTo>
                    <a:pt x="754584" y="363119"/>
                  </a:lnTo>
                  <a:lnTo>
                    <a:pt x="758823" y="363119"/>
                  </a:lnTo>
                  <a:lnTo>
                    <a:pt x="758823" y="362046"/>
                  </a:lnTo>
                  <a:lnTo>
                    <a:pt x="763063" y="362046"/>
                  </a:lnTo>
                  <a:lnTo>
                    <a:pt x="763063" y="361688"/>
                  </a:lnTo>
                  <a:lnTo>
                    <a:pt x="767302" y="361688"/>
                  </a:lnTo>
                  <a:lnTo>
                    <a:pt x="767302" y="361331"/>
                  </a:lnTo>
                  <a:lnTo>
                    <a:pt x="771541" y="361331"/>
                  </a:lnTo>
                  <a:lnTo>
                    <a:pt x="775780" y="361331"/>
                  </a:lnTo>
                  <a:lnTo>
                    <a:pt x="775780" y="360973"/>
                  </a:lnTo>
                  <a:lnTo>
                    <a:pt x="780020" y="360973"/>
                  </a:lnTo>
                  <a:lnTo>
                    <a:pt x="784259" y="360973"/>
                  </a:lnTo>
                  <a:lnTo>
                    <a:pt x="788498" y="360973"/>
                  </a:lnTo>
                  <a:lnTo>
                    <a:pt x="788498" y="358109"/>
                  </a:lnTo>
                  <a:lnTo>
                    <a:pt x="792737" y="358109"/>
                  </a:lnTo>
                  <a:lnTo>
                    <a:pt x="792737" y="357393"/>
                  </a:lnTo>
                  <a:lnTo>
                    <a:pt x="796977" y="357393"/>
                  </a:lnTo>
                  <a:lnTo>
                    <a:pt x="796977" y="356677"/>
                  </a:lnTo>
                  <a:lnTo>
                    <a:pt x="801216" y="356677"/>
                  </a:lnTo>
                  <a:lnTo>
                    <a:pt x="805455" y="356677"/>
                  </a:lnTo>
                  <a:lnTo>
                    <a:pt x="805455" y="355246"/>
                  </a:lnTo>
                  <a:lnTo>
                    <a:pt x="809694" y="355246"/>
                  </a:lnTo>
                  <a:lnTo>
                    <a:pt x="809694" y="354531"/>
                  </a:lnTo>
                  <a:lnTo>
                    <a:pt x="813933" y="354531"/>
                  </a:lnTo>
                  <a:lnTo>
                    <a:pt x="818173" y="354531"/>
                  </a:lnTo>
                  <a:lnTo>
                    <a:pt x="818173" y="353100"/>
                  </a:lnTo>
                  <a:lnTo>
                    <a:pt x="822412" y="353100"/>
                  </a:lnTo>
                  <a:lnTo>
                    <a:pt x="826651" y="353100"/>
                  </a:lnTo>
                  <a:lnTo>
                    <a:pt x="826651" y="352742"/>
                  </a:lnTo>
                  <a:lnTo>
                    <a:pt x="830890" y="352742"/>
                  </a:lnTo>
                  <a:lnTo>
                    <a:pt x="830890" y="352384"/>
                  </a:lnTo>
                  <a:lnTo>
                    <a:pt x="835130" y="352384"/>
                  </a:lnTo>
                  <a:lnTo>
                    <a:pt x="835130" y="352026"/>
                  </a:lnTo>
                  <a:lnTo>
                    <a:pt x="839369" y="352026"/>
                  </a:lnTo>
                  <a:lnTo>
                    <a:pt x="839369" y="351668"/>
                  </a:lnTo>
                  <a:lnTo>
                    <a:pt x="843608" y="351668"/>
                  </a:lnTo>
                  <a:lnTo>
                    <a:pt x="847847" y="351668"/>
                  </a:lnTo>
                  <a:lnTo>
                    <a:pt x="847847" y="350953"/>
                  </a:lnTo>
                  <a:lnTo>
                    <a:pt x="852087" y="350953"/>
                  </a:lnTo>
                  <a:lnTo>
                    <a:pt x="852087" y="350595"/>
                  </a:lnTo>
                  <a:lnTo>
                    <a:pt x="856326" y="350595"/>
                  </a:lnTo>
                  <a:lnTo>
                    <a:pt x="860565" y="350595"/>
                  </a:lnTo>
                  <a:lnTo>
                    <a:pt x="860565" y="350237"/>
                  </a:lnTo>
                  <a:lnTo>
                    <a:pt x="864804" y="350237"/>
                  </a:lnTo>
                  <a:lnTo>
                    <a:pt x="864804" y="349163"/>
                  </a:lnTo>
                  <a:lnTo>
                    <a:pt x="869044" y="349163"/>
                  </a:lnTo>
                  <a:lnTo>
                    <a:pt x="869044" y="348089"/>
                  </a:lnTo>
                  <a:lnTo>
                    <a:pt x="873283" y="348089"/>
                  </a:lnTo>
                  <a:lnTo>
                    <a:pt x="873283" y="347731"/>
                  </a:lnTo>
                  <a:lnTo>
                    <a:pt x="877522" y="347731"/>
                  </a:lnTo>
                  <a:lnTo>
                    <a:pt x="877522" y="346299"/>
                  </a:lnTo>
                  <a:lnTo>
                    <a:pt x="881761" y="346299"/>
                  </a:lnTo>
                  <a:lnTo>
                    <a:pt x="881761" y="344867"/>
                  </a:lnTo>
                  <a:lnTo>
                    <a:pt x="886001" y="344867"/>
                  </a:lnTo>
                  <a:lnTo>
                    <a:pt x="890240" y="344867"/>
                  </a:lnTo>
                  <a:lnTo>
                    <a:pt x="890240" y="344509"/>
                  </a:lnTo>
                  <a:lnTo>
                    <a:pt x="894479" y="344509"/>
                  </a:lnTo>
                  <a:lnTo>
                    <a:pt x="894479" y="344150"/>
                  </a:lnTo>
                  <a:lnTo>
                    <a:pt x="898718" y="344150"/>
                  </a:lnTo>
                  <a:lnTo>
                    <a:pt x="898718" y="343076"/>
                  </a:lnTo>
                  <a:lnTo>
                    <a:pt x="902958" y="343076"/>
                  </a:lnTo>
                  <a:lnTo>
                    <a:pt x="902958" y="342718"/>
                  </a:lnTo>
                  <a:lnTo>
                    <a:pt x="907197" y="342718"/>
                  </a:lnTo>
                  <a:lnTo>
                    <a:pt x="907197" y="342360"/>
                  </a:lnTo>
                  <a:lnTo>
                    <a:pt x="911436" y="342360"/>
                  </a:lnTo>
                  <a:lnTo>
                    <a:pt x="915675" y="342360"/>
                  </a:lnTo>
                  <a:lnTo>
                    <a:pt x="915675" y="341643"/>
                  </a:lnTo>
                  <a:lnTo>
                    <a:pt x="919914" y="341643"/>
                  </a:lnTo>
                  <a:lnTo>
                    <a:pt x="919914" y="341285"/>
                  </a:lnTo>
                  <a:lnTo>
                    <a:pt x="924154" y="341285"/>
                  </a:lnTo>
                  <a:lnTo>
                    <a:pt x="928393" y="341285"/>
                  </a:lnTo>
                  <a:lnTo>
                    <a:pt x="932632" y="341285"/>
                  </a:lnTo>
                  <a:lnTo>
                    <a:pt x="936871" y="341285"/>
                  </a:lnTo>
                  <a:lnTo>
                    <a:pt x="936871" y="339493"/>
                  </a:lnTo>
                  <a:lnTo>
                    <a:pt x="941111" y="339493"/>
                  </a:lnTo>
                  <a:lnTo>
                    <a:pt x="941111" y="339135"/>
                  </a:lnTo>
                  <a:lnTo>
                    <a:pt x="945350" y="339135"/>
                  </a:lnTo>
                  <a:lnTo>
                    <a:pt x="945350" y="338417"/>
                  </a:lnTo>
                  <a:lnTo>
                    <a:pt x="949589" y="338417"/>
                  </a:lnTo>
                  <a:lnTo>
                    <a:pt x="949589" y="338059"/>
                  </a:lnTo>
                  <a:lnTo>
                    <a:pt x="953828" y="338059"/>
                  </a:lnTo>
                  <a:lnTo>
                    <a:pt x="953828" y="337700"/>
                  </a:lnTo>
                  <a:lnTo>
                    <a:pt x="958068" y="337700"/>
                  </a:lnTo>
                  <a:lnTo>
                    <a:pt x="958068" y="337341"/>
                  </a:lnTo>
                  <a:lnTo>
                    <a:pt x="962307" y="337341"/>
                  </a:lnTo>
                  <a:lnTo>
                    <a:pt x="962307" y="335907"/>
                  </a:lnTo>
                  <a:lnTo>
                    <a:pt x="966546" y="335907"/>
                  </a:lnTo>
                  <a:lnTo>
                    <a:pt x="966546" y="335548"/>
                  </a:lnTo>
                  <a:lnTo>
                    <a:pt x="970785" y="335548"/>
                  </a:lnTo>
                  <a:lnTo>
                    <a:pt x="975025" y="335548"/>
                  </a:lnTo>
                  <a:lnTo>
                    <a:pt x="975025" y="335189"/>
                  </a:lnTo>
                  <a:lnTo>
                    <a:pt x="979264" y="335189"/>
                  </a:lnTo>
                  <a:lnTo>
                    <a:pt x="979264" y="334830"/>
                  </a:lnTo>
                  <a:lnTo>
                    <a:pt x="983503" y="334830"/>
                  </a:lnTo>
                  <a:lnTo>
                    <a:pt x="983503" y="334471"/>
                  </a:lnTo>
                  <a:lnTo>
                    <a:pt x="987742" y="334471"/>
                  </a:lnTo>
                  <a:lnTo>
                    <a:pt x="987742" y="334112"/>
                  </a:lnTo>
                  <a:lnTo>
                    <a:pt x="991982" y="334112"/>
                  </a:lnTo>
                  <a:lnTo>
                    <a:pt x="991982" y="332676"/>
                  </a:lnTo>
                  <a:lnTo>
                    <a:pt x="996221" y="332676"/>
                  </a:lnTo>
                  <a:lnTo>
                    <a:pt x="996221" y="331958"/>
                  </a:lnTo>
                  <a:lnTo>
                    <a:pt x="1000460" y="331958"/>
                  </a:lnTo>
                  <a:lnTo>
                    <a:pt x="1000460" y="331599"/>
                  </a:lnTo>
                  <a:lnTo>
                    <a:pt x="1004699" y="331599"/>
                  </a:lnTo>
                  <a:lnTo>
                    <a:pt x="1004699" y="331240"/>
                  </a:lnTo>
                  <a:lnTo>
                    <a:pt x="1008939" y="331240"/>
                  </a:lnTo>
                  <a:lnTo>
                    <a:pt x="1008939" y="330880"/>
                  </a:lnTo>
                  <a:lnTo>
                    <a:pt x="1013178" y="330880"/>
                  </a:lnTo>
                  <a:lnTo>
                    <a:pt x="1017417" y="330880"/>
                  </a:lnTo>
                  <a:lnTo>
                    <a:pt x="1017417" y="330521"/>
                  </a:lnTo>
                  <a:lnTo>
                    <a:pt x="1021656" y="330521"/>
                  </a:lnTo>
                  <a:lnTo>
                    <a:pt x="1025895" y="330521"/>
                  </a:lnTo>
                  <a:lnTo>
                    <a:pt x="1025895" y="330161"/>
                  </a:lnTo>
                  <a:lnTo>
                    <a:pt x="1030135" y="330161"/>
                  </a:lnTo>
                  <a:lnTo>
                    <a:pt x="1030135" y="329802"/>
                  </a:lnTo>
                  <a:lnTo>
                    <a:pt x="1034374" y="329802"/>
                  </a:lnTo>
                  <a:lnTo>
                    <a:pt x="1038613" y="329802"/>
                  </a:lnTo>
                  <a:lnTo>
                    <a:pt x="1038613" y="329442"/>
                  </a:lnTo>
                  <a:lnTo>
                    <a:pt x="1042852" y="329442"/>
                  </a:lnTo>
                  <a:lnTo>
                    <a:pt x="1047092" y="329442"/>
                  </a:lnTo>
                  <a:lnTo>
                    <a:pt x="1047092" y="328722"/>
                  </a:lnTo>
                  <a:lnTo>
                    <a:pt x="1051331" y="328722"/>
                  </a:lnTo>
                  <a:lnTo>
                    <a:pt x="1051331" y="328362"/>
                  </a:lnTo>
                  <a:lnTo>
                    <a:pt x="1055570" y="328362"/>
                  </a:lnTo>
                  <a:lnTo>
                    <a:pt x="1055570" y="327283"/>
                  </a:lnTo>
                  <a:lnTo>
                    <a:pt x="1059809" y="327283"/>
                  </a:lnTo>
                  <a:lnTo>
                    <a:pt x="1059809" y="326203"/>
                  </a:lnTo>
                  <a:lnTo>
                    <a:pt x="1064049" y="326203"/>
                  </a:lnTo>
                  <a:lnTo>
                    <a:pt x="1064049" y="325843"/>
                  </a:lnTo>
                  <a:lnTo>
                    <a:pt x="1068288" y="325843"/>
                  </a:lnTo>
                  <a:lnTo>
                    <a:pt x="1068288" y="324763"/>
                  </a:lnTo>
                  <a:lnTo>
                    <a:pt x="1072527" y="324763"/>
                  </a:lnTo>
                  <a:lnTo>
                    <a:pt x="1076766" y="324763"/>
                  </a:lnTo>
                  <a:lnTo>
                    <a:pt x="1081006" y="324763"/>
                  </a:lnTo>
                  <a:lnTo>
                    <a:pt x="1085245" y="324763"/>
                  </a:lnTo>
                  <a:lnTo>
                    <a:pt x="1085245" y="323322"/>
                  </a:lnTo>
                  <a:lnTo>
                    <a:pt x="1089484" y="323322"/>
                  </a:lnTo>
                  <a:lnTo>
                    <a:pt x="1089484" y="322602"/>
                  </a:lnTo>
                  <a:lnTo>
                    <a:pt x="1093723" y="322602"/>
                  </a:lnTo>
                  <a:lnTo>
                    <a:pt x="1093723" y="322242"/>
                  </a:lnTo>
                  <a:lnTo>
                    <a:pt x="1097963" y="322242"/>
                  </a:lnTo>
                  <a:lnTo>
                    <a:pt x="1102202" y="322242"/>
                  </a:lnTo>
                  <a:lnTo>
                    <a:pt x="1102202" y="321881"/>
                  </a:lnTo>
                  <a:lnTo>
                    <a:pt x="1106441" y="321881"/>
                  </a:lnTo>
                  <a:lnTo>
                    <a:pt x="1106441" y="321161"/>
                  </a:lnTo>
                  <a:lnTo>
                    <a:pt x="1110680" y="321161"/>
                  </a:lnTo>
                  <a:lnTo>
                    <a:pt x="1110680" y="320801"/>
                  </a:lnTo>
                  <a:lnTo>
                    <a:pt x="1114919" y="320801"/>
                  </a:lnTo>
                  <a:lnTo>
                    <a:pt x="1114919" y="318639"/>
                  </a:lnTo>
                  <a:lnTo>
                    <a:pt x="1119159" y="318639"/>
                  </a:lnTo>
                  <a:lnTo>
                    <a:pt x="1119159" y="318278"/>
                  </a:lnTo>
                  <a:lnTo>
                    <a:pt x="1123398" y="318278"/>
                  </a:lnTo>
                  <a:lnTo>
                    <a:pt x="1127637" y="318278"/>
                  </a:lnTo>
                  <a:lnTo>
                    <a:pt x="1131876" y="318278"/>
                  </a:lnTo>
                  <a:lnTo>
                    <a:pt x="1131876" y="317918"/>
                  </a:lnTo>
                  <a:lnTo>
                    <a:pt x="1136116" y="317918"/>
                  </a:lnTo>
                  <a:lnTo>
                    <a:pt x="1136116" y="317557"/>
                  </a:lnTo>
                  <a:lnTo>
                    <a:pt x="1140355" y="317557"/>
                  </a:lnTo>
                  <a:lnTo>
                    <a:pt x="1144594" y="317557"/>
                  </a:lnTo>
                  <a:lnTo>
                    <a:pt x="1144594" y="316836"/>
                  </a:lnTo>
                  <a:lnTo>
                    <a:pt x="1148833" y="316836"/>
                  </a:lnTo>
                  <a:lnTo>
                    <a:pt x="1153073" y="316836"/>
                  </a:lnTo>
                  <a:lnTo>
                    <a:pt x="1153073" y="316475"/>
                  </a:lnTo>
                  <a:lnTo>
                    <a:pt x="1157312" y="316475"/>
                  </a:lnTo>
                  <a:lnTo>
                    <a:pt x="1157312" y="315753"/>
                  </a:lnTo>
                  <a:lnTo>
                    <a:pt x="1161551" y="315753"/>
                  </a:lnTo>
                  <a:lnTo>
                    <a:pt x="1165790" y="315753"/>
                  </a:lnTo>
                  <a:lnTo>
                    <a:pt x="1170030" y="315753"/>
                  </a:lnTo>
                  <a:lnTo>
                    <a:pt x="1170030" y="315391"/>
                  </a:lnTo>
                  <a:lnTo>
                    <a:pt x="1174269" y="315391"/>
                  </a:lnTo>
                  <a:lnTo>
                    <a:pt x="1174269" y="315030"/>
                  </a:lnTo>
                  <a:lnTo>
                    <a:pt x="1178508" y="315030"/>
                  </a:lnTo>
                  <a:lnTo>
                    <a:pt x="1182747" y="315030"/>
                  </a:lnTo>
                  <a:lnTo>
                    <a:pt x="1186987" y="315030"/>
                  </a:lnTo>
                  <a:lnTo>
                    <a:pt x="1191226" y="315030"/>
                  </a:lnTo>
                  <a:lnTo>
                    <a:pt x="1191226" y="314669"/>
                  </a:lnTo>
                  <a:lnTo>
                    <a:pt x="1195465" y="314669"/>
                  </a:lnTo>
                  <a:lnTo>
                    <a:pt x="1199704" y="314669"/>
                  </a:lnTo>
                  <a:lnTo>
                    <a:pt x="1199704" y="314307"/>
                  </a:lnTo>
                  <a:lnTo>
                    <a:pt x="1203944" y="314307"/>
                  </a:lnTo>
                  <a:lnTo>
                    <a:pt x="1203944" y="312500"/>
                  </a:lnTo>
                  <a:lnTo>
                    <a:pt x="1208183" y="312500"/>
                  </a:lnTo>
                  <a:lnTo>
                    <a:pt x="1212422" y="312500"/>
                  </a:lnTo>
                  <a:lnTo>
                    <a:pt x="1212422" y="312138"/>
                  </a:lnTo>
                  <a:lnTo>
                    <a:pt x="1216661" y="312138"/>
                  </a:lnTo>
                  <a:lnTo>
                    <a:pt x="1216661" y="311777"/>
                  </a:lnTo>
                  <a:lnTo>
                    <a:pt x="1220900" y="311777"/>
                  </a:lnTo>
                  <a:lnTo>
                    <a:pt x="1220900" y="311415"/>
                  </a:lnTo>
                  <a:lnTo>
                    <a:pt x="1225140" y="311415"/>
                  </a:lnTo>
                  <a:lnTo>
                    <a:pt x="1225140" y="310692"/>
                  </a:lnTo>
                  <a:lnTo>
                    <a:pt x="1229379" y="310692"/>
                  </a:lnTo>
                  <a:lnTo>
                    <a:pt x="1233618" y="310692"/>
                  </a:lnTo>
                  <a:lnTo>
                    <a:pt x="1233618" y="309607"/>
                  </a:lnTo>
                  <a:lnTo>
                    <a:pt x="1237857" y="309607"/>
                  </a:lnTo>
                  <a:lnTo>
                    <a:pt x="1237857" y="309245"/>
                  </a:lnTo>
                  <a:lnTo>
                    <a:pt x="1242097" y="309245"/>
                  </a:lnTo>
                  <a:lnTo>
                    <a:pt x="1246336" y="309245"/>
                  </a:lnTo>
                  <a:lnTo>
                    <a:pt x="1246336" y="308883"/>
                  </a:lnTo>
                  <a:lnTo>
                    <a:pt x="1250575" y="308883"/>
                  </a:lnTo>
                  <a:lnTo>
                    <a:pt x="1250575" y="308159"/>
                  </a:lnTo>
                  <a:lnTo>
                    <a:pt x="1254814" y="308159"/>
                  </a:lnTo>
                  <a:lnTo>
                    <a:pt x="1254814" y="307797"/>
                  </a:lnTo>
                  <a:lnTo>
                    <a:pt x="1259054" y="307797"/>
                  </a:lnTo>
                  <a:lnTo>
                    <a:pt x="1259054" y="307435"/>
                  </a:lnTo>
                  <a:lnTo>
                    <a:pt x="1263293" y="307435"/>
                  </a:lnTo>
                  <a:lnTo>
                    <a:pt x="1263293" y="306348"/>
                  </a:lnTo>
                  <a:lnTo>
                    <a:pt x="1267532" y="306348"/>
                  </a:lnTo>
                  <a:lnTo>
                    <a:pt x="1267532" y="305623"/>
                  </a:lnTo>
                  <a:lnTo>
                    <a:pt x="1271771" y="305623"/>
                  </a:lnTo>
                  <a:lnTo>
                    <a:pt x="1276011" y="305623"/>
                  </a:lnTo>
                  <a:lnTo>
                    <a:pt x="1276011" y="305261"/>
                  </a:lnTo>
                  <a:lnTo>
                    <a:pt x="1280250" y="305261"/>
                  </a:lnTo>
                  <a:lnTo>
                    <a:pt x="1280250" y="304898"/>
                  </a:lnTo>
                  <a:lnTo>
                    <a:pt x="1284489" y="304898"/>
                  </a:lnTo>
                  <a:lnTo>
                    <a:pt x="1288728" y="304898"/>
                  </a:lnTo>
                  <a:lnTo>
                    <a:pt x="1292968" y="304898"/>
                  </a:lnTo>
                  <a:lnTo>
                    <a:pt x="1292968" y="304173"/>
                  </a:lnTo>
                  <a:lnTo>
                    <a:pt x="1297207" y="304173"/>
                  </a:lnTo>
                  <a:lnTo>
                    <a:pt x="1297207" y="303448"/>
                  </a:lnTo>
                  <a:lnTo>
                    <a:pt x="1301446" y="303448"/>
                  </a:lnTo>
                  <a:lnTo>
                    <a:pt x="1305685" y="303448"/>
                  </a:lnTo>
                  <a:lnTo>
                    <a:pt x="1309925" y="303448"/>
                  </a:lnTo>
                  <a:lnTo>
                    <a:pt x="1314164" y="303448"/>
                  </a:lnTo>
                  <a:lnTo>
                    <a:pt x="1318403" y="303448"/>
                  </a:lnTo>
                  <a:lnTo>
                    <a:pt x="1318403" y="302722"/>
                  </a:lnTo>
                  <a:lnTo>
                    <a:pt x="1322642" y="302722"/>
                  </a:lnTo>
                  <a:lnTo>
                    <a:pt x="1322642" y="300908"/>
                  </a:lnTo>
                  <a:lnTo>
                    <a:pt x="1326881" y="300908"/>
                  </a:lnTo>
                  <a:lnTo>
                    <a:pt x="1331121" y="300908"/>
                  </a:lnTo>
                  <a:lnTo>
                    <a:pt x="1335360" y="300908"/>
                  </a:lnTo>
                  <a:lnTo>
                    <a:pt x="1335360" y="300545"/>
                  </a:lnTo>
                  <a:lnTo>
                    <a:pt x="1339599" y="300545"/>
                  </a:lnTo>
                  <a:lnTo>
                    <a:pt x="1339599" y="300182"/>
                  </a:lnTo>
                  <a:lnTo>
                    <a:pt x="1343838" y="300182"/>
                  </a:lnTo>
                  <a:lnTo>
                    <a:pt x="1348078" y="300182"/>
                  </a:lnTo>
                  <a:lnTo>
                    <a:pt x="1348078" y="299818"/>
                  </a:lnTo>
                  <a:lnTo>
                    <a:pt x="1352317" y="299818"/>
                  </a:lnTo>
                  <a:lnTo>
                    <a:pt x="1352317" y="299455"/>
                  </a:lnTo>
                  <a:lnTo>
                    <a:pt x="1356556" y="299455"/>
                  </a:lnTo>
                  <a:lnTo>
                    <a:pt x="1360795" y="299455"/>
                  </a:lnTo>
                  <a:lnTo>
                    <a:pt x="1360795" y="299092"/>
                  </a:lnTo>
                  <a:lnTo>
                    <a:pt x="1365035" y="299092"/>
                  </a:lnTo>
                  <a:lnTo>
                    <a:pt x="1365035" y="298365"/>
                  </a:lnTo>
                  <a:lnTo>
                    <a:pt x="1369274" y="298365"/>
                  </a:lnTo>
                  <a:lnTo>
                    <a:pt x="1373513" y="298365"/>
                  </a:lnTo>
                  <a:lnTo>
                    <a:pt x="1373513" y="298001"/>
                  </a:lnTo>
                  <a:lnTo>
                    <a:pt x="1377752" y="298001"/>
                  </a:lnTo>
                  <a:lnTo>
                    <a:pt x="1381992" y="298001"/>
                  </a:lnTo>
                  <a:lnTo>
                    <a:pt x="1381992" y="297637"/>
                  </a:lnTo>
                  <a:lnTo>
                    <a:pt x="1386231" y="297637"/>
                  </a:lnTo>
                  <a:lnTo>
                    <a:pt x="1386231" y="297274"/>
                  </a:lnTo>
                  <a:lnTo>
                    <a:pt x="1390470" y="297274"/>
                  </a:lnTo>
                  <a:lnTo>
                    <a:pt x="1390470" y="296910"/>
                  </a:lnTo>
                  <a:lnTo>
                    <a:pt x="1394709" y="296910"/>
                  </a:lnTo>
                  <a:lnTo>
                    <a:pt x="1398949" y="296910"/>
                  </a:lnTo>
                  <a:lnTo>
                    <a:pt x="1398949" y="296546"/>
                  </a:lnTo>
                  <a:lnTo>
                    <a:pt x="1403188" y="296546"/>
                  </a:lnTo>
                  <a:lnTo>
                    <a:pt x="1403188" y="296182"/>
                  </a:lnTo>
                  <a:lnTo>
                    <a:pt x="1407427" y="296182"/>
                  </a:lnTo>
                  <a:lnTo>
                    <a:pt x="1407427" y="295817"/>
                  </a:lnTo>
                  <a:lnTo>
                    <a:pt x="1411666" y="295817"/>
                  </a:lnTo>
                  <a:lnTo>
                    <a:pt x="1411666" y="295453"/>
                  </a:lnTo>
                  <a:lnTo>
                    <a:pt x="1415906" y="295453"/>
                  </a:lnTo>
                  <a:lnTo>
                    <a:pt x="1415906" y="294724"/>
                  </a:lnTo>
                  <a:lnTo>
                    <a:pt x="1420145" y="294724"/>
                  </a:lnTo>
                  <a:lnTo>
                    <a:pt x="1424384" y="294724"/>
                  </a:lnTo>
                  <a:lnTo>
                    <a:pt x="1428623" y="294724"/>
                  </a:lnTo>
                  <a:lnTo>
                    <a:pt x="1432862" y="294724"/>
                  </a:lnTo>
                  <a:lnTo>
                    <a:pt x="1432862" y="294359"/>
                  </a:lnTo>
                  <a:lnTo>
                    <a:pt x="1437102" y="294359"/>
                  </a:lnTo>
                  <a:lnTo>
                    <a:pt x="1437102" y="293995"/>
                  </a:lnTo>
                  <a:lnTo>
                    <a:pt x="1441341" y="293995"/>
                  </a:lnTo>
                  <a:lnTo>
                    <a:pt x="1441341" y="292900"/>
                  </a:lnTo>
                  <a:lnTo>
                    <a:pt x="1445580" y="292900"/>
                  </a:lnTo>
                  <a:lnTo>
                    <a:pt x="1445580" y="292536"/>
                  </a:lnTo>
                  <a:lnTo>
                    <a:pt x="1449819" y="292536"/>
                  </a:lnTo>
                  <a:lnTo>
                    <a:pt x="1454059" y="292536"/>
                  </a:lnTo>
                  <a:lnTo>
                    <a:pt x="1454059" y="291805"/>
                  </a:lnTo>
                  <a:lnTo>
                    <a:pt x="1458298" y="291805"/>
                  </a:lnTo>
                  <a:lnTo>
                    <a:pt x="1458298" y="291440"/>
                  </a:lnTo>
                  <a:lnTo>
                    <a:pt x="1462537" y="291440"/>
                  </a:lnTo>
                  <a:lnTo>
                    <a:pt x="1462537" y="290710"/>
                  </a:lnTo>
                  <a:lnTo>
                    <a:pt x="1466776" y="290710"/>
                  </a:lnTo>
                  <a:lnTo>
                    <a:pt x="1466776" y="290345"/>
                  </a:lnTo>
                  <a:lnTo>
                    <a:pt x="1471016" y="290345"/>
                  </a:lnTo>
                  <a:lnTo>
                    <a:pt x="1471016" y="288885"/>
                  </a:lnTo>
                  <a:lnTo>
                    <a:pt x="1475255" y="288885"/>
                  </a:lnTo>
                  <a:lnTo>
                    <a:pt x="1479494" y="288885"/>
                  </a:lnTo>
                  <a:lnTo>
                    <a:pt x="1479494" y="287788"/>
                  </a:lnTo>
                  <a:lnTo>
                    <a:pt x="1483733" y="287788"/>
                  </a:lnTo>
                  <a:lnTo>
                    <a:pt x="1487973" y="287788"/>
                  </a:lnTo>
                  <a:lnTo>
                    <a:pt x="1487973" y="287423"/>
                  </a:lnTo>
                  <a:lnTo>
                    <a:pt x="1492212" y="287423"/>
                  </a:lnTo>
                  <a:lnTo>
                    <a:pt x="1492212" y="287057"/>
                  </a:lnTo>
                  <a:lnTo>
                    <a:pt x="1496451" y="287057"/>
                  </a:lnTo>
                  <a:lnTo>
                    <a:pt x="1496451" y="286691"/>
                  </a:lnTo>
                  <a:lnTo>
                    <a:pt x="1500690" y="286691"/>
                  </a:lnTo>
                  <a:lnTo>
                    <a:pt x="1500690" y="284862"/>
                  </a:lnTo>
                  <a:lnTo>
                    <a:pt x="1504930" y="284862"/>
                  </a:lnTo>
                  <a:lnTo>
                    <a:pt x="1509169" y="284862"/>
                  </a:lnTo>
                  <a:lnTo>
                    <a:pt x="1509169" y="284496"/>
                  </a:lnTo>
                  <a:lnTo>
                    <a:pt x="1513408" y="284496"/>
                  </a:lnTo>
                  <a:lnTo>
                    <a:pt x="1517647" y="284496"/>
                  </a:lnTo>
                  <a:lnTo>
                    <a:pt x="1517647" y="284130"/>
                  </a:lnTo>
                  <a:lnTo>
                    <a:pt x="1521886" y="284130"/>
                  </a:lnTo>
                  <a:lnTo>
                    <a:pt x="1526126" y="284130"/>
                  </a:lnTo>
                  <a:lnTo>
                    <a:pt x="1526126" y="283031"/>
                  </a:lnTo>
                  <a:lnTo>
                    <a:pt x="1530365" y="283031"/>
                  </a:lnTo>
                  <a:lnTo>
                    <a:pt x="1530365" y="281933"/>
                  </a:lnTo>
                  <a:lnTo>
                    <a:pt x="1534604" y="281933"/>
                  </a:lnTo>
                  <a:lnTo>
                    <a:pt x="1538843" y="281933"/>
                  </a:lnTo>
                  <a:lnTo>
                    <a:pt x="1538843" y="281566"/>
                  </a:lnTo>
                  <a:lnTo>
                    <a:pt x="1543083" y="281566"/>
                  </a:lnTo>
                  <a:lnTo>
                    <a:pt x="1547322" y="281566"/>
                  </a:lnTo>
                  <a:lnTo>
                    <a:pt x="1551561" y="281566"/>
                  </a:lnTo>
                  <a:lnTo>
                    <a:pt x="1555800" y="281566"/>
                  </a:lnTo>
                  <a:lnTo>
                    <a:pt x="1560040" y="281566"/>
                  </a:lnTo>
                  <a:lnTo>
                    <a:pt x="1560040" y="281199"/>
                  </a:lnTo>
                  <a:lnTo>
                    <a:pt x="1564279" y="281199"/>
                  </a:lnTo>
                  <a:lnTo>
                    <a:pt x="1568518" y="281199"/>
                  </a:lnTo>
                  <a:lnTo>
                    <a:pt x="1568518" y="280832"/>
                  </a:lnTo>
                  <a:lnTo>
                    <a:pt x="1572757" y="280832"/>
                  </a:lnTo>
                  <a:lnTo>
                    <a:pt x="1572757" y="280464"/>
                  </a:lnTo>
                  <a:lnTo>
                    <a:pt x="1576997" y="280464"/>
                  </a:lnTo>
                  <a:lnTo>
                    <a:pt x="1581236" y="280464"/>
                  </a:lnTo>
                  <a:lnTo>
                    <a:pt x="1581236" y="280097"/>
                  </a:lnTo>
                  <a:lnTo>
                    <a:pt x="1585475" y="280097"/>
                  </a:lnTo>
                  <a:lnTo>
                    <a:pt x="1585475" y="279729"/>
                  </a:lnTo>
                  <a:lnTo>
                    <a:pt x="1589714" y="279729"/>
                  </a:lnTo>
                  <a:lnTo>
                    <a:pt x="1589714" y="278994"/>
                  </a:lnTo>
                  <a:lnTo>
                    <a:pt x="1593954" y="278994"/>
                  </a:lnTo>
                  <a:lnTo>
                    <a:pt x="1598193" y="278994"/>
                  </a:lnTo>
                  <a:lnTo>
                    <a:pt x="1602432" y="278994"/>
                  </a:lnTo>
                  <a:lnTo>
                    <a:pt x="1602432" y="278626"/>
                  </a:lnTo>
                  <a:lnTo>
                    <a:pt x="1606671" y="278626"/>
                  </a:lnTo>
                  <a:lnTo>
                    <a:pt x="1610911" y="278626"/>
                  </a:lnTo>
                  <a:lnTo>
                    <a:pt x="1610911" y="277889"/>
                  </a:lnTo>
                  <a:lnTo>
                    <a:pt x="1615150" y="277889"/>
                  </a:lnTo>
                  <a:lnTo>
                    <a:pt x="1619389" y="277889"/>
                  </a:lnTo>
                  <a:lnTo>
                    <a:pt x="1619389" y="277152"/>
                  </a:lnTo>
                  <a:lnTo>
                    <a:pt x="1623628" y="277152"/>
                  </a:lnTo>
                  <a:lnTo>
                    <a:pt x="1623628" y="276784"/>
                  </a:lnTo>
                  <a:lnTo>
                    <a:pt x="1627867" y="276784"/>
                  </a:lnTo>
                  <a:lnTo>
                    <a:pt x="1627867" y="276047"/>
                  </a:lnTo>
                  <a:lnTo>
                    <a:pt x="1632107" y="276047"/>
                  </a:lnTo>
                  <a:lnTo>
                    <a:pt x="1636346" y="276047"/>
                  </a:lnTo>
                  <a:lnTo>
                    <a:pt x="1636346" y="275679"/>
                  </a:lnTo>
                  <a:lnTo>
                    <a:pt x="1640585" y="275679"/>
                  </a:lnTo>
                  <a:lnTo>
                    <a:pt x="1640585" y="274941"/>
                  </a:lnTo>
                  <a:lnTo>
                    <a:pt x="1644824" y="274941"/>
                  </a:lnTo>
                  <a:lnTo>
                    <a:pt x="1644824" y="274204"/>
                  </a:lnTo>
                  <a:lnTo>
                    <a:pt x="1649064" y="274204"/>
                  </a:lnTo>
                  <a:lnTo>
                    <a:pt x="1649064" y="272730"/>
                  </a:lnTo>
                  <a:lnTo>
                    <a:pt x="1653303" y="272730"/>
                  </a:lnTo>
                  <a:lnTo>
                    <a:pt x="1657542" y="272730"/>
                  </a:lnTo>
                  <a:lnTo>
                    <a:pt x="1661781" y="272730"/>
                  </a:lnTo>
                  <a:lnTo>
                    <a:pt x="1661781" y="272361"/>
                  </a:lnTo>
                  <a:lnTo>
                    <a:pt x="1666021" y="272361"/>
                  </a:lnTo>
                  <a:lnTo>
                    <a:pt x="1666021" y="271993"/>
                  </a:lnTo>
                  <a:lnTo>
                    <a:pt x="1670260" y="271993"/>
                  </a:lnTo>
                  <a:lnTo>
                    <a:pt x="1674499" y="271993"/>
                  </a:lnTo>
                  <a:lnTo>
                    <a:pt x="1674499" y="271624"/>
                  </a:lnTo>
                  <a:lnTo>
                    <a:pt x="1678738" y="271624"/>
                  </a:lnTo>
                  <a:lnTo>
                    <a:pt x="1678738" y="270886"/>
                  </a:lnTo>
                  <a:lnTo>
                    <a:pt x="1682978" y="270886"/>
                  </a:lnTo>
                  <a:lnTo>
                    <a:pt x="1682978" y="270147"/>
                  </a:lnTo>
                  <a:lnTo>
                    <a:pt x="1687217" y="270147"/>
                  </a:lnTo>
                  <a:lnTo>
                    <a:pt x="1687217" y="269409"/>
                  </a:lnTo>
                  <a:lnTo>
                    <a:pt x="1691456" y="269409"/>
                  </a:lnTo>
                  <a:lnTo>
                    <a:pt x="1691456" y="268670"/>
                  </a:lnTo>
                  <a:lnTo>
                    <a:pt x="1695695" y="268670"/>
                  </a:lnTo>
                  <a:lnTo>
                    <a:pt x="1695695" y="268301"/>
                  </a:lnTo>
                  <a:lnTo>
                    <a:pt x="1699935" y="268301"/>
                  </a:lnTo>
                  <a:lnTo>
                    <a:pt x="1704174" y="268301"/>
                  </a:lnTo>
                  <a:lnTo>
                    <a:pt x="1708413" y="268301"/>
                  </a:lnTo>
                  <a:lnTo>
                    <a:pt x="1712652" y="268301"/>
                  </a:lnTo>
                  <a:lnTo>
                    <a:pt x="1716892" y="268301"/>
                  </a:lnTo>
                  <a:lnTo>
                    <a:pt x="1721131" y="268301"/>
                  </a:lnTo>
                  <a:lnTo>
                    <a:pt x="1721131" y="267931"/>
                  </a:lnTo>
                  <a:lnTo>
                    <a:pt x="1725370" y="267931"/>
                  </a:lnTo>
                  <a:lnTo>
                    <a:pt x="1729609" y="267931"/>
                  </a:lnTo>
                  <a:lnTo>
                    <a:pt x="1729609" y="267191"/>
                  </a:lnTo>
                  <a:lnTo>
                    <a:pt x="1733848" y="267191"/>
                  </a:lnTo>
                  <a:lnTo>
                    <a:pt x="1733848" y="266820"/>
                  </a:lnTo>
                  <a:lnTo>
                    <a:pt x="1738088" y="266820"/>
                  </a:lnTo>
                  <a:lnTo>
                    <a:pt x="1738088" y="265339"/>
                  </a:lnTo>
                  <a:lnTo>
                    <a:pt x="1742327" y="265339"/>
                  </a:lnTo>
                  <a:lnTo>
                    <a:pt x="1742327" y="264228"/>
                  </a:lnTo>
                  <a:lnTo>
                    <a:pt x="1746566" y="264228"/>
                  </a:lnTo>
                  <a:lnTo>
                    <a:pt x="1746566" y="263487"/>
                  </a:lnTo>
                  <a:lnTo>
                    <a:pt x="1750805" y="263487"/>
                  </a:lnTo>
                  <a:lnTo>
                    <a:pt x="1755045" y="263487"/>
                  </a:lnTo>
                  <a:lnTo>
                    <a:pt x="1759284" y="263487"/>
                  </a:lnTo>
                  <a:lnTo>
                    <a:pt x="1763523" y="263487"/>
                  </a:lnTo>
                  <a:lnTo>
                    <a:pt x="1763523" y="263116"/>
                  </a:lnTo>
                  <a:lnTo>
                    <a:pt x="1767762" y="263116"/>
                  </a:lnTo>
                  <a:lnTo>
                    <a:pt x="1767762" y="262003"/>
                  </a:lnTo>
                  <a:lnTo>
                    <a:pt x="1772002" y="262003"/>
                  </a:lnTo>
                  <a:lnTo>
                    <a:pt x="1772002" y="261261"/>
                  </a:lnTo>
                  <a:lnTo>
                    <a:pt x="1776241" y="261261"/>
                  </a:lnTo>
                  <a:lnTo>
                    <a:pt x="1776241" y="260890"/>
                  </a:lnTo>
                  <a:lnTo>
                    <a:pt x="1780480" y="260890"/>
                  </a:lnTo>
                  <a:lnTo>
                    <a:pt x="1784719" y="260890"/>
                  </a:lnTo>
                  <a:lnTo>
                    <a:pt x="1784719" y="260519"/>
                  </a:lnTo>
                  <a:lnTo>
                    <a:pt x="1788959" y="260519"/>
                  </a:lnTo>
                  <a:lnTo>
                    <a:pt x="1793198" y="260519"/>
                  </a:lnTo>
                  <a:lnTo>
                    <a:pt x="1797437" y="260519"/>
                  </a:lnTo>
                  <a:lnTo>
                    <a:pt x="1797437" y="257919"/>
                  </a:lnTo>
                  <a:lnTo>
                    <a:pt x="1801676" y="257919"/>
                  </a:lnTo>
                  <a:lnTo>
                    <a:pt x="1805916" y="257919"/>
                  </a:lnTo>
                  <a:lnTo>
                    <a:pt x="1805916" y="257548"/>
                  </a:lnTo>
                  <a:lnTo>
                    <a:pt x="1810155" y="257548"/>
                  </a:lnTo>
                  <a:lnTo>
                    <a:pt x="1814394" y="257548"/>
                  </a:lnTo>
                  <a:lnTo>
                    <a:pt x="1814394" y="256433"/>
                  </a:lnTo>
                  <a:lnTo>
                    <a:pt x="1818633" y="256433"/>
                  </a:lnTo>
                  <a:lnTo>
                    <a:pt x="1818633" y="256062"/>
                  </a:lnTo>
                  <a:lnTo>
                    <a:pt x="1822872" y="256062"/>
                  </a:lnTo>
                  <a:lnTo>
                    <a:pt x="1822872" y="255319"/>
                  </a:lnTo>
                  <a:lnTo>
                    <a:pt x="1827112" y="255319"/>
                  </a:lnTo>
                  <a:lnTo>
                    <a:pt x="1827112" y="253833"/>
                  </a:lnTo>
                  <a:lnTo>
                    <a:pt x="1831351" y="253833"/>
                  </a:lnTo>
                  <a:lnTo>
                    <a:pt x="1831351" y="253461"/>
                  </a:lnTo>
                  <a:lnTo>
                    <a:pt x="1835590" y="253461"/>
                  </a:lnTo>
                  <a:lnTo>
                    <a:pt x="1839829" y="253461"/>
                  </a:lnTo>
                  <a:lnTo>
                    <a:pt x="1844069" y="253461"/>
                  </a:lnTo>
                  <a:lnTo>
                    <a:pt x="1848308" y="253461"/>
                  </a:lnTo>
                  <a:lnTo>
                    <a:pt x="1848308" y="252717"/>
                  </a:lnTo>
                  <a:lnTo>
                    <a:pt x="1852547" y="252717"/>
                  </a:lnTo>
                  <a:lnTo>
                    <a:pt x="1852547" y="251973"/>
                  </a:lnTo>
                  <a:lnTo>
                    <a:pt x="1856786" y="251973"/>
                  </a:lnTo>
                  <a:lnTo>
                    <a:pt x="1856786" y="250486"/>
                  </a:lnTo>
                  <a:lnTo>
                    <a:pt x="1861026" y="250486"/>
                  </a:lnTo>
                  <a:lnTo>
                    <a:pt x="1861026" y="249741"/>
                  </a:lnTo>
                  <a:lnTo>
                    <a:pt x="1865265" y="249741"/>
                  </a:lnTo>
                  <a:lnTo>
                    <a:pt x="1865265" y="249369"/>
                  </a:lnTo>
                  <a:lnTo>
                    <a:pt x="1869504" y="249369"/>
                  </a:lnTo>
                  <a:lnTo>
                    <a:pt x="1869504" y="248996"/>
                  </a:lnTo>
                  <a:lnTo>
                    <a:pt x="1873743" y="248996"/>
                  </a:lnTo>
                  <a:lnTo>
                    <a:pt x="1877983" y="248996"/>
                  </a:lnTo>
                  <a:lnTo>
                    <a:pt x="1882222" y="248996"/>
                  </a:lnTo>
                  <a:lnTo>
                    <a:pt x="1886461" y="248996"/>
                  </a:lnTo>
                  <a:lnTo>
                    <a:pt x="1886461" y="247878"/>
                  </a:lnTo>
                  <a:lnTo>
                    <a:pt x="1890700" y="247878"/>
                  </a:lnTo>
                  <a:lnTo>
                    <a:pt x="1890700" y="247133"/>
                  </a:lnTo>
                  <a:lnTo>
                    <a:pt x="1894940" y="247133"/>
                  </a:lnTo>
                  <a:lnTo>
                    <a:pt x="1894940" y="246760"/>
                  </a:lnTo>
                  <a:lnTo>
                    <a:pt x="1899179" y="246760"/>
                  </a:lnTo>
                  <a:lnTo>
                    <a:pt x="1903418" y="246760"/>
                  </a:lnTo>
                  <a:lnTo>
                    <a:pt x="1903418" y="246387"/>
                  </a:lnTo>
                  <a:lnTo>
                    <a:pt x="1907657" y="246387"/>
                  </a:lnTo>
                  <a:lnTo>
                    <a:pt x="1911897" y="246387"/>
                  </a:lnTo>
                  <a:lnTo>
                    <a:pt x="1911897" y="246014"/>
                  </a:lnTo>
                  <a:lnTo>
                    <a:pt x="1916136" y="246014"/>
                  </a:lnTo>
                  <a:lnTo>
                    <a:pt x="1916136" y="244894"/>
                  </a:lnTo>
                  <a:lnTo>
                    <a:pt x="1920375" y="244894"/>
                  </a:lnTo>
                  <a:lnTo>
                    <a:pt x="1920375" y="244521"/>
                  </a:lnTo>
                  <a:lnTo>
                    <a:pt x="1924614" y="244521"/>
                  </a:lnTo>
                  <a:lnTo>
                    <a:pt x="1924614" y="244147"/>
                  </a:lnTo>
                  <a:lnTo>
                    <a:pt x="1928853" y="244147"/>
                  </a:lnTo>
                  <a:lnTo>
                    <a:pt x="1933093" y="244147"/>
                  </a:lnTo>
                  <a:lnTo>
                    <a:pt x="1937332" y="244147"/>
                  </a:lnTo>
                  <a:lnTo>
                    <a:pt x="1941571" y="244147"/>
                  </a:lnTo>
                  <a:lnTo>
                    <a:pt x="1941571" y="243774"/>
                  </a:lnTo>
                  <a:lnTo>
                    <a:pt x="1945810" y="243774"/>
                  </a:lnTo>
                  <a:lnTo>
                    <a:pt x="1945810" y="243026"/>
                  </a:lnTo>
                  <a:lnTo>
                    <a:pt x="1950050" y="243026"/>
                  </a:lnTo>
                  <a:lnTo>
                    <a:pt x="1950050" y="242279"/>
                  </a:lnTo>
                  <a:lnTo>
                    <a:pt x="1954289" y="242279"/>
                  </a:lnTo>
                  <a:lnTo>
                    <a:pt x="1958528" y="242279"/>
                  </a:lnTo>
                  <a:lnTo>
                    <a:pt x="1958528" y="241531"/>
                  </a:lnTo>
                  <a:lnTo>
                    <a:pt x="1962767" y="241531"/>
                  </a:lnTo>
                  <a:lnTo>
                    <a:pt x="1967007" y="241531"/>
                  </a:lnTo>
                  <a:lnTo>
                    <a:pt x="1971246" y="241531"/>
                  </a:lnTo>
                  <a:lnTo>
                    <a:pt x="1971246" y="240783"/>
                  </a:lnTo>
                  <a:lnTo>
                    <a:pt x="1975485" y="240783"/>
                  </a:lnTo>
                  <a:lnTo>
                    <a:pt x="1975485" y="238912"/>
                  </a:lnTo>
                  <a:lnTo>
                    <a:pt x="1979724" y="238912"/>
                  </a:lnTo>
                  <a:lnTo>
                    <a:pt x="1979724" y="238537"/>
                  </a:lnTo>
                  <a:lnTo>
                    <a:pt x="1983964" y="238537"/>
                  </a:lnTo>
                  <a:lnTo>
                    <a:pt x="1988203" y="238537"/>
                  </a:lnTo>
                  <a:lnTo>
                    <a:pt x="1988203" y="238163"/>
                  </a:lnTo>
                  <a:lnTo>
                    <a:pt x="1992442" y="238163"/>
                  </a:lnTo>
                  <a:lnTo>
                    <a:pt x="1996681" y="238163"/>
                  </a:lnTo>
                  <a:lnTo>
                    <a:pt x="1996681" y="237413"/>
                  </a:lnTo>
                  <a:lnTo>
                    <a:pt x="2000921" y="237413"/>
                  </a:lnTo>
                  <a:lnTo>
                    <a:pt x="2005160" y="237413"/>
                  </a:lnTo>
                  <a:lnTo>
                    <a:pt x="2005160" y="236289"/>
                  </a:lnTo>
                  <a:lnTo>
                    <a:pt x="2009399" y="236289"/>
                  </a:lnTo>
                  <a:lnTo>
                    <a:pt x="2009399" y="235914"/>
                  </a:lnTo>
                  <a:lnTo>
                    <a:pt x="2013638" y="235914"/>
                  </a:lnTo>
                  <a:lnTo>
                    <a:pt x="2017878" y="235914"/>
                  </a:lnTo>
                  <a:lnTo>
                    <a:pt x="2022117" y="235914"/>
                  </a:lnTo>
                  <a:lnTo>
                    <a:pt x="2026356" y="235914"/>
                  </a:lnTo>
                  <a:lnTo>
                    <a:pt x="2030595" y="235914"/>
                  </a:lnTo>
                  <a:lnTo>
                    <a:pt x="2030595" y="235164"/>
                  </a:lnTo>
                  <a:lnTo>
                    <a:pt x="2034834" y="235164"/>
                  </a:lnTo>
                  <a:lnTo>
                    <a:pt x="2034834" y="234413"/>
                  </a:lnTo>
                  <a:lnTo>
                    <a:pt x="2039074" y="234413"/>
                  </a:lnTo>
                  <a:lnTo>
                    <a:pt x="2039074" y="234037"/>
                  </a:lnTo>
                  <a:lnTo>
                    <a:pt x="2043313" y="234037"/>
                  </a:lnTo>
                  <a:lnTo>
                    <a:pt x="2047552" y="234037"/>
                  </a:lnTo>
                  <a:lnTo>
                    <a:pt x="2051791" y="234037"/>
                  </a:lnTo>
                  <a:lnTo>
                    <a:pt x="2051791" y="233662"/>
                  </a:lnTo>
                  <a:lnTo>
                    <a:pt x="2056031" y="233662"/>
                  </a:lnTo>
                  <a:lnTo>
                    <a:pt x="2060270" y="233662"/>
                  </a:lnTo>
                  <a:lnTo>
                    <a:pt x="2060270" y="232534"/>
                  </a:lnTo>
                  <a:lnTo>
                    <a:pt x="2064509" y="232534"/>
                  </a:lnTo>
                  <a:lnTo>
                    <a:pt x="2064509" y="231782"/>
                  </a:lnTo>
                  <a:lnTo>
                    <a:pt x="2068748" y="231782"/>
                  </a:lnTo>
                  <a:lnTo>
                    <a:pt x="2072988" y="231782"/>
                  </a:lnTo>
                  <a:lnTo>
                    <a:pt x="2072988" y="231405"/>
                  </a:lnTo>
                  <a:lnTo>
                    <a:pt x="2077227" y="231405"/>
                  </a:lnTo>
                  <a:lnTo>
                    <a:pt x="2077227" y="231029"/>
                  </a:lnTo>
                  <a:lnTo>
                    <a:pt x="2081466" y="231029"/>
                  </a:lnTo>
                  <a:lnTo>
                    <a:pt x="2081466" y="230653"/>
                  </a:lnTo>
                  <a:lnTo>
                    <a:pt x="2085705" y="230653"/>
                  </a:lnTo>
                  <a:lnTo>
                    <a:pt x="2089945" y="230653"/>
                  </a:lnTo>
                  <a:lnTo>
                    <a:pt x="2094184" y="230653"/>
                  </a:lnTo>
                  <a:lnTo>
                    <a:pt x="2098423" y="230653"/>
                  </a:lnTo>
                  <a:lnTo>
                    <a:pt x="2102662" y="230653"/>
                  </a:lnTo>
                  <a:lnTo>
                    <a:pt x="2102662" y="230275"/>
                  </a:lnTo>
                  <a:lnTo>
                    <a:pt x="2106902" y="230275"/>
                  </a:lnTo>
                  <a:lnTo>
                    <a:pt x="2106902" y="229521"/>
                  </a:lnTo>
                  <a:lnTo>
                    <a:pt x="2111141" y="229521"/>
                  </a:lnTo>
                  <a:lnTo>
                    <a:pt x="2111141" y="228767"/>
                  </a:lnTo>
                  <a:lnTo>
                    <a:pt x="2115380" y="228767"/>
                  </a:lnTo>
                  <a:lnTo>
                    <a:pt x="2115380" y="228390"/>
                  </a:lnTo>
                  <a:lnTo>
                    <a:pt x="2119619" y="228390"/>
                  </a:lnTo>
                  <a:lnTo>
                    <a:pt x="2123859" y="228390"/>
                  </a:lnTo>
                  <a:lnTo>
                    <a:pt x="2123859" y="227636"/>
                  </a:lnTo>
                  <a:lnTo>
                    <a:pt x="2128098" y="227636"/>
                  </a:lnTo>
                  <a:lnTo>
                    <a:pt x="2132337" y="227636"/>
                  </a:lnTo>
                  <a:lnTo>
                    <a:pt x="2136576" y="227636"/>
                  </a:lnTo>
                  <a:lnTo>
                    <a:pt x="2136576" y="227258"/>
                  </a:lnTo>
                  <a:lnTo>
                    <a:pt x="2140815" y="227258"/>
                  </a:lnTo>
                  <a:lnTo>
                    <a:pt x="2145055" y="227258"/>
                  </a:lnTo>
                  <a:lnTo>
                    <a:pt x="2145055" y="226881"/>
                  </a:lnTo>
                  <a:lnTo>
                    <a:pt x="2149294" y="226881"/>
                  </a:lnTo>
                  <a:lnTo>
                    <a:pt x="2149294" y="226503"/>
                  </a:lnTo>
                  <a:lnTo>
                    <a:pt x="2153533" y="226503"/>
                  </a:lnTo>
                  <a:lnTo>
                    <a:pt x="2157772" y="226503"/>
                  </a:lnTo>
                  <a:lnTo>
                    <a:pt x="2157772" y="225370"/>
                  </a:lnTo>
                  <a:lnTo>
                    <a:pt x="2162012" y="225370"/>
                  </a:lnTo>
                  <a:lnTo>
                    <a:pt x="2166251" y="225370"/>
                  </a:lnTo>
                  <a:lnTo>
                    <a:pt x="2170490" y="225370"/>
                  </a:lnTo>
                  <a:lnTo>
                    <a:pt x="2170490" y="224614"/>
                  </a:lnTo>
                  <a:lnTo>
                    <a:pt x="2174729" y="224614"/>
                  </a:lnTo>
                  <a:lnTo>
                    <a:pt x="2174729" y="223858"/>
                  </a:lnTo>
                  <a:lnTo>
                    <a:pt x="2178969" y="223858"/>
                  </a:lnTo>
                  <a:lnTo>
                    <a:pt x="2183208" y="223858"/>
                  </a:lnTo>
                  <a:lnTo>
                    <a:pt x="2183208" y="222724"/>
                  </a:lnTo>
                  <a:lnTo>
                    <a:pt x="2187447" y="222724"/>
                  </a:lnTo>
                  <a:lnTo>
                    <a:pt x="2187447" y="222346"/>
                  </a:lnTo>
                  <a:lnTo>
                    <a:pt x="2191686" y="222346"/>
                  </a:lnTo>
                  <a:lnTo>
                    <a:pt x="2191686" y="221967"/>
                  </a:lnTo>
                  <a:lnTo>
                    <a:pt x="2195926" y="221967"/>
                  </a:lnTo>
                  <a:lnTo>
                    <a:pt x="2200165" y="221967"/>
                  </a:lnTo>
                  <a:lnTo>
                    <a:pt x="2204404" y="221967"/>
                  </a:lnTo>
                  <a:lnTo>
                    <a:pt x="2204404" y="221209"/>
                  </a:lnTo>
                  <a:lnTo>
                    <a:pt x="2208643" y="221209"/>
                  </a:lnTo>
                  <a:lnTo>
                    <a:pt x="2208643" y="220073"/>
                  </a:lnTo>
                  <a:lnTo>
                    <a:pt x="2212883" y="220073"/>
                  </a:lnTo>
                  <a:lnTo>
                    <a:pt x="2217122" y="220073"/>
                  </a:lnTo>
                  <a:lnTo>
                    <a:pt x="2217122" y="219694"/>
                  </a:lnTo>
                  <a:lnTo>
                    <a:pt x="2221361" y="219694"/>
                  </a:lnTo>
                  <a:lnTo>
                    <a:pt x="2225600" y="219694"/>
                  </a:lnTo>
                  <a:lnTo>
                    <a:pt x="2229839" y="219694"/>
                  </a:lnTo>
                  <a:lnTo>
                    <a:pt x="2234079" y="219694"/>
                  </a:lnTo>
                  <a:lnTo>
                    <a:pt x="2234079" y="219314"/>
                  </a:lnTo>
                  <a:lnTo>
                    <a:pt x="2238318" y="219314"/>
                  </a:lnTo>
                  <a:lnTo>
                    <a:pt x="2242557" y="219314"/>
                  </a:lnTo>
                  <a:lnTo>
                    <a:pt x="2242557" y="218554"/>
                  </a:lnTo>
                  <a:lnTo>
                    <a:pt x="2246796" y="218554"/>
                  </a:lnTo>
                  <a:lnTo>
                    <a:pt x="2246796" y="217793"/>
                  </a:lnTo>
                  <a:lnTo>
                    <a:pt x="2251036" y="217793"/>
                  </a:lnTo>
                  <a:lnTo>
                    <a:pt x="2255275" y="217793"/>
                  </a:lnTo>
                  <a:lnTo>
                    <a:pt x="2255275" y="217032"/>
                  </a:lnTo>
                  <a:lnTo>
                    <a:pt x="2259514" y="217032"/>
                  </a:lnTo>
                  <a:lnTo>
                    <a:pt x="2259514" y="216270"/>
                  </a:lnTo>
                  <a:lnTo>
                    <a:pt x="2263753" y="216270"/>
                  </a:lnTo>
                  <a:lnTo>
                    <a:pt x="2267993" y="216270"/>
                  </a:lnTo>
                  <a:lnTo>
                    <a:pt x="2267993" y="215890"/>
                  </a:lnTo>
                  <a:lnTo>
                    <a:pt x="2272232" y="215890"/>
                  </a:lnTo>
                  <a:lnTo>
                    <a:pt x="2272232" y="215509"/>
                  </a:lnTo>
                  <a:lnTo>
                    <a:pt x="2276471" y="215509"/>
                  </a:lnTo>
                  <a:lnTo>
                    <a:pt x="2280710" y="215509"/>
                  </a:lnTo>
                  <a:lnTo>
                    <a:pt x="2284950" y="215509"/>
                  </a:lnTo>
                  <a:lnTo>
                    <a:pt x="2289189" y="215509"/>
                  </a:lnTo>
                  <a:lnTo>
                    <a:pt x="2289189" y="215127"/>
                  </a:lnTo>
                  <a:lnTo>
                    <a:pt x="2293428" y="215127"/>
                  </a:lnTo>
                  <a:lnTo>
                    <a:pt x="2293428" y="214363"/>
                  </a:lnTo>
                  <a:lnTo>
                    <a:pt x="2297667" y="214363"/>
                  </a:lnTo>
                  <a:lnTo>
                    <a:pt x="2301907" y="214363"/>
                  </a:lnTo>
                  <a:lnTo>
                    <a:pt x="2301907" y="213981"/>
                  </a:lnTo>
                  <a:lnTo>
                    <a:pt x="2306146" y="213981"/>
                  </a:lnTo>
                  <a:lnTo>
                    <a:pt x="2306146" y="213598"/>
                  </a:lnTo>
                  <a:lnTo>
                    <a:pt x="2310385" y="213598"/>
                  </a:lnTo>
                  <a:lnTo>
                    <a:pt x="2310385" y="213216"/>
                  </a:lnTo>
                  <a:lnTo>
                    <a:pt x="2314624" y="213216"/>
                  </a:lnTo>
                  <a:lnTo>
                    <a:pt x="2318864" y="213216"/>
                  </a:lnTo>
                  <a:lnTo>
                    <a:pt x="2318864" y="212833"/>
                  </a:lnTo>
                  <a:lnTo>
                    <a:pt x="2323103" y="212833"/>
                  </a:lnTo>
                  <a:lnTo>
                    <a:pt x="2323103" y="212067"/>
                  </a:lnTo>
                  <a:lnTo>
                    <a:pt x="2327342" y="212067"/>
                  </a:lnTo>
                  <a:lnTo>
                    <a:pt x="2327342" y="211683"/>
                  </a:lnTo>
                  <a:lnTo>
                    <a:pt x="2331581" y="211683"/>
                  </a:lnTo>
                  <a:lnTo>
                    <a:pt x="2331581" y="210917"/>
                  </a:lnTo>
                  <a:lnTo>
                    <a:pt x="2335820" y="210917"/>
                  </a:lnTo>
                  <a:lnTo>
                    <a:pt x="2340060" y="210917"/>
                  </a:lnTo>
                  <a:lnTo>
                    <a:pt x="2340060" y="210533"/>
                  </a:lnTo>
                  <a:lnTo>
                    <a:pt x="2344299" y="210533"/>
                  </a:lnTo>
                  <a:lnTo>
                    <a:pt x="2344299" y="209765"/>
                  </a:lnTo>
                  <a:lnTo>
                    <a:pt x="2348538" y="209765"/>
                  </a:lnTo>
                  <a:lnTo>
                    <a:pt x="2348538" y="208998"/>
                  </a:lnTo>
                  <a:lnTo>
                    <a:pt x="2352777" y="208998"/>
                  </a:lnTo>
                  <a:lnTo>
                    <a:pt x="2357017" y="208998"/>
                  </a:lnTo>
                  <a:lnTo>
                    <a:pt x="2361256" y="208998"/>
                  </a:lnTo>
                  <a:lnTo>
                    <a:pt x="2365495" y="208998"/>
                  </a:lnTo>
                  <a:lnTo>
                    <a:pt x="2369734" y="208998"/>
                  </a:lnTo>
                  <a:lnTo>
                    <a:pt x="2373974" y="208998"/>
                  </a:lnTo>
                  <a:lnTo>
                    <a:pt x="2378213" y="208998"/>
                  </a:lnTo>
                  <a:lnTo>
                    <a:pt x="2382452" y="208998"/>
                  </a:lnTo>
                  <a:lnTo>
                    <a:pt x="2382452" y="208613"/>
                  </a:lnTo>
                  <a:lnTo>
                    <a:pt x="2386691" y="208613"/>
                  </a:lnTo>
                  <a:lnTo>
                    <a:pt x="2390931" y="208613"/>
                  </a:lnTo>
                  <a:lnTo>
                    <a:pt x="2390931" y="207843"/>
                  </a:lnTo>
                  <a:lnTo>
                    <a:pt x="2395170" y="207843"/>
                  </a:lnTo>
                  <a:lnTo>
                    <a:pt x="2395170" y="207457"/>
                  </a:lnTo>
                  <a:lnTo>
                    <a:pt x="2399409" y="207457"/>
                  </a:lnTo>
                  <a:lnTo>
                    <a:pt x="2403648" y="207457"/>
                  </a:lnTo>
                  <a:lnTo>
                    <a:pt x="2407888" y="207457"/>
                  </a:lnTo>
                  <a:lnTo>
                    <a:pt x="2412127" y="207457"/>
                  </a:lnTo>
                  <a:lnTo>
                    <a:pt x="2416366" y="207457"/>
                  </a:lnTo>
                  <a:lnTo>
                    <a:pt x="2420605" y="207457"/>
                  </a:lnTo>
                  <a:lnTo>
                    <a:pt x="2424845" y="207457"/>
                  </a:lnTo>
                  <a:lnTo>
                    <a:pt x="2429084" y="207457"/>
                  </a:lnTo>
                  <a:lnTo>
                    <a:pt x="2429084" y="206684"/>
                  </a:lnTo>
                  <a:lnTo>
                    <a:pt x="2433323" y="206684"/>
                  </a:lnTo>
                  <a:lnTo>
                    <a:pt x="2437562" y="206684"/>
                  </a:lnTo>
                  <a:lnTo>
                    <a:pt x="2441801" y="206684"/>
                  </a:lnTo>
                  <a:lnTo>
                    <a:pt x="2446041" y="206684"/>
                  </a:lnTo>
                  <a:lnTo>
                    <a:pt x="2446041" y="206297"/>
                  </a:lnTo>
                  <a:lnTo>
                    <a:pt x="2450280" y="206297"/>
                  </a:lnTo>
                  <a:lnTo>
                    <a:pt x="2454519" y="206297"/>
                  </a:lnTo>
                  <a:lnTo>
                    <a:pt x="2454519" y="205909"/>
                  </a:lnTo>
                  <a:lnTo>
                    <a:pt x="2458758" y="205909"/>
                  </a:lnTo>
                  <a:lnTo>
                    <a:pt x="2458758" y="205521"/>
                  </a:lnTo>
                  <a:lnTo>
                    <a:pt x="2462998" y="205521"/>
                  </a:lnTo>
                  <a:lnTo>
                    <a:pt x="2467237" y="205521"/>
                  </a:lnTo>
                  <a:lnTo>
                    <a:pt x="2471476" y="205521"/>
                  </a:lnTo>
                  <a:lnTo>
                    <a:pt x="2475715" y="205521"/>
                  </a:lnTo>
                  <a:lnTo>
                    <a:pt x="2479955" y="205521"/>
                  </a:lnTo>
                  <a:lnTo>
                    <a:pt x="2479955" y="204744"/>
                  </a:lnTo>
                  <a:lnTo>
                    <a:pt x="2484194" y="204744"/>
                  </a:lnTo>
                  <a:lnTo>
                    <a:pt x="2488433" y="204744"/>
                  </a:lnTo>
                  <a:lnTo>
                    <a:pt x="2492672" y="204744"/>
                  </a:lnTo>
                  <a:lnTo>
                    <a:pt x="2496912" y="204744"/>
                  </a:lnTo>
                  <a:lnTo>
                    <a:pt x="2501151" y="204744"/>
                  </a:lnTo>
                  <a:lnTo>
                    <a:pt x="2505390" y="204744"/>
                  </a:lnTo>
                  <a:lnTo>
                    <a:pt x="2505390" y="203963"/>
                  </a:lnTo>
                  <a:lnTo>
                    <a:pt x="2509629" y="203963"/>
                  </a:lnTo>
                  <a:lnTo>
                    <a:pt x="2509629" y="203573"/>
                  </a:lnTo>
                  <a:lnTo>
                    <a:pt x="2513869" y="203573"/>
                  </a:lnTo>
                  <a:lnTo>
                    <a:pt x="2518108" y="203573"/>
                  </a:lnTo>
                  <a:lnTo>
                    <a:pt x="2522347" y="203573"/>
                  </a:lnTo>
                  <a:lnTo>
                    <a:pt x="2522347" y="203180"/>
                  </a:lnTo>
                  <a:lnTo>
                    <a:pt x="2526586" y="203180"/>
                  </a:lnTo>
                  <a:lnTo>
                    <a:pt x="2530825" y="203180"/>
                  </a:lnTo>
                  <a:lnTo>
                    <a:pt x="2530825" y="202788"/>
                  </a:lnTo>
                  <a:lnTo>
                    <a:pt x="2535065" y="202788"/>
                  </a:lnTo>
                  <a:lnTo>
                    <a:pt x="2539304" y="202788"/>
                  </a:lnTo>
                  <a:lnTo>
                    <a:pt x="2539304" y="202395"/>
                  </a:lnTo>
                  <a:lnTo>
                    <a:pt x="2543543" y="202395"/>
                  </a:lnTo>
                  <a:lnTo>
                    <a:pt x="2543543" y="202002"/>
                  </a:lnTo>
                  <a:lnTo>
                    <a:pt x="2547782" y="202002"/>
                  </a:lnTo>
                  <a:lnTo>
                    <a:pt x="2547782" y="201608"/>
                  </a:lnTo>
                  <a:lnTo>
                    <a:pt x="2552022" y="201608"/>
                  </a:lnTo>
                  <a:lnTo>
                    <a:pt x="2552022" y="201214"/>
                  </a:lnTo>
                  <a:lnTo>
                    <a:pt x="2556261" y="201214"/>
                  </a:lnTo>
                  <a:lnTo>
                    <a:pt x="2556261" y="200820"/>
                  </a:lnTo>
                  <a:lnTo>
                    <a:pt x="2560500" y="200820"/>
                  </a:lnTo>
                  <a:lnTo>
                    <a:pt x="2560500" y="200426"/>
                  </a:lnTo>
                  <a:lnTo>
                    <a:pt x="2564739" y="200426"/>
                  </a:lnTo>
                  <a:lnTo>
                    <a:pt x="2568979" y="200426"/>
                  </a:lnTo>
                  <a:lnTo>
                    <a:pt x="2568979" y="199241"/>
                  </a:lnTo>
                  <a:lnTo>
                    <a:pt x="2573218" y="199241"/>
                  </a:lnTo>
                  <a:lnTo>
                    <a:pt x="2577457" y="199241"/>
                  </a:lnTo>
                  <a:lnTo>
                    <a:pt x="2577457" y="198845"/>
                  </a:lnTo>
                  <a:lnTo>
                    <a:pt x="2581696" y="198845"/>
                  </a:lnTo>
                  <a:lnTo>
                    <a:pt x="2581696" y="198449"/>
                  </a:lnTo>
                  <a:lnTo>
                    <a:pt x="2585936" y="198449"/>
                  </a:lnTo>
                  <a:lnTo>
                    <a:pt x="2585936" y="198053"/>
                  </a:lnTo>
                  <a:lnTo>
                    <a:pt x="2590175" y="198053"/>
                  </a:lnTo>
                  <a:lnTo>
                    <a:pt x="2594414" y="198053"/>
                  </a:lnTo>
                  <a:lnTo>
                    <a:pt x="2598653" y="198053"/>
                  </a:lnTo>
                  <a:lnTo>
                    <a:pt x="2598653" y="197260"/>
                  </a:lnTo>
                  <a:lnTo>
                    <a:pt x="2602893" y="197260"/>
                  </a:lnTo>
                  <a:lnTo>
                    <a:pt x="2607132" y="197260"/>
                  </a:lnTo>
                  <a:lnTo>
                    <a:pt x="2607132" y="196862"/>
                  </a:lnTo>
                  <a:lnTo>
                    <a:pt x="2611371" y="196862"/>
                  </a:lnTo>
                  <a:lnTo>
                    <a:pt x="2615610" y="196862"/>
                  </a:lnTo>
                  <a:lnTo>
                    <a:pt x="2619850" y="196862"/>
                  </a:lnTo>
                  <a:lnTo>
                    <a:pt x="2619850" y="196464"/>
                  </a:lnTo>
                  <a:lnTo>
                    <a:pt x="2624089" y="196464"/>
                  </a:lnTo>
                  <a:lnTo>
                    <a:pt x="2628328" y="196464"/>
                  </a:lnTo>
                  <a:lnTo>
                    <a:pt x="2628328" y="194871"/>
                  </a:lnTo>
                  <a:lnTo>
                    <a:pt x="2632567" y="194871"/>
                  </a:lnTo>
                  <a:lnTo>
                    <a:pt x="2636806" y="194871"/>
                  </a:lnTo>
                  <a:lnTo>
                    <a:pt x="2641046" y="194871"/>
                  </a:lnTo>
                  <a:lnTo>
                    <a:pt x="2645285" y="194871"/>
                  </a:lnTo>
                  <a:lnTo>
                    <a:pt x="2649524" y="194871"/>
                  </a:lnTo>
                  <a:lnTo>
                    <a:pt x="2653763" y="194871"/>
                  </a:lnTo>
                  <a:lnTo>
                    <a:pt x="2653763" y="194470"/>
                  </a:lnTo>
                  <a:lnTo>
                    <a:pt x="2658003" y="194470"/>
                  </a:lnTo>
                  <a:lnTo>
                    <a:pt x="2662242" y="194470"/>
                  </a:lnTo>
                  <a:lnTo>
                    <a:pt x="2666481" y="194470"/>
                  </a:lnTo>
                  <a:lnTo>
                    <a:pt x="2670720" y="194470"/>
                  </a:lnTo>
                  <a:lnTo>
                    <a:pt x="2674960" y="194470"/>
                  </a:lnTo>
                  <a:lnTo>
                    <a:pt x="2679199" y="194470"/>
                  </a:lnTo>
                  <a:lnTo>
                    <a:pt x="2683438" y="194470"/>
                  </a:lnTo>
                  <a:lnTo>
                    <a:pt x="2683438" y="192861"/>
                  </a:lnTo>
                  <a:lnTo>
                    <a:pt x="2687677" y="192861"/>
                  </a:lnTo>
                  <a:lnTo>
                    <a:pt x="2687677" y="191655"/>
                  </a:lnTo>
                  <a:lnTo>
                    <a:pt x="2691917" y="191655"/>
                  </a:lnTo>
                  <a:lnTo>
                    <a:pt x="2691917" y="190446"/>
                  </a:lnTo>
                  <a:lnTo>
                    <a:pt x="2696156" y="190446"/>
                  </a:lnTo>
                  <a:lnTo>
                    <a:pt x="2700395" y="190446"/>
                  </a:lnTo>
                  <a:lnTo>
                    <a:pt x="2704634" y="190446"/>
                  </a:lnTo>
                  <a:lnTo>
                    <a:pt x="2704634" y="189639"/>
                  </a:lnTo>
                  <a:lnTo>
                    <a:pt x="2708874" y="189639"/>
                  </a:lnTo>
                  <a:lnTo>
                    <a:pt x="2708874" y="189236"/>
                  </a:lnTo>
                  <a:lnTo>
                    <a:pt x="2713113" y="189236"/>
                  </a:lnTo>
                  <a:lnTo>
                    <a:pt x="2713113" y="188832"/>
                  </a:lnTo>
                  <a:lnTo>
                    <a:pt x="2717352" y="188832"/>
                  </a:lnTo>
                  <a:lnTo>
                    <a:pt x="2717352" y="188428"/>
                  </a:lnTo>
                  <a:lnTo>
                    <a:pt x="2721591" y="188428"/>
                  </a:lnTo>
                  <a:lnTo>
                    <a:pt x="2721591" y="188023"/>
                  </a:lnTo>
                  <a:lnTo>
                    <a:pt x="2725831" y="188023"/>
                  </a:lnTo>
                  <a:lnTo>
                    <a:pt x="2725831" y="187618"/>
                  </a:lnTo>
                  <a:lnTo>
                    <a:pt x="2730070" y="187618"/>
                  </a:lnTo>
                  <a:lnTo>
                    <a:pt x="2734309" y="187618"/>
                  </a:lnTo>
                  <a:lnTo>
                    <a:pt x="2738548" y="187618"/>
                  </a:lnTo>
                  <a:lnTo>
                    <a:pt x="2742787" y="187618"/>
                  </a:lnTo>
                  <a:lnTo>
                    <a:pt x="2742787" y="187211"/>
                  </a:lnTo>
                  <a:lnTo>
                    <a:pt x="2747027" y="187211"/>
                  </a:lnTo>
                  <a:lnTo>
                    <a:pt x="2747027" y="185991"/>
                  </a:lnTo>
                  <a:lnTo>
                    <a:pt x="2751266" y="185991"/>
                  </a:lnTo>
                  <a:lnTo>
                    <a:pt x="2755505" y="185991"/>
                  </a:lnTo>
                  <a:lnTo>
                    <a:pt x="2755505" y="185583"/>
                  </a:lnTo>
                  <a:lnTo>
                    <a:pt x="2759744" y="185583"/>
                  </a:lnTo>
                  <a:lnTo>
                    <a:pt x="2759744" y="185175"/>
                  </a:lnTo>
                  <a:lnTo>
                    <a:pt x="2763984" y="185175"/>
                  </a:lnTo>
                  <a:lnTo>
                    <a:pt x="2768223" y="185175"/>
                  </a:lnTo>
                  <a:lnTo>
                    <a:pt x="2768223" y="184767"/>
                  </a:lnTo>
                  <a:lnTo>
                    <a:pt x="2772462" y="184767"/>
                  </a:lnTo>
                  <a:lnTo>
                    <a:pt x="2776701" y="184767"/>
                  </a:lnTo>
                  <a:lnTo>
                    <a:pt x="2776701" y="183949"/>
                  </a:lnTo>
                  <a:lnTo>
                    <a:pt x="2780941" y="183949"/>
                  </a:lnTo>
                  <a:lnTo>
                    <a:pt x="2785180" y="183949"/>
                  </a:lnTo>
                  <a:lnTo>
                    <a:pt x="2789419" y="183949"/>
                  </a:lnTo>
                  <a:lnTo>
                    <a:pt x="2789419" y="183539"/>
                  </a:lnTo>
                  <a:lnTo>
                    <a:pt x="2793658" y="183539"/>
                  </a:lnTo>
                  <a:lnTo>
                    <a:pt x="2797898" y="183539"/>
                  </a:lnTo>
                  <a:lnTo>
                    <a:pt x="2797898" y="183128"/>
                  </a:lnTo>
                  <a:lnTo>
                    <a:pt x="2802137" y="183128"/>
                  </a:lnTo>
                  <a:lnTo>
                    <a:pt x="2806376" y="183128"/>
                  </a:lnTo>
                  <a:lnTo>
                    <a:pt x="2806376" y="182716"/>
                  </a:lnTo>
                  <a:lnTo>
                    <a:pt x="2810615" y="182716"/>
                  </a:lnTo>
                  <a:lnTo>
                    <a:pt x="2814855" y="182716"/>
                  </a:lnTo>
                  <a:lnTo>
                    <a:pt x="2814855" y="182304"/>
                  </a:lnTo>
                  <a:lnTo>
                    <a:pt x="2819094" y="182304"/>
                  </a:lnTo>
                  <a:lnTo>
                    <a:pt x="2819094" y="181066"/>
                  </a:lnTo>
                  <a:lnTo>
                    <a:pt x="2823333" y="181066"/>
                  </a:lnTo>
                  <a:lnTo>
                    <a:pt x="2827572" y="181066"/>
                  </a:lnTo>
                  <a:lnTo>
                    <a:pt x="2831812" y="181066"/>
                  </a:lnTo>
                  <a:lnTo>
                    <a:pt x="2836051" y="181066"/>
                  </a:lnTo>
                  <a:lnTo>
                    <a:pt x="2836051" y="180652"/>
                  </a:lnTo>
                  <a:lnTo>
                    <a:pt x="2840290" y="180652"/>
                  </a:lnTo>
                  <a:lnTo>
                    <a:pt x="2844529" y="180652"/>
                  </a:lnTo>
                  <a:lnTo>
                    <a:pt x="2848768" y="180652"/>
                  </a:lnTo>
                  <a:lnTo>
                    <a:pt x="2848768" y="180238"/>
                  </a:lnTo>
                  <a:lnTo>
                    <a:pt x="2853008" y="180238"/>
                  </a:lnTo>
                  <a:lnTo>
                    <a:pt x="2857247" y="180238"/>
                  </a:lnTo>
                  <a:lnTo>
                    <a:pt x="2857247" y="179823"/>
                  </a:lnTo>
                  <a:lnTo>
                    <a:pt x="2861486" y="179823"/>
                  </a:lnTo>
                  <a:lnTo>
                    <a:pt x="2861486" y="179408"/>
                  </a:lnTo>
                  <a:lnTo>
                    <a:pt x="2865725" y="179408"/>
                  </a:lnTo>
                  <a:lnTo>
                    <a:pt x="2865725" y="178578"/>
                  </a:lnTo>
                  <a:lnTo>
                    <a:pt x="2869965" y="178578"/>
                  </a:lnTo>
                  <a:lnTo>
                    <a:pt x="2874204" y="178578"/>
                  </a:lnTo>
                  <a:lnTo>
                    <a:pt x="2874204" y="178161"/>
                  </a:lnTo>
                  <a:lnTo>
                    <a:pt x="2878443" y="178161"/>
                  </a:lnTo>
                  <a:lnTo>
                    <a:pt x="2882682" y="178161"/>
                  </a:lnTo>
                  <a:lnTo>
                    <a:pt x="2886922" y="178161"/>
                  </a:lnTo>
                  <a:lnTo>
                    <a:pt x="2886922" y="176910"/>
                  </a:lnTo>
                  <a:lnTo>
                    <a:pt x="2891161" y="176910"/>
                  </a:lnTo>
                  <a:lnTo>
                    <a:pt x="2891161" y="176493"/>
                  </a:lnTo>
                  <a:lnTo>
                    <a:pt x="2895400" y="176493"/>
                  </a:lnTo>
                  <a:lnTo>
                    <a:pt x="2895400" y="175658"/>
                  </a:lnTo>
                  <a:lnTo>
                    <a:pt x="2899639" y="175658"/>
                  </a:lnTo>
                  <a:lnTo>
                    <a:pt x="2903879" y="175658"/>
                  </a:lnTo>
                  <a:lnTo>
                    <a:pt x="2903879" y="175239"/>
                  </a:lnTo>
                  <a:lnTo>
                    <a:pt x="2908118" y="175239"/>
                  </a:lnTo>
                  <a:lnTo>
                    <a:pt x="2912357" y="175239"/>
                  </a:lnTo>
                  <a:lnTo>
                    <a:pt x="2912357" y="174821"/>
                  </a:lnTo>
                  <a:lnTo>
                    <a:pt x="2916596" y="174821"/>
                  </a:lnTo>
                  <a:lnTo>
                    <a:pt x="2920836" y="174821"/>
                  </a:lnTo>
                  <a:lnTo>
                    <a:pt x="2925075" y="174821"/>
                  </a:lnTo>
                  <a:lnTo>
                    <a:pt x="2925075" y="174401"/>
                  </a:lnTo>
                  <a:lnTo>
                    <a:pt x="2929314" y="174401"/>
                  </a:lnTo>
                  <a:lnTo>
                    <a:pt x="2933553" y="174401"/>
                  </a:lnTo>
                  <a:lnTo>
                    <a:pt x="2933553" y="173980"/>
                  </a:lnTo>
                  <a:lnTo>
                    <a:pt x="2937792" y="173980"/>
                  </a:lnTo>
                  <a:lnTo>
                    <a:pt x="2942032" y="173980"/>
                  </a:lnTo>
                  <a:lnTo>
                    <a:pt x="2942032" y="173559"/>
                  </a:lnTo>
                  <a:lnTo>
                    <a:pt x="2946271" y="173559"/>
                  </a:lnTo>
                  <a:lnTo>
                    <a:pt x="2946271" y="173138"/>
                  </a:lnTo>
                  <a:lnTo>
                    <a:pt x="2950510" y="173138"/>
                  </a:lnTo>
                  <a:lnTo>
                    <a:pt x="2950510" y="172294"/>
                  </a:lnTo>
                  <a:lnTo>
                    <a:pt x="2954749" y="172294"/>
                  </a:lnTo>
                  <a:lnTo>
                    <a:pt x="2954749" y="171872"/>
                  </a:lnTo>
                  <a:lnTo>
                    <a:pt x="2958989" y="171872"/>
                  </a:lnTo>
                  <a:lnTo>
                    <a:pt x="2963228" y="171872"/>
                  </a:lnTo>
                  <a:lnTo>
                    <a:pt x="2967467" y="171872"/>
                  </a:lnTo>
                  <a:lnTo>
                    <a:pt x="2971706" y="171872"/>
                  </a:lnTo>
                  <a:lnTo>
                    <a:pt x="2975946" y="171872"/>
                  </a:lnTo>
                  <a:lnTo>
                    <a:pt x="2980185" y="171872"/>
                  </a:lnTo>
                  <a:lnTo>
                    <a:pt x="2984424" y="171872"/>
                  </a:lnTo>
                  <a:lnTo>
                    <a:pt x="2984424" y="171023"/>
                  </a:lnTo>
                  <a:lnTo>
                    <a:pt x="2988663" y="171023"/>
                  </a:lnTo>
                  <a:lnTo>
                    <a:pt x="2992903" y="171023"/>
                  </a:lnTo>
                  <a:lnTo>
                    <a:pt x="2992903" y="170597"/>
                  </a:lnTo>
                  <a:lnTo>
                    <a:pt x="2997142" y="170597"/>
                  </a:lnTo>
                  <a:lnTo>
                    <a:pt x="3001381" y="170597"/>
                  </a:lnTo>
                  <a:lnTo>
                    <a:pt x="3001381" y="170171"/>
                  </a:lnTo>
                  <a:lnTo>
                    <a:pt x="3005620" y="170171"/>
                  </a:lnTo>
                  <a:lnTo>
                    <a:pt x="3009860" y="170171"/>
                  </a:lnTo>
                  <a:lnTo>
                    <a:pt x="3014099" y="170171"/>
                  </a:lnTo>
                  <a:lnTo>
                    <a:pt x="3018338" y="170171"/>
                  </a:lnTo>
                  <a:lnTo>
                    <a:pt x="3022577" y="170171"/>
                  </a:lnTo>
                  <a:lnTo>
                    <a:pt x="3026817" y="170171"/>
                  </a:lnTo>
                  <a:lnTo>
                    <a:pt x="3031056" y="170171"/>
                  </a:lnTo>
                  <a:lnTo>
                    <a:pt x="3031056" y="169742"/>
                  </a:lnTo>
                  <a:lnTo>
                    <a:pt x="3035295" y="169742"/>
                  </a:lnTo>
                  <a:lnTo>
                    <a:pt x="3039534" y="169742"/>
                  </a:lnTo>
                  <a:lnTo>
                    <a:pt x="3039534" y="169313"/>
                  </a:lnTo>
                  <a:lnTo>
                    <a:pt x="3043773" y="169313"/>
                  </a:lnTo>
                  <a:lnTo>
                    <a:pt x="3048013" y="169313"/>
                  </a:lnTo>
                  <a:lnTo>
                    <a:pt x="3048013" y="168883"/>
                  </a:lnTo>
                  <a:lnTo>
                    <a:pt x="3052252" y="168883"/>
                  </a:lnTo>
                  <a:lnTo>
                    <a:pt x="3052252" y="168452"/>
                  </a:lnTo>
                  <a:lnTo>
                    <a:pt x="3056491" y="168452"/>
                  </a:lnTo>
                  <a:lnTo>
                    <a:pt x="3056491" y="168022"/>
                  </a:lnTo>
                  <a:lnTo>
                    <a:pt x="3060730" y="168022"/>
                  </a:lnTo>
                  <a:lnTo>
                    <a:pt x="3064970" y="168022"/>
                  </a:lnTo>
                  <a:lnTo>
                    <a:pt x="3064970" y="167591"/>
                  </a:lnTo>
                  <a:lnTo>
                    <a:pt x="3069209" y="167591"/>
                  </a:lnTo>
                  <a:lnTo>
                    <a:pt x="3069209" y="166729"/>
                  </a:lnTo>
                  <a:lnTo>
                    <a:pt x="3073448" y="166729"/>
                  </a:lnTo>
                  <a:lnTo>
                    <a:pt x="3073448" y="165436"/>
                  </a:lnTo>
                  <a:lnTo>
                    <a:pt x="3077687" y="165436"/>
                  </a:lnTo>
                  <a:lnTo>
                    <a:pt x="3081927" y="165436"/>
                  </a:lnTo>
                  <a:lnTo>
                    <a:pt x="3086166" y="165436"/>
                  </a:lnTo>
                  <a:lnTo>
                    <a:pt x="3090405" y="165436"/>
                  </a:lnTo>
                  <a:lnTo>
                    <a:pt x="3090405" y="163707"/>
                  </a:lnTo>
                  <a:lnTo>
                    <a:pt x="3094644" y="163707"/>
                  </a:lnTo>
                  <a:lnTo>
                    <a:pt x="3098884" y="163707"/>
                  </a:lnTo>
                  <a:lnTo>
                    <a:pt x="3103123" y="163707"/>
                  </a:lnTo>
                  <a:lnTo>
                    <a:pt x="3103123" y="161974"/>
                  </a:lnTo>
                  <a:lnTo>
                    <a:pt x="3107362" y="161974"/>
                  </a:lnTo>
                  <a:lnTo>
                    <a:pt x="3111601" y="161974"/>
                  </a:lnTo>
                  <a:lnTo>
                    <a:pt x="3111601" y="161540"/>
                  </a:lnTo>
                  <a:lnTo>
                    <a:pt x="3115841" y="161540"/>
                  </a:lnTo>
                  <a:lnTo>
                    <a:pt x="3120080" y="161540"/>
                  </a:lnTo>
                  <a:lnTo>
                    <a:pt x="3124319" y="161540"/>
                  </a:lnTo>
                  <a:lnTo>
                    <a:pt x="3124319" y="160670"/>
                  </a:lnTo>
                  <a:lnTo>
                    <a:pt x="3128558" y="160670"/>
                  </a:lnTo>
                  <a:lnTo>
                    <a:pt x="3132798" y="160670"/>
                  </a:lnTo>
                  <a:lnTo>
                    <a:pt x="3132798" y="160234"/>
                  </a:lnTo>
                  <a:lnTo>
                    <a:pt x="3137037" y="160234"/>
                  </a:lnTo>
                  <a:lnTo>
                    <a:pt x="3141276" y="160234"/>
                  </a:lnTo>
                  <a:lnTo>
                    <a:pt x="3145515" y="160234"/>
                  </a:lnTo>
                  <a:lnTo>
                    <a:pt x="3149754" y="160234"/>
                  </a:lnTo>
                  <a:lnTo>
                    <a:pt x="3153994" y="160234"/>
                  </a:lnTo>
                  <a:lnTo>
                    <a:pt x="3158233" y="160234"/>
                  </a:lnTo>
                  <a:lnTo>
                    <a:pt x="3162472" y="160234"/>
                  </a:lnTo>
                  <a:lnTo>
                    <a:pt x="3162472" y="159795"/>
                  </a:lnTo>
                  <a:lnTo>
                    <a:pt x="3166711" y="159795"/>
                  </a:lnTo>
                  <a:lnTo>
                    <a:pt x="3170951" y="159795"/>
                  </a:lnTo>
                  <a:lnTo>
                    <a:pt x="3175190" y="159795"/>
                  </a:lnTo>
                  <a:lnTo>
                    <a:pt x="3179429" y="159795"/>
                  </a:lnTo>
                  <a:lnTo>
                    <a:pt x="3183668" y="159795"/>
                  </a:lnTo>
                  <a:lnTo>
                    <a:pt x="3183668" y="159356"/>
                  </a:lnTo>
                  <a:lnTo>
                    <a:pt x="3187908" y="159356"/>
                  </a:lnTo>
                  <a:lnTo>
                    <a:pt x="3192147" y="159356"/>
                  </a:lnTo>
                  <a:lnTo>
                    <a:pt x="3192147" y="158916"/>
                  </a:lnTo>
                  <a:lnTo>
                    <a:pt x="3196386" y="158916"/>
                  </a:lnTo>
                  <a:lnTo>
                    <a:pt x="3200625" y="158916"/>
                  </a:lnTo>
                  <a:lnTo>
                    <a:pt x="3200625" y="158474"/>
                  </a:lnTo>
                  <a:lnTo>
                    <a:pt x="3204865" y="158474"/>
                  </a:lnTo>
                  <a:lnTo>
                    <a:pt x="3209104" y="158474"/>
                  </a:lnTo>
                  <a:lnTo>
                    <a:pt x="3213343" y="158474"/>
                  </a:lnTo>
                  <a:lnTo>
                    <a:pt x="3217582" y="158474"/>
                  </a:lnTo>
                  <a:lnTo>
                    <a:pt x="3217582" y="158032"/>
                  </a:lnTo>
                  <a:lnTo>
                    <a:pt x="3221822" y="158032"/>
                  </a:lnTo>
                  <a:lnTo>
                    <a:pt x="3221822" y="157589"/>
                  </a:lnTo>
                  <a:lnTo>
                    <a:pt x="3226061" y="157589"/>
                  </a:lnTo>
                  <a:lnTo>
                    <a:pt x="3230300" y="157589"/>
                  </a:lnTo>
                  <a:lnTo>
                    <a:pt x="3234539" y="157589"/>
                  </a:lnTo>
                  <a:lnTo>
                    <a:pt x="3234539" y="157146"/>
                  </a:lnTo>
                  <a:lnTo>
                    <a:pt x="3238778" y="157146"/>
                  </a:lnTo>
                  <a:lnTo>
                    <a:pt x="3243018" y="157146"/>
                  </a:lnTo>
                  <a:lnTo>
                    <a:pt x="3247257" y="157146"/>
                  </a:lnTo>
                  <a:lnTo>
                    <a:pt x="3247257" y="156702"/>
                  </a:lnTo>
                  <a:lnTo>
                    <a:pt x="3251496" y="156702"/>
                  </a:lnTo>
                  <a:lnTo>
                    <a:pt x="3255735" y="156702"/>
                  </a:lnTo>
                  <a:lnTo>
                    <a:pt x="3259975" y="156702"/>
                  </a:lnTo>
                  <a:lnTo>
                    <a:pt x="3264214" y="156702"/>
                  </a:lnTo>
                  <a:lnTo>
                    <a:pt x="3268453" y="156702"/>
                  </a:lnTo>
                  <a:lnTo>
                    <a:pt x="3268453" y="155809"/>
                  </a:lnTo>
                  <a:lnTo>
                    <a:pt x="3272692" y="155809"/>
                  </a:lnTo>
                  <a:lnTo>
                    <a:pt x="3276932" y="155809"/>
                  </a:lnTo>
                  <a:lnTo>
                    <a:pt x="3276932" y="155363"/>
                  </a:lnTo>
                  <a:lnTo>
                    <a:pt x="3281171" y="155363"/>
                  </a:lnTo>
                  <a:lnTo>
                    <a:pt x="3281171" y="154469"/>
                  </a:lnTo>
                  <a:lnTo>
                    <a:pt x="3285410" y="154469"/>
                  </a:lnTo>
                  <a:lnTo>
                    <a:pt x="3289649" y="154469"/>
                  </a:lnTo>
                  <a:lnTo>
                    <a:pt x="3289649" y="154021"/>
                  </a:lnTo>
                  <a:lnTo>
                    <a:pt x="3293889" y="154021"/>
                  </a:lnTo>
                  <a:lnTo>
                    <a:pt x="3293889" y="153124"/>
                  </a:lnTo>
                  <a:lnTo>
                    <a:pt x="3298128" y="153124"/>
                  </a:lnTo>
                  <a:lnTo>
                    <a:pt x="3302367" y="153124"/>
                  </a:lnTo>
                  <a:lnTo>
                    <a:pt x="3302367" y="152675"/>
                  </a:lnTo>
                  <a:lnTo>
                    <a:pt x="3306606" y="152675"/>
                  </a:lnTo>
                  <a:lnTo>
                    <a:pt x="3310846" y="152675"/>
                  </a:lnTo>
                  <a:lnTo>
                    <a:pt x="3315085" y="152675"/>
                  </a:lnTo>
                  <a:lnTo>
                    <a:pt x="3315085" y="152226"/>
                  </a:lnTo>
                  <a:lnTo>
                    <a:pt x="3319324" y="152226"/>
                  </a:lnTo>
                  <a:lnTo>
                    <a:pt x="3319324" y="151775"/>
                  </a:lnTo>
                  <a:lnTo>
                    <a:pt x="3323563" y="151775"/>
                  </a:lnTo>
                  <a:lnTo>
                    <a:pt x="3323563" y="151325"/>
                  </a:lnTo>
                  <a:lnTo>
                    <a:pt x="3327803" y="151325"/>
                  </a:lnTo>
                  <a:lnTo>
                    <a:pt x="3332042" y="151325"/>
                  </a:lnTo>
                  <a:lnTo>
                    <a:pt x="3332042" y="150874"/>
                  </a:lnTo>
                  <a:lnTo>
                    <a:pt x="3336281" y="150874"/>
                  </a:lnTo>
                  <a:lnTo>
                    <a:pt x="3336281" y="149521"/>
                  </a:lnTo>
                  <a:lnTo>
                    <a:pt x="3340520" y="149521"/>
                  </a:lnTo>
                  <a:lnTo>
                    <a:pt x="3340520" y="148619"/>
                  </a:lnTo>
                  <a:lnTo>
                    <a:pt x="3344759" y="148619"/>
                  </a:lnTo>
                  <a:lnTo>
                    <a:pt x="3348999" y="148619"/>
                  </a:lnTo>
                  <a:lnTo>
                    <a:pt x="3348999" y="148167"/>
                  </a:lnTo>
                  <a:lnTo>
                    <a:pt x="3353238" y="148167"/>
                  </a:lnTo>
                  <a:lnTo>
                    <a:pt x="3357477" y="148167"/>
                  </a:lnTo>
                  <a:lnTo>
                    <a:pt x="3361716" y="148167"/>
                  </a:lnTo>
                  <a:lnTo>
                    <a:pt x="3365956" y="148167"/>
                  </a:lnTo>
                  <a:lnTo>
                    <a:pt x="3370195" y="148167"/>
                  </a:lnTo>
                  <a:lnTo>
                    <a:pt x="3374434" y="148167"/>
                  </a:lnTo>
                  <a:lnTo>
                    <a:pt x="3378673" y="148167"/>
                  </a:lnTo>
                  <a:lnTo>
                    <a:pt x="3382913" y="148167"/>
                  </a:lnTo>
                  <a:lnTo>
                    <a:pt x="3387152" y="148167"/>
                  </a:lnTo>
                  <a:lnTo>
                    <a:pt x="3391391" y="148167"/>
                  </a:lnTo>
                  <a:lnTo>
                    <a:pt x="3391391" y="147711"/>
                  </a:lnTo>
                  <a:lnTo>
                    <a:pt x="3395630" y="147711"/>
                  </a:lnTo>
                  <a:lnTo>
                    <a:pt x="3399870" y="147711"/>
                  </a:lnTo>
                  <a:lnTo>
                    <a:pt x="3399870" y="147253"/>
                  </a:lnTo>
                  <a:lnTo>
                    <a:pt x="3404109" y="147253"/>
                  </a:lnTo>
                  <a:lnTo>
                    <a:pt x="3404109" y="146337"/>
                  </a:lnTo>
                  <a:lnTo>
                    <a:pt x="3408348" y="146337"/>
                  </a:lnTo>
                  <a:lnTo>
                    <a:pt x="3412587" y="146337"/>
                  </a:lnTo>
                  <a:lnTo>
                    <a:pt x="3416827" y="146337"/>
                  </a:lnTo>
                  <a:lnTo>
                    <a:pt x="3421066" y="146337"/>
                  </a:lnTo>
                  <a:lnTo>
                    <a:pt x="3425305" y="146337"/>
                  </a:lnTo>
                  <a:lnTo>
                    <a:pt x="3425305" y="145878"/>
                  </a:lnTo>
                  <a:lnTo>
                    <a:pt x="3429544" y="145878"/>
                  </a:lnTo>
                  <a:lnTo>
                    <a:pt x="3429544" y="144957"/>
                  </a:lnTo>
                  <a:lnTo>
                    <a:pt x="3433784" y="144957"/>
                  </a:lnTo>
                  <a:lnTo>
                    <a:pt x="3433784" y="144497"/>
                  </a:lnTo>
                  <a:lnTo>
                    <a:pt x="3438023" y="144497"/>
                  </a:lnTo>
                  <a:lnTo>
                    <a:pt x="3442262" y="144497"/>
                  </a:lnTo>
                  <a:lnTo>
                    <a:pt x="3446501" y="144497"/>
                  </a:lnTo>
                  <a:lnTo>
                    <a:pt x="3450740" y="144497"/>
                  </a:lnTo>
                  <a:lnTo>
                    <a:pt x="3454980" y="144497"/>
                  </a:lnTo>
                  <a:lnTo>
                    <a:pt x="3454980" y="144036"/>
                  </a:lnTo>
                  <a:lnTo>
                    <a:pt x="3459219" y="144036"/>
                  </a:lnTo>
                  <a:lnTo>
                    <a:pt x="3459219" y="143112"/>
                  </a:lnTo>
                  <a:lnTo>
                    <a:pt x="3463458" y="143112"/>
                  </a:lnTo>
                  <a:lnTo>
                    <a:pt x="3467697" y="143112"/>
                  </a:lnTo>
                  <a:lnTo>
                    <a:pt x="3471937" y="143112"/>
                  </a:lnTo>
                  <a:lnTo>
                    <a:pt x="3476176" y="143112"/>
                  </a:lnTo>
                  <a:lnTo>
                    <a:pt x="3480415" y="143112"/>
                  </a:lnTo>
                  <a:lnTo>
                    <a:pt x="3484654" y="143112"/>
                  </a:lnTo>
                  <a:lnTo>
                    <a:pt x="3488894" y="143112"/>
                  </a:lnTo>
                  <a:lnTo>
                    <a:pt x="3488894" y="142185"/>
                  </a:lnTo>
                  <a:lnTo>
                    <a:pt x="3493133" y="142185"/>
                  </a:lnTo>
                  <a:lnTo>
                    <a:pt x="3497372" y="142185"/>
                  </a:lnTo>
                  <a:lnTo>
                    <a:pt x="3501611" y="142185"/>
                  </a:lnTo>
                  <a:lnTo>
                    <a:pt x="3501611" y="141255"/>
                  </a:lnTo>
                  <a:lnTo>
                    <a:pt x="3505851" y="141255"/>
                  </a:lnTo>
                  <a:lnTo>
                    <a:pt x="3505851" y="140790"/>
                  </a:lnTo>
                  <a:lnTo>
                    <a:pt x="3510090" y="140790"/>
                  </a:lnTo>
                  <a:lnTo>
                    <a:pt x="3510090" y="140325"/>
                  </a:lnTo>
                  <a:lnTo>
                    <a:pt x="3514329" y="140325"/>
                  </a:lnTo>
                  <a:lnTo>
                    <a:pt x="3514329" y="139859"/>
                  </a:lnTo>
                  <a:lnTo>
                    <a:pt x="3518568" y="139859"/>
                  </a:lnTo>
                  <a:lnTo>
                    <a:pt x="3522808" y="139859"/>
                  </a:lnTo>
                  <a:lnTo>
                    <a:pt x="3527047" y="139859"/>
                  </a:lnTo>
                  <a:lnTo>
                    <a:pt x="3527047" y="139392"/>
                  </a:lnTo>
                  <a:lnTo>
                    <a:pt x="3531286" y="139392"/>
                  </a:lnTo>
                  <a:lnTo>
                    <a:pt x="3531286" y="138926"/>
                  </a:lnTo>
                  <a:lnTo>
                    <a:pt x="3535525" y="138926"/>
                  </a:lnTo>
                  <a:lnTo>
                    <a:pt x="3535525" y="138459"/>
                  </a:lnTo>
                  <a:lnTo>
                    <a:pt x="3539765" y="138459"/>
                  </a:lnTo>
                  <a:lnTo>
                    <a:pt x="3544004" y="138459"/>
                  </a:lnTo>
                  <a:lnTo>
                    <a:pt x="3548243" y="138459"/>
                  </a:lnTo>
                  <a:lnTo>
                    <a:pt x="3548243" y="137525"/>
                  </a:lnTo>
                  <a:lnTo>
                    <a:pt x="3552482" y="137525"/>
                  </a:lnTo>
                  <a:lnTo>
                    <a:pt x="3552482" y="136120"/>
                  </a:lnTo>
                  <a:lnTo>
                    <a:pt x="3556721" y="136120"/>
                  </a:lnTo>
                  <a:lnTo>
                    <a:pt x="3560961" y="136120"/>
                  </a:lnTo>
                  <a:lnTo>
                    <a:pt x="3560961" y="135652"/>
                  </a:lnTo>
                  <a:lnTo>
                    <a:pt x="3565200" y="135652"/>
                  </a:lnTo>
                  <a:lnTo>
                    <a:pt x="3569439" y="135652"/>
                  </a:lnTo>
                  <a:lnTo>
                    <a:pt x="3573678" y="135652"/>
                  </a:lnTo>
                  <a:lnTo>
                    <a:pt x="3573678" y="135183"/>
                  </a:lnTo>
                  <a:lnTo>
                    <a:pt x="3577918" y="135183"/>
                  </a:lnTo>
                  <a:lnTo>
                    <a:pt x="3582157" y="135183"/>
                  </a:lnTo>
                  <a:lnTo>
                    <a:pt x="3586396" y="135183"/>
                  </a:lnTo>
                  <a:lnTo>
                    <a:pt x="3586396" y="134242"/>
                  </a:lnTo>
                  <a:lnTo>
                    <a:pt x="3590635" y="134242"/>
                  </a:lnTo>
                  <a:lnTo>
                    <a:pt x="3594875" y="134242"/>
                  </a:lnTo>
                  <a:lnTo>
                    <a:pt x="3594875" y="133771"/>
                  </a:lnTo>
                  <a:lnTo>
                    <a:pt x="3599114" y="133771"/>
                  </a:lnTo>
                  <a:lnTo>
                    <a:pt x="3599114" y="132828"/>
                  </a:lnTo>
                  <a:lnTo>
                    <a:pt x="3603353" y="132828"/>
                  </a:lnTo>
                  <a:lnTo>
                    <a:pt x="3607592" y="132828"/>
                  </a:lnTo>
                  <a:lnTo>
                    <a:pt x="3611832" y="132828"/>
                  </a:lnTo>
                  <a:lnTo>
                    <a:pt x="3616071" y="132828"/>
                  </a:lnTo>
                  <a:lnTo>
                    <a:pt x="3620310" y="132828"/>
                  </a:lnTo>
                  <a:lnTo>
                    <a:pt x="3624549" y="132828"/>
                  </a:lnTo>
                  <a:lnTo>
                    <a:pt x="3628789" y="132828"/>
                  </a:lnTo>
                  <a:lnTo>
                    <a:pt x="3633028" y="132828"/>
                  </a:lnTo>
                  <a:lnTo>
                    <a:pt x="3637267" y="132828"/>
                  </a:lnTo>
                  <a:lnTo>
                    <a:pt x="3641506" y="132828"/>
                  </a:lnTo>
                  <a:lnTo>
                    <a:pt x="3645745" y="132828"/>
                  </a:lnTo>
                  <a:lnTo>
                    <a:pt x="3649985" y="132828"/>
                  </a:lnTo>
                  <a:lnTo>
                    <a:pt x="3654224" y="132828"/>
                  </a:lnTo>
                  <a:lnTo>
                    <a:pt x="3654224" y="132353"/>
                  </a:lnTo>
                  <a:lnTo>
                    <a:pt x="3658463" y="132353"/>
                  </a:lnTo>
                  <a:lnTo>
                    <a:pt x="3662702" y="132353"/>
                  </a:lnTo>
                  <a:lnTo>
                    <a:pt x="3662702" y="131403"/>
                  </a:lnTo>
                  <a:lnTo>
                    <a:pt x="3666942" y="131403"/>
                  </a:lnTo>
                  <a:lnTo>
                    <a:pt x="3671181" y="131403"/>
                  </a:lnTo>
                  <a:lnTo>
                    <a:pt x="3675420" y="131403"/>
                  </a:lnTo>
                  <a:lnTo>
                    <a:pt x="3675420" y="130926"/>
                  </a:lnTo>
                  <a:lnTo>
                    <a:pt x="3679659" y="130926"/>
                  </a:lnTo>
                  <a:lnTo>
                    <a:pt x="3683899" y="130926"/>
                  </a:lnTo>
                  <a:lnTo>
                    <a:pt x="3688138" y="130926"/>
                  </a:lnTo>
                  <a:lnTo>
                    <a:pt x="3688138" y="130449"/>
                  </a:lnTo>
                  <a:lnTo>
                    <a:pt x="3692377" y="130449"/>
                  </a:lnTo>
                  <a:lnTo>
                    <a:pt x="3696616" y="130449"/>
                  </a:lnTo>
                  <a:lnTo>
                    <a:pt x="3696616" y="129013"/>
                  </a:lnTo>
                  <a:lnTo>
                    <a:pt x="3700856" y="129013"/>
                  </a:lnTo>
                  <a:lnTo>
                    <a:pt x="3705095" y="129013"/>
                  </a:lnTo>
                  <a:lnTo>
                    <a:pt x="3709334" y="129013"/>
                  </a:lnTo>
                  <a:lnTo>
                    <a:pt x="3713573" y="129013"/>
                  </a:lnTo>
                  <a:lnTo>
                    <a:pt x="3713573" y="128533"/>
                  </a:lnTo>
                  <a:lnTo>
                    <a:pt x="3717813" y="128533"/>
                  </a:lnTo>
                  <a:lnTo>
                    <a:pt x="3722052" y="128533"/>
                  </a:lnTo>
                  <a:lnTo>
                    <a:pt x="3726291" y="128533"/>
                  </a:lnTo>
                  <a:lnTo>
                    <a:pt x="3726291" y="128052"/>
                  </a:lnTo>
                  <a:lnTo>
                    <a:pt x="3730530" y="128052"/>
                  </a:lnTo>
                  <a:lnTo>
                    <a:pt x="3730530" y="127570"/>
                  </a:lnTo>
                  <a:lnTo>
                    <a:pt x="3734770" y="127570"/>
                  </a:lnTo>
                  <a:lnTo>
                    <a:pt x="3734770" y="127089"/>
                  </a:lnTo>
                  <a:lnTo>
                    <a:pt x="3739009" y="127089"/>
                  </a:lnTo>
                  <a:lnTo>
                    <a:pt x="3743248" y="127089"/>
                  </a:lnTo>
                  <a:lnTo>
                    <a:pt x="3747487" y="127089"/>
                  </a:lnTo>
                  <a:lnTo>
                    <a:pt x="3747487" y="126606"/>
                  </a:lnTo>
                  <a:lnTo>
                    <a:pt x="3751726" y="126606"/>
                  </a:lnTo>
                  <a:lnTo>
                    <a:pt x="3755966" y="126606"/>
                  </a:lnTo>
                  <a:lnTo>
                    <a:pt x="3755966" y="126123"/>
                  </a:lnTo>
                  <a:lnTo>
                    <a:pt x="3760205" y="126123"/>
                  </a:lnTo>
                  <a:lnTo>
                    <a:pt x="3760205" y="125639"/>
                  </a:lnTo>
                  <a:lnTo>
                    <a:pt x="3764444" y="125639"/>
                  </a:lnTo>
                  <a:lnTo>
                    <a:pt x="3768683" y="125639"/>
                  </a:lnTo>
                  <a:lnTo>
                    <a:pt x="3772923" y="125639"/>
                  </a:lnTo>
                  <a:lnTo>
                    <a:pt x="3777162" y="125639"/>
                  </a:lnTo>
                  <a:lnTo>
                    <a:pt x="3781401" y="125639"/>
                  </a:lnTo>
                  <a:lnTo>
                    <a:pt x="3781401" y="125154"/>
                  </a:lnTo>
                  <a:lnTo>
                    <a:pt x="3785640" y="125154"/>
                  </a:lnTo>
                  <a:lnTo>
                    <a:pt x="3785640" y="124668"/>
                  </a:lnTo>
                  <a:lnTo>
                    <a:pt x="3789880" y="124668"/>
                  </a:lnTo>
                  <a:lnTo>
                    <a:pt x="3794119" y="124668"/>
                  </a:lnTo>
                  <a:lnTo>
                    <a:pt x="3798358" y="124668"/>
                  </a:lnTo>
                  <a:lnTo>
                    <a:pt x="3802597" y="124668"/>
                  </a:lnTo>
                  <a:lnTo>
                    <a:pt x="3802597" y="124180"/>
                  </a:lnTo>
                  <a:lnTo>
                    <a:pt x="3806837" y="124180"/>
                  </a:lnTo>
                  <a:lnTo>
                    <a:pt x="3806837" y="123691"/>
                  </a:lnTo>
                  <a:lnTo>
                    <a:pt x="3811076" y="123691"/>
                  </a:lnTo>
                  <a:lnTo>
                    <a:pt x="3815315" y="123691"/>
                  </a:lnTo>
                  <a:lnTo>
                    <a:pt x="3815315" y="123202"/>
                  </a:lnTo>
                  <a:lnTo>
                    <a:pt x="3819554" y="123202"/>
                  </a:lnTo>
                  <a:lnTo>
                    <a:pt x="3823794" y="123202"/>
                  </a:lnTo>
                  <a:lnTo>
                    <a:pt x="3823794" y="122710"/>
                  </a:lnTo>
                  <a:lnTo>
                    <a:pt x="3828033" y="122710"/>
                  </a:lnTo>
                  <a:lnTo>
                    <a:pt x="3832272" y="122710"/>
                  </a:lnTo>
                  <a:lnTo>
                    <a:pt x="3836511" y="122710"/>
                  </a:lnTo>
                  <a:lnTo>
                    <a:pt x="3836511" y="122218"/>
                  </a:lnTo>
                  <a:lnTo>
                    <a:pt x="3840751" y="122218"/>
                  </a:lnTo>
                  <a:lnTo>
                    <a:pt x="3840751" y="121725"/>
                  </a:lnTo>
                  <a:lnTo>
                    <a:pt x="3844990" y="121725"/>
                  </a:lnTo>
                  <a:lnTo>
                    <a:pt x="3844990" y="120738"/>
                  </a:lnTo>
                  <a:lnTo>
                    <a:pt x="3849229" y="120738"/>
                  </a:lnTo>
                  <a:lnTo>
                    <a:pt x="3853468" y="120738"/>
                  </a:lnTo>
                  <a:lnTo>
                    <a:pt x="3857707" y="120738"/>
                  </a:lnTo>
                  <a:lnTo>
                    <a:pt x="3861947" y="120738"/>
                  </a:lnTo>
                  <a:lnTo>
                    <a:pt x="3866186" y="120738"/>
                  </a:lnTo>
                  <a:lnTo>
                    <a:pt x="3866186" y="120243"/>
                  </a:lnTo>
                  <a:lnTo>
                    <a:pt x="3870425" y="120243"/>
                  </a:lnTo>
                  <a:lnTo>
                    <a:pt x="3870425" y="119748"/>
                  </a:lnTo>
                  <a:lnTo>
                    <a:pt x="3874664" y="119748"/>
                  </a:lnTo>
                  <a:lnTo>
                    <a:pt x="3874664" y="118756"/>
                  </a:lnTo>
                  <a:lnTo>
                    <a:pt x="3878904" y="118756"/>
                  </a:lnTo>
                  <a:lnTo>
                    <a:pt x="3883143" y="118756"/>
                  </a:lnTo>
                  <a:lnTo>
                    <a:pt x="3887382" y="118756"/>
                  </a:lnTo>
                  <a:lnTo>
                    <a:pt x="3891621" y="118756"/>
                  </a:lnTo>
                  <a:lnTo>
                    <a:pt x="3891621" y="118259"/>
                  </a:lnTo>
                  <a:lnTo>
                    <a:pt x="3895861" y="118259"/>
                  </a:lnTo>
                  <a:lnTo>
                    <a:pt x="3900100" y="118259"/>
                  </a:lnTo>
                  <a:lnTo>
                    <a:pt x="3904339" y="118259"/>
                  </a:lnTo>
                  <a:lnTo>
                    <a:pt x="3908578" y="118259"/>
                  </a:lnTo>
                  <a:lnTo>
                    <a:pt x="3912818" y="118259"/>
                  </a:lnTo>
                  <a:lnTo>
                    <a:pt x="3912818" y="117760"/>
                  </a:lnTo>
                  <a:lnTo>
                    <a:pt x="3917057" y="117760"/>
                  </a:lnTo>
                  <a:lnTo>
                    <a:pt x="3917057" y="117261"/>
                  </a:lnTo>
                  <a:lnTo>
                    <a:pt x="3921296" y="117261"/>
                  </a:lnTo>
                  <a:lnTo>
                    <a:pt x="3925535" y="117261"/>
                  </a:lnTo>
                  <a:lnTo>
                    <a:pt x="3929775" y="117261"/>
                  </a:lnTo>
                  <a:lnTo>
                    <a:pt x="3929775" y="116760"/>
                  </a:lnTo>
                  <a:lnTo>
                    <a:pt x="3934014" y="116760"/>
                  </a:lnTo>
                  <a:lnTo>
                    <a:pt x="3934014" y="116259"/>
                  </a:lnTo>
                  <a:lnTo>
                    <a:pt x="3938253" y="116259"/>
                  </a:lnTo>
                  <a:lnTo>
                    <a:pt x="3942492" y="116259"/>
                  </a:lnTo>
                  <a:lnTo>
                    <a:pt x="3946731" y="116259"/>
                  </a:lnTo>
                  <a:lnTo>
                    <a:pt x="3950971" y="116259"/>
                  </a:lnTo>
                  <a:lnTo>
                    <a:pt x="3955210" y="116259"/>
                  </a:lnTo>
                  <a:lnTo>
                    <a:pt x="3959449" y="116259"/>
                  </a:lnTo>
                  <a:lnTo>
                    <a:pt x="3959449" y="115757"/>
                  </a:lnTo>
                  <a:lnTo>
                    <a:pt x="3963688" y="115757"/>
                  </a:lnTo>
                  <a:lnTo>
                    <a:pt x="3967928" y="115757"/>
                  </a:lnTo>
                  <a:lnTo>
                    <a:pt x="3972167" y="115757"/>
                  </a:lnTo>
                  <a:lnTo>
                    <a:pt x="3976406" y="115757"/>
                  </a:lnTo>
                  <a:lnTo>
                    <a:pt x="3976406" y="115252"/>
                  </a:lnTo>
                  <a:lnTo>
                    <a:pt x="3980645" y="115252"/>
                  </a:lnTo>
                  <a:lnTo>
                    <a:pt x="3984885" y="115252"/>
                  </a:lnTo>
                  <a:lnTo>
                    <a:pt x="3989124" y="115252"/>
                  </a:lnTo>
                  <a:lnTo>
                    <a:pt x="3989124" y="114747"/>
                  </a:lnTo>
                  <a:lnTo>
                    <a:pt x="3993363" y="114747"/>
                  </a:lnTo>
                  <a:lnTo>
                    <a:pt x="3997602" y="114747"/>
                  </a:lnTo>
                  <a:lnTo>
                    <a:pt x="3997602" y="114241"/>
                  </a:lnTo>
                  <a:lnTo>
                    <a:pt x="4001842" y="114241"/>
                  </a:lnTo>
                  <a:lnTo>
                    <a:pt x="4006081" y="114241"/>
                  </a:lnTo>
                  <a:lnTo>
                    <a:pt x="4010320" y="114241"/>
                  </a:lnTo>
                  <a:lnTo>
                    <a:pt x="4014559" y="114241"/>
                  </a:lnTo>
                  <a:lnTo>
                    <a:pt x="4014559" y="113734"/>
                  </a:lnTo>
                  <a:lnTo>
                    <a:pt x="4018799" y="113734"/>
                  </a:lnTo>
                  <a:lnTo>
                    <a:pt x="4023038" y="113734"/>
                  </a:lnTo>
                  <a:lnTo>
                    <a:pt x="4023038" y="113227"/>
                  </a:lnTo>
                  <a:lnTo>
                    <a:pt x="4027277" y="113227"/>
                  </a:lnTo>
                  <a:lnTo>
                    <a:pt x="4031516" y="113227"/>
                  </a:lnTo>
                  <a:lnTo>
                    <a:pt x="4031516" y="112719"/>
                  </a:lnTo>
                  <a:lnTo>
                    <a:pt x="4035756" y="112719"/>
                  </a:lnTo>
                  <a:lnTo>
                    <a:pt x="4039995" y="112719"/>
                  </a:lnTo>
                  <a:lnTo>
                    <a:pt x="4044234" y="112719"/>
                  </a:lnTo>
                  <a:lnTo>
                    <a:pt x="4048473" y="112719"/>
                  </a:lnTo>
                  <a:lnTo>
                    <a:pt x="4052712" y="112719"/>
                  </a:lnTo>
                  <a:lnTo>
                    <a:pt x="4056952" y="112719"/>
                  </a:lnTo>
                  <a:lnTo>
                    <a:pt x="4061191" y="112719"/>
                  </a:lnTo>
                  <a:lnTo>
                    <a:pt x="4065430" y="112719"/>
                  </a:lnTo>
                  <a:lnTo>
                    <a:pt x="4069669" y="112719"/>
                  </a:lnTo>
                  <a:lnTo>
                    <a:pt x="4073909" y="112719"/>
                  </a:lnTo>
                  <a:lnTo>
                    <a:pt x="4078148" y="112719"/>
                  </a:lnTo>
                  <a:lnTo>
                    <a:pt x="4082387" y="112719"/>
                  </a:lnTo>
                  <a:lnTo>
                    <a:pt x="4082387" y="112205"/>
                  </a:lnTo>
                  <a:lnTo>
                    <a:pt x="4086626" y="112205"/>
                  </a:lnTo>
                  <a:lnTo>
                    <a:pt x="4090866" y="112205"/>
                  </a:lnTo>
                  <a:lnTo>
                    <a:pt x="4095105" y="112205"/>
                  </a:lnTo>
                  <a:lnTo>
                    <a:pt x="4099344" y="112205"/>
                  </a:lnTo>
                  <a:lnTo>
                    <a:pt x="4103583" y="112205"/>
                  </a:lnTo>
                  <a:lnTo>
                    <a:pt x="4103583" y="111691"/>
                  </a:lnTo>
                  <a:lnTo>
                    <a:pt x="4107823" y="111691"/>
                  </a:lnTo>
                  <a:lnTo>
                    <a:pt x="4112062" y="111691"/>
                  </a:lnTo>
                  <a:lnTo>
                    <a:pt x="4112062" y="111175"/>
                  </a:lnTo>
                  <a:lnTo>
                    <a:pt x="4116301" y="111175"/>
                  </a:lnTo>
                  <a:lnTo>
                    <a:pt x="4120540" y="111175"/>
                  </a:lnTo>
                  <a:lnTo>
                    <a:pt x="4120540" y="110144"/>
                  </a:lnTo>
                  <a:lnTo>
                    <a:pt x="4124780" y="110144"/>
                  </a:lnTo>
                  <a:lnTo>
                    <a:pt x="4124780" y="109628"/>
                  </a:lnTo>
                  <a:lnTo>
                    <a:pt x="4129019" y="109628"/>
                  </a:lnTo>
                  <a:lnTo>
                    <a:pt x="4129019" y="109112"/>
                  </a:lnTo>
                  <a:lnTo>
                    <a:pt x="4133258" y="109112"/>
                  </a:lnTo>
                  <a:lnTo>
                    <a:pt x="4133258" y="108595"/>
                  </a:lnTo>
                  <a:lnTo>
                    <a:pt x="4137497" y="108595"/>
                  </a:lnTo>
                  <a:lnTo>
                    <a:pt x="4141737" y="108595"/>
                  </a:lnTo>
                  <a:lnTo>
                    <a:pt x="4145976" y="108595"/>
                  </a:lnTo>
                  <a:lnTo>
                    <a:pt x="4150215" y="108595"/>
                  </a:lnTo>
                  <a:lnTo>
                    <a:pt x="4150215" y="108077"/>
                  </a:lnTo>
                  <a:lnTo>
                    <a:pt x="4154454" y="108077"/>
                  </a:lnTo>
                  <a:lnTo>
                    <a:pt x="4158693" y="108077"/>
                  </a:lnTo>
                  <a:lnTo>
                    <a:pt x="4162933" y="108077"/>
                  </a:lnTo>
                  <a:lnTo>
                    <a:pt x="4162933" y="107040"/>
                  </a:lnTo>
                  <a:lnTo>
                    <a:pt x="4167172" y="107040"/>
                  </a:lnTo>
                  <a:lnTo>
                    <a:pt x="4171411" y="107040"/>
                  </a:lnTo>
                  <a:lnTo>
                    <a:pt x="4171411" y="106520"/>
                  </a:lnTo>
                  <a:lnTo>
                    <a:pt x="4175650" y="106520"/>
                  </a:lnTo>
                  <a:lnTo>
                    <a:pt x="4179890" y="106520"/>
                  </a:lnTo>
                  <a:lnTo>
                    <a:pt x="4179890" y="105999"/>
                  </a:lnTo>
                  <a:lnTo>
                    <a:pt x="4184129" y="105999"/>
                  </a:lnTo>
                  <a:lnTo>
                    <a:pt x="4188368" y="105999"/>
                  </a:lnTo>
                  <a:lnTo>
                    <a:pt x="4192607" y="105999"/>
                  </a:lnTo>
                  <a:lnTo>
                    <a:pt x="4196847" y="105999"/>
                  </a:lnTo>
                  <a:lnTo>
                    <a:pt x="4201086" y="105999"/>
                  </a:lnTo>
                  <a:lnTo>
                    <a:pt x="4205325" y="105999"/>
                  </a:lnTo>
                  <a:lnTo>
                    <a:pt x="4205325" y="105476"/>
                  </a:lnTo>
                  <a:lnTo>
                    <a:pt x="4209564" y="105476"/>
                  </a:lnTo>
                  <a:lnTo>
                    <a:pt x="4213804" y="105476"/>
                  </a:lnTo>
                  <a:lnTo>
                    <a:pt x="4218043" y="105476"/>
                  </a:lnTo>
                  <a:lnTo>
                    <a:pt x="4222282" y="105476"/>
                  </a:lnTo>
                  <a:lnTo>
                    <a:pt x="4226521" y="105476"/>
                  </a:lnTo>
                  <a:lnTo>
                    <a:pt x="4230761" y="105476"/>
                  </a:lnTo>
                  <a:lnTo>
                    <a:pt x="4230761" y="104425"/>
                  </a:lnTo>
                  <a:lnTo>
                    <a:pt x="4235000" y="104425"/>
                  </a:lnTo>
                  <a:lnTo>
                    <a:pt x="4239239" y="104425"/>
                  </a:lnTo>
                  <a:lnTo>
                    <a:pt x="4239239" y="103898"/>
                  </a:lnTo>
                  <a:lnTo>
                    <a:pt x="4243478" y="103898"/>
                  </a:lnTo>
                  <a:lnTo>
                    <a:pt x="4243478" y="103371"/>
                  </a:lnTo>
                  <a:lnTo>
                    <a:pt x="4247718" y="103371"/>
                  </a:lnTo>
                  <a:lnTo>
                    <a:pt x="4251957" y="103371"/>
                  </a:lnTo>
                  <a:lnTo>
                    <a:pt x="4256196" y="103371"/>
                  </a:lnTo>
                  <a:lnTo>
                    <a:pt x="4256196" y="102844"/>
                  </a:lnTo>
                  <a:lnTo>
                    <a:pt x="4260435" y="102844"/>
                  </a:lnTo>
                  <a:lnTo>
                    <a:pt x="4264674" y="102844"/>
                  </a:lnTo>
                  <a:lnTo>
                    <a:pt x="4268914" y="102844"/>
                  </a:lnTo>
                  <a:lnTo>
                    <a:pt x="4273153" y="102844"/>
                  </a:lnTo>
                  <a:lnTo>
                    <a:pt x="4277392" y="102844"/>
                  </a:lnTo>
                  <a:lnTo>
                    <a:pt x="4281631" y="102844"/>
                  </a:lnTo>
                  <a:lnTo>
                    <a:pt x="4285871" y="102844"/>
                  </a:lnTo>
                  <a:lnTo>
                    <a:pt x="4290110" y="102844"/>
                  </a:lnTo>
                  <a:lnTo>
                    <a:pt x="4294349" y="102844"/>
                  </a:lnTo>
                  <a:lnTo>
                    <a:pt x="4298588" y="102844"/>
                  </a:lnTo>
                  <a:lnTo>
                    <a:pt x="4302828" y="102844"/>
                  </a:lnTo>
                  <a:lnTo>
                    <a:pt x="4307067" y="102844"/>
                  </a:lnTo>
                  <a:lnTo>
                    <a:pt x="4311306" y="102844"/>
                  </a:lnTo>
                  <a:lnTo>
                    <a:pt x="4315545" y="102844"/>
                  </a:lnTo>
                  <a:lnTo>
                    <a:pt x="4319785" y="102844"/>
                  </a:lnTo>
                  <a:lnTo>
                    <a:pt x="4319785" y="101777"/>
                  </a:lnTo>
                  <a:lnTo>
                    <a:pt x="4324024" y="101777"/>
                  </a:lnTo>
                  <a:lnTo>
                    <a:pt x="4328263" y="101777"/>
                  </a:lnTo>
                  <a:lnTo>
                    <a:pt x="4332502" y="101777"/>
                  </a:lnTo>
                  <a:lnTo>
                    <a:pt x="4336742" y="101777"/>
                  </a:lnTo>
                  <a:lnTo>
                    <a:pt x="4340981" y="101777"/>
                  </a:lnTo>
                  <a:lnTo>
                    <a:pt x="4345220" y="101777"/>
                  </a:lnTo>
                  <a:lnTo>
                    <a:pt x="4345220" y="101241"/>
                  </a:lnTo>
                  <a:lnTo>
                    <a:pt x="4349459" y="101241"/>
                  </a:lnTo>
                  <a:lnTo>
                    <a:pt x="4353698" y="101241"/>
                  </a:lnTo>
                  <a:lnTo>
                    <a:pt x="4353698" y="100704"/>
                  </a:lnTo>
                  <a:lnTo>
                    <a:pt x="4357938" y="100704"/>
                  </a:lnTo>
                  <a:lnTo>
                    <a:pt x="4357938" y="100166"/>
                  </a:lnTo>
                  <a:lnTo>
                    <a:pt x="4362177" y="100166"/>
                  </a:lnTo>
                  <a:lnTo>
                    <a:pt x="4362177" y="99628"/>
                  </a:lnTo>
                  <a:lnTo>
                    <a:pt x="4366416" y="99628"/>
                  </a:lnTo>
                  <a:lnTo>
                    <a:pt x="4370655" y="99628"/>
                  </a:lnTo>
                  <a:lnTo>
                    <a:pt x="4374895" y="99628"/>
                  </a:lnTo>
                  <a:lnTo>
                    <a:pt x="4374895" y="99089"/>
                  </a:lnTo>
                  <a:lnTo>
                    <a:pt x="4379134" y="99089"/>
                  </a:lnTo>
                  <a:lnTo>
                    <a:pt x="4379134" y="97473"/>
                  </a:lnTo>
                  <a:lnTo>
                    <a:pt x="4383373" y="97473"/>
                  </a:lnTo>
                  <a:lnTo>
                    <a:pt x="4387612" y="97473"/>
                  </a:lnTo>
                  <a:lnTo>
                    <a:pt x="4391852" y="97473"/>
                  </a:lnTo>
                  <a:lnTo>
                    <a:pt x="4396091" y="97473"/>
                  </a:lnTo>
                  <a:lnTo>
                    <a:pt x="4400330" y="97473"/>
                  </a:lnTo>
                  <a:lnTo>
                    <a:pt x="4404569" y="97473"/>
                  </a:lnTo>
                  <a:lnTo>
                    <a:pt x="4404569" y="96931"/>
                  </a:lnTo>
                  <a:lnTo>
                    <a:pt x="4408809" y="96931"/>
                  </a:lnTo>
                  <a:lnTo>
                    <a:pt x="4413048" y="96931"/>
                  </a:lnTo>
                  <a:lnTo>
                    <a:pt x="4417287" y="96931"/>
                  </a:lnTo>
                  <a:lnTo>
                    <a:pt x="4421526" y="96931"/>
                  </a:lnTo>
                  <a:lnTo>
                    <a:pt x="4425766" y="96931"/>
                  </a:lnTo>
                  <a:lnTo>
                    <a:pt x="4430005" y="96931"/>
                  </a:lnTo>
                  <a:lnTo>
                    <a:pt x="4430005" y="96387"/>
                  </a:lnTo>
                  <a:lnTo>
                    <a:pt x="4434244" y="96387"/>
                  </a:lnTo>
                  <a:lnTo>
                    <a:pt x="4438483" y="96387"/>
                  </a:lnTo>
                  <a:lnTo>
                    <a:pt x="4442723" y="96387"/>
                  </a:lnTo>
                  <a:lnTo>
                    <a:pt x="4446962" y="96387"/>
                  </a:lnTo>
                  <a:lnTo>
                    <a:pt x="4451201" y="96387"/>
                  </a:lnTo>
                  <a:lnTo>
                    <a:pt x="4455440" y="96387"/>
                  </a:lnTo>
                  <a:lnTo>
                    <a:pt x="4459679" y="96387"/>
                  </a:lnTo>
                  <a:lnTo>
                    <a:pt x="4459679" y="95840"/>
                  </a:lnTo>
                  <a:lnTo>
                    <a:pt x="4463919" y="95840"/>
                  </a:lnTo>
                  <a:lnTo>
                    <a:pt x="4468158" y="95840"/>
                  </a:lnTo>
                  <a:lnTo>
                    <a:pt x="4468158" y="95291"/>
                  </a:lnTo>
                  <a:lnTo>
                    <a:pt x="4472397" y="95291"/>
                  </a:lnTo>
                  <a:lnTo>
                    <a:pt x="4476636" y="95291"/>
                  </a:lnTo>
                  <a:lnTo>
                    <a:pt x="4480876" y="95291"/>
                  </a:lnTo>
                  <a:lnTo>
                    <a:pt x="4485115" y="95291"/>
                  </a:lnTo>
                  <a:lnTo>
                    <a:pt x="4485115" y="94741"/>
                  </a:lnTo>
                  <a:lnTo>
                    <a:pt x="4489354" y="94741"/>
                  </a:lnTo>
                  <a:lnTo>
                    <a:pt x="4489354" y="94190"/>
                  </a:lnTo>
                  <a:lnTo>
                    <a:pt x="4493593" y="94190"/>
                  </a:lnTo>
                  <a:lnTo>
                    <a:pt x="4497833" y="94190"/>
                  </a:lnTo>
                  <a:lnTo>
                    <a:pt x="4497833" y="93638"/>
                  </a:lnTo>
                  <a:lnTo>
                    <a:pt x="4502072" y="93638"/>
                  </a:lnTo>
                  <a:lnTo>
                    <a:pt x="4506311" y="93638"/>
                  </a:lnTo>
                  <a:lnTo>
                    <a:pt x="4506311" y="93086"/>
                  </a:lnTo>
                  <a:lnTo>
                    <a:pt x="4510550" y="93086"/>
                  </a:lnTo>
                  <a:lnTo>
                    <a:pt x="4514790" y="93086"/>
                  </a:lnTo>
                  <a:lnTo>
                    <a:pt x="4519029" y="93086"/>
                  </a:lnTo>
                  <a:lnTo>
                    <a:pt x="4523268" y="93086"/>
                  </a:lnTo>
                  <a:lnTo>
                    <a:pt x="4527507" y="93086"/>
                  </a:lnTo>
                  <a:lnTo>
                    <a:pt x="4531747" y="93086"/>
                  </a:lnTo>
                  <a:lnTo>
                    <a:pt x="4535986" y="93086"/>
                  </a:lnTo>
                  <a:lnTo>
                    <a:pt x="4535986" y="92530"/>
                  </a:lnTo>
                  <a:lnTo>
                    <a:pt x="4540225" y="92530"/>
                  </a:lnTo>
                  <a:lnTo>
                    <a:pt x="4544464" y="92530"/>
                  </a:lnTo>
                  <a:lnTo>
                    <a:pt x="4548704" y="92530"/>
                  </a:lnTo>
                  <a:lnTo>
                    <a:pt x="4552943" y="92530"/>
                  </a:lnTo>
                  <a:lnTo>
                    <a:pt x="4557182" y="92530"/>
                  </a:lnTo>
                  <a:lnTo>
                    <a:pt x="4561421" y="92530"/>
                  </a:lnTo>
                  <a:lnTo>
                    <a:pt x="4565660" y="92530"/>
                  </a:lnTo>
                  <a:lnTo>
                    <a:pt x="4569900" y="92530"/>
                  </a:lnTo>
                  <a:lnTo>
                    <a:pt x="4574139" y="92530"/>
                  </a:lnTo>
                  <a:lnTo>
                    <a:pt x="4578378" y="92530"/>
                  </a:lnTo>
                  <a:lnTo>
                    <a:pt x="4578378" y="91970"/>
                  </a:lnTo>
                  <a:lnTo>
                    <a:pt x="4582617" y="91970"/>
                  </a:lnTo>
                  <a:lnTo>
                    <a:pt x="4586857" y="91970"/>
                  </a:lnTo>
                  <a:lnTo>
                    <a:pt x="4591096" y="91970"/>
                  </a:lnTo>
                  <a:lnTo>
                    <a:pt x="4595335" y="91970"/>
                  </a:lnTo>
                  <a:lnTo>
                    <a:pt x="4599574" y="91970"/>
                  </a:lnTo>
                  <a:lnTo>
                    <a:pt x="4603814" y="91970"/>
                  </a:lnTo>
                  <a:lnTo>
                    <a:pt x="4608053" y="91970"/>
                  </a:lnTo>
                  <a:lnTo>
                    <a:pt x="4612292" y="91970"/>
                  </a:lnTo>
                  <a:lnTo>
                    <a:pt x="4612292" y="91407"/>
                  </a:lnTo>
                  <a:lnTo>
                    <a:pt x="4616531" y="91407"/>
                  </a:lnTo>
                  <a:lnTo>
                    <a:pt x="4620771" y="91407"/>
                  </a:lnTo>
                  <a:lnTo>
                    <a:pt x="4625010" y="91407"/>
                  </a:lnTo>
                  <a:lnTo>
                    <a:pt x="4629249" y="91407"/>
                  </a:lnTo>
                  <a:lnTo>
                    <a:pt x="4633488" y="91407"/>
                  </a:lnTo>
                  <a:lnTo>
                    <a:pt x="4637728" y="91407"/>
                  </a:lnTo>
                  <a:lnTo>
                    <a:pt x="4641967" y="91407"/>
                  </a:lnTo>
                  <a:lnTo>
                    <a:pt x="4641967" y="90840"/>
                  </a:lnTo>
                  <a:lnTo>
                    <a:pt x="4646206" y="90840"/>
                  </a:lnTo>
                  <a:lnTo>
                    <a:pt x="4646206" y="90273"/>
                  </a:lnTo>
                  <a:lnTo>
                    <a:pt x="4650445" y="90273"/>
                  </a:lnTo>
                  <a:lnTo>
                    <a:pt x="4654684" y="90273"/>
                  </a:lnTo>
                  <a:lnTo>
                    <a:pt x="4658924" y="90273"/>
                  </a:lnTo>
                  <a:lnTo>
                    <a:pt x="4663163" y="90273"/>
                  </a:lnTo>
                  <a:lnTo>
                    <a:pt x="4663163" y="89705"/>
                  </a:lnTo>
                  <a:lnTo>
                    <a:pt x="4667402" y="89705"/>
                  </a:lnTo>
                  <a:lnTo>
                    <a:pt x="4667402" y="89135"/>
                  </a:lnTo>
                  <a:lnTo>
                    <a:pt x="4671641" y="89135"/>
                  </a:lnTo>
                  <a:lnTo>
                    <a:pt x="4675881" y="89135"/>
                  </a:lnTo>
                  <a:lnTo>
                    <a:pt x="4680120" y="89135"/>
                  </a:lnTo>
                  <a:lnTo>
                    <a:pt x="4684359" y="89135"/>
                  </a:lnTo>
                  <a:lnTo>
                    <a:pt x="4688598" y="89135"/>
                  </a:lnTo>
                  <a:lnTo>
                    <a:pt x="4692838" y="89135"/>
                  </a:lnTo>
                  <a:lnTo>
                    <a:pt x="4692838" y="88563"/>
                  </a:lnTo>
                  <a:lnTo>
                    <a:pt x="4697077" y="88563"/>
                  </a:lnTo>
                  <a:lnTo>
                    <a:pt x="4701316" y="88563"/>
                  </a:lnTo>
                  <a:lnTo>
                    <a:pt x="4701316" y="87990"/>
                  </a:lnTo>
                  <a:lnTo>
                    <a:pt x="4705555" y="87990"/>
                  </a:lnTo>
                  <a:lnTo>
                    <a:pt x="4709795" y="87990"/>
                  </a:lnTo>
                  <a:lnTo>
                    <a:pt x="4709795" y="87417"/>
                  </a:lnTo>
                  <a:lnTo>
                    <a:pt x="4714034" y="87417"/>
                  </a:lnTo>
                  <a:lnTo>
                    <a:pt x="4714034" y="86843"/>
                  </a:lnTo>
                  <a:lnTo>
                    <a:pt x="4718273" y="86843"/>
                  </a:lnTo>
                  <a:lnTo>
                    <a:pt x="4718273" y="86269"/>
                  </a:lnTo>
                  <a:lnTo>
                    <a:pt x="4722512" y="86269"/>
                  </a:lnTo>
                  <a:lnTo>
                    <a:pt x="4726752" y="86269"/>
                  </a:lnTo>
                  <a:lnTo>
                    <a:pt x="4726752" y="85694"/>
                  </a:lnTo>
                  <a:lnTo>
                    <a:pt x="4730991" y="85694"/>
                  </a:lnTo>
                  <a:lnTo>
                    <a:pt x="4735230" y="85694"/>
                  </a:lnTo>
                  <a:lnTo>
                    <a:pt x="4735230" y="85119"/>
                  </a:lnTo>
                  <a:lnTo>
                    <a:pt x="4739469" y="85119"/>
                  </a:lnTo>
                  <a:lnTo>
                    <a:pt x="4743709" y="85119"/>
                  </a:lnTo>
                  <a:lnTo>
                    <a:pt x="4747948" y="85119"/>
                  </a:lnTo>
                  <a:lnTo>
                    <a:pt x="4752187" y="85119"/>
                  </a:lnTo>
                  <a:lnTo>
                    <a:pt x="4756426" y="85119"/>
                  </a:lnTo>
                  <a:lnTo>
                    <a:pt x="4756426" y="83964"/>
                  </a:lnTo>
                  <a:lnTo>
                    <a:pt x="4760665" y="83964"/>
                  </a:lnTo>
                  <a:lnTo>
                    <a:pt x="4764905" y="83964"/>
                  </a:lnTo>
                  <a:lnTo>
                    <a:pt x="4769144" y="83964"/>
                  </a:lnTo>
                  <a:lnTo>
                    <a:pt x="4773383" y="83964"/>
                  </a:lnTo>
                  <a:lnTo>
                    <a:pt x="4777622" y="83964"/>
                  </a:lnTo>
                  <a:lnTo>
                    <a:pt x="4781862" y="83964"/>
                  </a:lnTo>
                  <a:lnTo>
                    <a:pt x="4786101" y="83964"/>
                  </a:lnTo>
                  <a:lnTo>
                    <a:pt x="4790340" y="83964"/>
                  </a:lnTo>
                  <a:lnTo>
                    <a:pt x="4790340" y="83381"/>
                  </a:lnTo>
                  <a:lnTo>
                    <a:pt x="4794579" y="83381"/>
                  </a:lnTo>
                  <a:lnTo>
                    <a:pt x="4798819" y="83381"/>
                  </a:lnTo>
                  <a:lnTo>
                    <a:pt x="4803058" y="83381"/>
                  </a:lnTo>
                  <a:lnTo>
                    <a:pt x="4807297" y="83381"/>
                  </a:lnTo>
                  <a:lnTo>
                    <a:pt x="4807297" y="82796"/>
                  </a:lnTo>
                  <a:lnTo>
                    <a:pt x="4811536" y="82796"/>
                  </a:lnTo>
                  <a:lnTo>
                    <a:pt x="4815776" y="82796"/>
                  </a:lnTo>
                  <a:lnTo>
                    <a:pt x="4820015" y="82796"/>
                  </a:lnTo>
                  <a:lnTo>
                    <a:pt x="4824254" y="82796"/>
                  </a:lnTo>
                  <a:lnTo>
                    <a:pt x="4824254" y="81037"/>
                  </a:lnTo>
                  <a:lnTo>
                    <a:pt x="4828493" y="81037"/>
                  </a:lnTo>
                  <a:lnTo>
                    <a:pt x="4832733" y="81037"/>
                  </a:lnTo>
                  <a:lnTo>
                    <a:pt x="4836972" y="81037"/>
                  </a:lnTo>
                  <a:lnTo>
                    <a:pt x="4841211" y="81037"/>
                  </a:lnTo>
                  <a:lnTo>
                    <a:pt x="4845450" y="81037"/>
                  </a:lnTo>
                  <a:lnTo>
                    <a:pt x="4849690" y="81037"/>
                  </a:lnTo>
                  <a:lnTo>
                    <a:pt x="4849690" y="80449"/>
                  </a:lnTo>
                  <a:lnTo>
                    <a:pt x="4853929" y="80449"/>
                  </a:lnTo>
                  <a:lnTo>
                    <a:pt x="4858168" y="80449"/>
                  </a:lnTo>
                  <a:lnTo>
                    <a:pt x="4866646" y="80449"/>
                  </a:lnTo>
                  <a:lnTo>
                    <a:pt x="4870886" y="80449"/>
                  </a:lnTo>
                  <a:lnTo>
                    <a:pt x="4875125" y="80449"/>
                  </a:lnTo>
                  <a:lnTo>
                    <a:pt x="4879364" y="80449"/>
                  </a:lnTo>
                  <a:lnTo>
                    <a:pt x="4883603" y="80449"/>
                  </a:lnTo>
                  <a:lnTo>
                    <a:pt x="4887843" y="80449"/>
                  </a:lnTo>
                  <a:lnTo>
                    <a:pt x="4892082" y="80449"/>
                  </a:lnTo>
                  <a:lnTo>
                    <a:pt x="4896321" y="80449"/>
                  </a:lnTo>
                  <a:lnTo>
                    <a:pt x="4900560" y="80449"/>
                  </a:lnTo>
                  <a:lnTo>
                    <a:pt x="4904800" y="80449"/>
                  </a:lnTo>
                  <a:lnTo>
                    <a:pt x="4909039" y="80449"/>
                  </a:lnTo>
                  <a:lnTo>
                    <a:pt x="4909039" y="79854"/>
                  </a:lnTo>
                  <a:lnTo>
                    <a:pt x="4913278" y="79854"/>
                  </a:lnTo>
                  <a:lnTo>
                    <a:pt x="4913278" y="79260"/>
                  </a:lnTo>
                  <a:lnTo>
                    <a:pt x="4917517" y="79260"/>
                  </a:lnTo>
                  <a:lnTo>
                    <a:pt x="4917517" y="78665"/>
                  </a:lnTo>
                  <a:lnTo>
                    <a:pt x="4921757" y="78665"/>
                  </a:lnTo>
                  <a:lnTo>
                    <a:pt x="4921757" y="78070"/>
                  </a:lnTo>
                  <a:lnTo>
                    <a:pt x="4925996" y="78070"/>
                  </a:lnTo>
                  <a:lnTo>
                    <a:pt x="4930235" y="78070"/>
                  </a:lnTo>
                  <a:lnTo>
                    <a:pt x="4938714" y="78070"/>
                  </a:lnTo>
                  <a:lnTo>
                    <a:pt x="4938714" y="77474"/>
                  </a:lnTo>
                  <a:lnTo>
                    <a:pt x="4942953" y="77474"/>
                  </a:lnTo>
                  <a:lnTo>
                    <a:pt x="4947192" y="77474"/>
                  </a:lnTo>
                  <a:lnTo>
                    <a:pt x="4951431" y="77474"/>
                  </a:lnTo>
                  <a:lnTo>
                    <a:pt x="4955671" y="77474"/>
                  </a:lnTo>
                  <a:lnTo>
                    <a:pt x="4959910" y="77474"/>
                  </a:lnTo>
                  <a:lnTo>
                    <a:pt x="4964149" y="77474"/>
                  </a:lnTo>
                  <a:lnTo>
                    <a:pt x="4964149" y="76876"/>
                  </a:lnTo>
                  <a:lnTo>
                    <a:pt x="4968388" y="76876"/>
                  </a:lnTo>
                  <a:lnTo>
                    <a:pt x="4972627" y="76876"/>
                  </a:lnTo>
                  <a:lnTo>
                    <a:pt x="4976867" y="76876"/>
                  </a:lnTo>
                  <a:lnTo>
                    <a:pt x="4981106" y="76876"/>
                  </a:lnTo>
                  <a:lnTo>
                    <a:pt x="4985345" y="76876"/>
                  </a:lnTo>
                  <a:lnTo>
                    <a:pt x="4989584" y="76876"/>
                  </a:lnTo>
                  <a:lnTo>
                    <a:pt x="4989584" y="76276"/>
                  </a:lnTo>
                  <a:lnTo>
                    <a:pt x="4993824" y="76276"/>
                  </a:lnTo>
                  <a:lnTo>
                    <a:pt x="4998063" y="76276"/>
                  </a:lnTo>
                  <a:lnTo>
                    <a:pt x="4998063" y="75676"/>
                  </a:lnTo>
                  <a:lnTo>
                    <a:pt x="5002302" y="75676"/>
                  </a:lnTo>
                  <a:lnTo>
                    <a:pt x="5006541" y="75676"/>
                  </a:lnTo>
                  <a:lnTo>
                    <a:pt x="5010781" y="75676"/>
                  </a:lnTo>
                  <a:lnTo>
                    <a:pt x="5015020" y="75676"/>
                  </a:lnTo>
                  <a:lnTo>
                    <a:pt x="5015020" y="75075"/>
                  </a:lnTo>
                  <a:lnTo>
                    <a:pt x="5019259" y="75075"/>
                  </a:lnTo>
                  <a:lnTo>
                    <a:pt x="5023498" y="75075"/>
                  </a:lnTo>
                  <a:lnTo>
                    <a:pt x="5027738" y="75075"/>
                  </a:lnTo>
                  <a:lnTo>
                    <a:pt x="5031977" y="75075"/>
                  </a:lnTo>
                  <a:lnTo>
                    <a:pt x="5036216" y="75075"/>
                  </a:lnTo>
                  <a:lnTo>
                    <a:pt x="5036216" y="74471"/>
                  </a:lnTo>
                  <a:lnTo>
                    <a:pt x="5040455" y="74471"/>
                  </a:lnTo>
                  <a:lnTo>
                    <a:pt x="5044695" y="74471"/>
                  </a:lnTo>
                  <a:lnTo>
                    <a:pt x="5048934" y="74471"/>
                  </a:lnTo>
                  <a:lnTo>
                    <a:pt x="5053173" y="74471"/>
                  </a:lnTo>
                  <a:lnTo>
                    <a:pt x="5057412" y="74471"/>
                  </a:lnTo>
                  <a:lnTo>
                    <a:pt x="5061651" y="74471"/>
                  </a:lnTo>
                  <a:lnTo>
                    <a:pt x="5065891" y="74471"/>
                  </a:lnTo>
                  <a:lnTo>
                    <a:pt x="5070130" y="74471"/>
                  </a:lnTo>
                  <a:lnTo>
                    <a:pt x="5074369" y="74471"/>
                  </a:lnTo>
                  <a:lnTo>
                    <a:pt x="5082848" y="74471"/>
                  </a:lnTo>
                  <a:lnTo>
                    <a:pt x="5091326" y="74471"/>
                  </a:lnTo>
                  <a:lnTo>
                    <a:pt x="5095565" y="74471"/>
                  </a:lnTo>
                  <a:lnTo>
                    <a:pt x="5099805" y="74471"/>
                  </a:lnTo>
                  <a:lnTo>
                    <a:pt x="5104044" y="74471"/>
                  </a:lnTo>
                  <a:lnTo>
                    <a:pt x="5108283" y="74471"/>
                  </a:lnTo>
                  <a:lnTo>
                    <a:pt x="5108283" y="73861"/>
                  </a:lnTo>
                  <a:lnTo>
                    <a:pt x="5112522" y="73861"/>
                  </a:lnTo>
                  <a:lnTo>
                    <a:pt x="5116762" y="73861"/>
                  </a:lnTo>
                  <a:lnTo>
                    <a:pt x="5121001" y="73861"/>
                  </a:lnTo>
                  <a:lnTo>
                    <a:pt x="5125240" y="73861"/>
                  </a:lnTo>
                  <a:lnTo>
                    <a:pt x="5129479" y="73861"/>
                  </a:lnTo>
                  <a:lnTo>
                    <a:pt x="5133719" y="73861"/>
                  </a:lnTo>
                  <a:lnTo>
                    <a:pt x="5137958" y="73861"/>
                  </a:lnTo>
                  <a:lnTo>
                    <a:pt x="5142197" y="73861"/>
                  </a:lnTo>
                  <a:lnTo>
                    <a:pt x="5146436" y="73861"/>
                  </a:lnTo>
                  <a:lnTo>
                    <a:pt x="5146436" y="73247"/>
                  </a:lnTo>
                  <a:lnTo>
                    <a:pt x="5150676" y="73247"/>
                  </a:lnTo>
                  <a:lnTo>
                    <a:pt x="5154915" y="73247"/>
                  </a:lnTo>
                  <a:lnTo>
                    <a:pt x="5159154" y="73247"/>
                  </a:lnTo>
                  <a:lnTo>
                    <a:pt x="5163393" y="73247"/>
                  </a:lnTo>
                  <a:lnTo>
                    <a:pt x="5163393" y="72630"/>
                  </a:lnTo>
                  <a:lnTo>
                    <a:pt x="5167632" y="72630"/>
                  </a:lnTo>
                  <a:lnTo>
                    <a:pt x="5171872" y="72630"/>
                  </a:lnTo>
                  <a:lnTo>
                    <a:pt x="5176111" y="72630"/>
                  </a:lnTo>
                  <a:lnTo>
                    <a:pt x="5180350" y="72630"/>
                  </a:lnTo>
                  <a:lnTo>
                    <a:pt x="5184589" y="72630"/>
                  </a:lnTo>
                  <a:lnTo>
                    <a:pt x="5188829" y="72630"/>
                  </a:lnTo>
                  <a:lnTo>
                    <a:pt x="5193068" y="72630"/>
                  </a:lnTo>
                  <a:lnTo>
                    <a:pt x="5197307" y="72630"/>
                  </a:lnTo>
                  <a:lnTo>
                    <a:pt x="5201546" y="72630"/>
                  </a:lnTo>
                  <a:lnTo>
                    <a:pt x="5205786" y="72630"/>
                  </a:lnTo>
                  <a:lnTo>
                    <a:pt x="5210025" y="72630"/>
                  </a:lnTo>
                  <a:lnTo>
                    <a:pt x="5210025" y="72009"/>
                  </a:lnTo>
                  <a:lnTo>
                    <a:pt x="5214264" y="72009"/>
                  </a:lnTo>
                  <a:lnTo>
                    <a:pt x="5218503" y="72009"/>
                  </a:lnTo>
                  <a:lnTo>
                    <a:pt x="5218503" y="71385"/>
                  </a:lnTo>
                  <a:lnTo>
                    <a:pt x="5222743" y="71385"/>
                  </a:lnTo>
                  <a:lnTo>
                    <a:pt x="5226982" y="71385"/>
                  </a:lnTo>
                  <a:lnTo>
                    <a:pt x="5231221" y="71385"/>
                  </a:lnTo>
                  <a:lnTo>
                    <a:pt x="5235460" y="71385"/>
                  </a:lnTo>
                  <a:lnTo>
                    <a:pt x="5239700" y="71385"/>
                  </a:lnTo>
                  <a:lnTo>
                    <a:pt x="5243939" y="71385"/>
                  </a:lnTo>
                  <a:lnTo>
                    <a:pt x="5248178" y="71385"/>
                  </a:lnTo>
                  <a:lnTo>
                    <a:pt x="5252417" y="71385"/>
                  </a:lnTo>
                  <a:lnTo>
                    <a:pt x="5256657" y="71385"/>
                  </a:lnTo>
                  <a:lnTo>
                    <a:pt x="5256657" y="70755"/>
                  </a:lnTo>
                  <a:lnTo>
                    <a:pt x="5260896" y="70755"/>
                  </a:lnTo>
                  <a:lnTo>
                    <a:pt x="5265135" y="70755"/>
                  </a:lnTo>
                  <a:lnTo>
                    <a:pt x="5269374" y="70755"/>
                  </a:lnTo>
                  <a:lnTo>
                    <a:pt x="5273613" y="70755"/>
                  </a:lnTo>
                  <a:lnTo>
                    <a:pt x="5277853" y="70755"/>
                  </a:lnTo>
                  <a:lnTo>
                    <a:pt x="5282092" y="70755"/>
                  </a:lnTo>
                  <a:lnTo>
                    <a:pt x="5290570" y="70755"/>
                  </a:lnTo>
                  <a:lnTo>
                    <a:pt x="5294810" y="70755"/>
                  </a:lnTo>
                  <a:lnTo>
                    <a:pt x="5299049" y="70755"/>
                  </a:lnTo>
                  <a:lnTo>
                    <a:pt x="5303288" y="70755"/>
                  </a:lnTo>
                  <a:lnTo>
                    <a:pt x="5307527" y="70755"/>
                  </a:lnTo>
                  <a:lnTo>
                    <a:pt x="5311767" y="70755"/>
                  </a:lnTo>
                  <a:lnTo>
                    <a:pt x="5316006" y="70755"/>
                  </a:lnTo>
                  <a:lnTo>
                    <a:pt x="5320245" y="70755"/>
                  </a:lnTo>
                  <a:lnTo>
                    <a:pt x="5320245" y="70120"/>
                  </a:lnTo>
                  <a:lnTo>
                    <a:pt x="5324484" y="70120"/>
                  </a:lnTo>
                  <a:lnTo>
                    <a:pt x="5324484" y="69483"/>
                  </a:lnTo>
                  <a:lnTo>
                    <a:pt x="5328724" y="69483"/>
                  </a:lnTo>
                  <a:lnTo>
                    <a:pt x="5328724" y="68847"/>
                  </a:lnTo>
                  <a:lnTo>
                    <a:pt x="5332963" y="68847"/>
                  </a:lnTo>
                  <a:lnTo>
                    <a:pt x="5337202" y="68847"/>
                  </a:lnTo>
                  <a:lnTo>
                    <a:pt x="5337202" y="68209"/>
                  </a:lnTo>
                  <a:lnTo>
                    <a:pt x="5341441" y="68209"/>
                  </a:lnTo>
                  <a:lnTo>
                    <a:pt x="5345681" y="68209"/>
                  </a:lnTo>
                  <a:lnTo>
                    <a:pt x="5349920" y="68209"/>
                  </a:lnTo>
                  <a:lnTo>
                    <a:pt x="5354159" y="68209"/>
                  </a:lnTo>
                  <a:lnTo>
                    <a:pt x="5358398" y="68209"/>
                  </a:lnTo>
                  <a:lnTo>
                    <a:pt x="5362637" y="68209"/>
                  </a:lnTo>
                  <a:lnTo>
                    <a:pt x="5366877" y="68209"/>
                  </a:lnTo>
                  <a:lnTo>
                    <a:pt x="5366877" y="67567"/>
                  </a:lnTo>
                  <a:lnTo>
                    <a:pt x="5371116" y="67567"/>
                  </a:lnTo>
                  <a:lnTo>
                    <a:pt x="5375355" y="67567"/>
                  </a:lnTo>
                  <a:lnTo>
                    <a:pt x="5379594" y="67567"/>
                  </a:lnTo>
                  <a:lnTo>
                    <a:pt x="5383834" y="67567"/>
                  </a:lnTo>
                  <a:lnTo>
                    <a:pt x="5383834" y="66925"/>
                  </a:lnTo>
                  <a:lnTo>
                    <a:pt x="5388073" y="66925"/>
                  </a:lnTo>
                  <a:lnTo>
                    <a:pt x="5392312" y="66925"/>
                  </a:lnTo>
                  <a:lnTo>
                    <a:pt x="5396551" y="66925"/>
                  </a:lnTo>
                  <a:lnTo>
                    <a:pt x="5400791" y="66925"/>
                  </a:lnTo>
                  <a:lnTo>
                    <a:pt x="5405030" y="66925"/>
                  </a:lnTo>
                  <a:lnTo>
                    <a:pt x="5409269" y="66925"/>
                  </a:lnTo>
                  <a:lnTo>
                    <a:pt x="5413508" y="66925"/>
                  </a:lnTo>
                  <a:lnTo>
                    <a:pt x="5417748" y="66925"/>
                  </a:lnTo>
                  <a:lnTo>
                    <a:pt x="5417748" y="66279"/>
                  </a:lnTo>
                  <a:lnTo>
                    <a:pt x="5421987" y="66279"/>
                  </a:lnTo>
                  <a:lnTo>
                    <a:pt x="5421987" y="65633"/>
                  </a:lnTo>
                  <a:lnTo>
                    <a:pt x="5426226" y="65633"/>
                  </a:lnTo>
                  <a:lnTo>
                    <a:pt x="5430465" y="65633"/>
                  </a:lnTo>
                  <a:lnTo>
                    <a:pt x="5434705" y="65633"/>
                  </a:lnTo>
                  <a:lnTo>
                    <a:pt x="5438944" y="65633"/>
                  </a:lnTo>
                  <a:lnTo>
                    <a:pt x="5443183" y="65633"/>
                  </a:lnTo>
                  <a:lnTo>
                    <a:pt x="5447422" y="65633"/>
                  </a:lnTo>
                  <a:lnTo>
                    <a:pt x="5451662" y="65633"/>
                  </a:lnTo>
                  <a:lnTo>
                    <a:pt x="5455901" y="65633"/>
                  </a:lnTo>
                  <a:lnTo>
                    <a:pt x="5460140" y="65633"/>
                  </a:lnTo>
                  <a:lnTo>
                    <a:pt x="5464379" y="65633"/>
                  </a:lnTo>
                  <a:lnTo>
                    <a:pt x="5468618" y="65633"/>
                  </a:lnTo>
                  <a:lnTo>
                    <a:pt x="5468618" y="64982"/>
                  </a:lnTo>
                  <a:lnTo>
                    <a:pt x="5472858" y="64982"/>
                  </a:lnTo>
                  <a:lnTo>
                    <a:pt x="5477097" y="64982"/>
                  </a:lnTo>
                  <a:lnTo>
                    <a:pt x="5481336" y="64982"/>
                  </a:lnTo>
                  <a:lnTo>
                    <a:pt x="5481336" y="64329"/>
                  </a:lnTo>
                  <a:lnTo>
                    <a:pt x="5485575" y="64329"/>
                  </a:lnTo>
                  <a:lnTo>
                    <a:pt x="5489815" y="64329"/>
                  </a:lnTo>
                  <a:lnTo>
                    <a:pt x="5494054" y="64329"/>
                  </a:lnTo>
                  <a:lnTo>
                    <a:pt x="5502532" y="64329"/>
                  </a:lnTo>
                  <a:lnTo>
                    <a:pt x="5506772" y="64329"/>
                  </a:lnTo>
                  <a:lnTo>
                    <a:pt x="5511011" y="64329"/>
                  </a:lnTo>
                  <a:lnTo>
                    <a:pt x="5515250" y="64329"/>
                  </a:lnTo>
                  <a:lnTo>
                    <a:pt x="5515250" y="63673"/>
                  </a:lnTo>
                  <a:lnTo>
                    <a:pt x="5519489" y="63673"/>
                  </a:lnTo>
                  <a:lnTo>
                    <a:pt x="5523729" y="63673"/>
                  </a:lnTo>
                  <a:lnTo>
                    <a:pt x="5527968" y="63673"/>
                  </a:lnTo>
                  <a:lnTo>
                    <a:pt x="5532207" y="63673"/>
                  </a:lnTo>
                  <a:lnTo>
                    <a:pt x="5536446" y="63673"/>
                  </a:lnTo>
                  <a:lnTo>
                    <a:pt x="5540686" y="63673"/>
                  </a:lnTo>
                  <a:lnTo>
                    <a:pt x="5544925" y="63673"/>
                  </a:lnTo>
                  <a:lnTo>
                    <a:pt x="5549164" y="63673"/>
                  </a:lnTo>
                  <a:lnTo>
                    <a:pt x="5553403" y="63673"/>
                  </a:lnTo>
                  <a:lnTo>
                    <a:pt x="5557643" y="63673"/>
                  </a:lnTo>
                  <a:lnTo>
                    <a:pt x="5557643" y="63013"/>
                  </a:lnTo>
                  <a:lnTo>
                    <a:pt x="5561882" y="63013"/>
                  </a:lnTo>
                  <a:lnTo>
                    <a:pt x="5566121" y="63013"/>
                  </a:lnTo>
                  <a:lnTo>
                    <a:pt x="5570360" y="63013"/>
                  </a:lnTo>
                  <a:lnTo>
                    <a:pt x="5574599" y="63013"/>
                  </a:lnTo>
                  <a:lnTo>
                    <a:pt x="5578839" y="63013"/>
                  </a:lnTo>
                  <a:lnTo>
                    <a:pt x="5583078" y="63013"/>
                  </a:lnTo>
                  <a:lnTo>
                    <a:pt x="5587317" y="63013"/>
                  </a:lnTo>
                  <a:lnTo>
                    <a:pt x="5591556" y="63013"/>
                  </a:lnTo>
                  <a:lnTo>
                    <a:pt x="5591556" y="62349"/>
                  </a:lnTo>
                  <a:lnTo>
                    <a:pt x="5595796" y="62349"/>
                  </a:lnTo>
                  <a:lnTo>
                    <a:pt x="5595796" y="61684"/>
                  </a:lnTo>
                  <a:lnTo>
                    <a:pt x="5600035" y="61684"/>
                  </a:lnTo>
                  <a:lnTo>
                    <a:pt x="5604274" y="61684"/>
                  </a:lnTo>
                  <a:lnTo>
                    <a:pt x="5608513" y="61684"/>
                  </a:lnTo>
                  <a:lnTo>
                    <a:pt x="5612753" y="61684"/>
                  </a:lnTo>
                  <a:lnTo>
                    <a:pt x="5616992" y="61684"/>
                  </a:lnTo>
                  <a:lnTo>
                    <a:pt x="5616992" y="61017"/>
                  </a:lnTo>
                  <a:lnTo>
                    <a:pt x="5625470" y="61017"/>
                  </a:lnTo>
                  <a:lnTo>
                    <a:pt x="5629710" y="61017"/>
                  </a:lnTo>
                  <a:lnTo>
                    <a:pt x="5633949" y="61017"/>
                  </a:lnTo>
                  <a:lnTo>
                    <a:pt x="5638188" y="61017"/>
                  </a:lnTo>
                  <a:lnTo>
                    <a:pt x="5642427" y="61017"/>
                  </a:lnTo>
                  <a:lnTo>
                    <a:pt x="5646667" y="61017"/>
                  </a:lnTo>
                  <a:lnTo>
                    <a:pt x="5650906" y="61017"/>
                  </a:lnTo>
                  <a:lnTo>
                    <a:pt x="5655145" y="61017"/>
                  </a:lnTo>
                  <a:lnTo>
                    <a:pt x="5659384" y="61017"/>
                  </a:lnTo>
                  <a:lnTo>
                    <a:pt x="5663624" y="61017"/>
                  </a:lnTo>
                  <a:lnTo>
                    <a:pt x="5667863" y="61017"/>
                  </a:lnTo>
                  <a:lnTo>
                    <a:pt x="5672102" y="61017"/>
                  </a:lnTo>
                  <a:lnTo>
                    <a:pt x="5676341" y="61017"/>
                  </a:lnTo>
                  <a:lnTo>
                    <a:pt x="5676341" y="60340"/>
                  </a:lnTo>
                  <a:lnTo>
                    <a:pt x="5680580" y="60340"/>
                  </a:lnTo>
                  <a:lnTo>
                    <a:pt x="5684820" y="60340"/>
                  </a:lnTo>
                  <a:lnTo>
                    <a:pt x="5689059" y="60340"/>
                  </a:lnTo>
                  <a:lnTo>
                    <a:pt x="5693298" y="60340"/>
                  </a:lnTo>
                  <a:lnTo>
                    <a:pt x="5697537" y="60340"/>
                  </a:lnTo>
                  <a:lnTo>
                    <a:pt x="5701777" y="60340"/>
                  </a:lnTo>
                  <a:lnTo>
                    <a:pt x="5706016" y="60340"/>
                  </a:lnTo>
                  <a:lnTo>
                    <a:pt x="5706016" y="59658"/>
                  </a:lnTo>
                  <a:lnTo>
                    <a:pt x="5710255" y="59658"/>
                  </a:lnTo>
                  <a:lnTo>
                    <a:pt x="5714494" y="59658"/>
                  </a:lnTo>
                  <a:lnTo>
                    <a:pt x="5718734" y="59658"/>
                  </a:lnTo>
                  <a:lnTo>
                    <a:pt x="5722973" y="59658"/>
                  </a:lnTo>
                  <a:lnTo>
                    <a:pt x="5722973" y="58974"/>
                  </a:lnTo>
                  <a:lnTo>
                    <a:pt x="5727212" y="58974"/>
                  </a:lnTo>
                  <a:lnTo>
                    <a:pt x="5731451" y="58974"/>
                  </a:lnTo>
                  <a:lnTo>
                    <a:pt x="5735691" y="58974"/>
                  </a:lnTo>
                  <a:lnTo>
                    <a:pt x="5735691" y="58289"/>
                  </a:lnTo>
                  <a:lnTo>
                    <a:pt x="5739930" y="58289"/>
                  </a:lnTo>
                  <a:lnTo>
                    <a:pt x="5739930" y="57604"/>
                  </a:lnTo>
                  <a:lnTo>
                    <a:pt x="5744169" y="57604"/>
                  </a:lnTo>
                  <a:lnTo>
                    <a:pt x="5744169" y="56919"/>
                  </a:lnTo>
                  <a:lnTo>
                    <a:pt x="5748408" y="56919"/>
                  </a:lnTo>
                  <a:lnTo>
                    <a:pt x="5752648" y="56919"/>
                  </a:lnTo>
                  <a:lnTo>
                    <a:pt x="5756887" y="56919"/>
                  </a:lnTo>
                  <a:lnTo>
                    <a:pt x="5761126" y="56919"/>
                  </a:lnTo>
                  <a:lnTo>
                    <a:pt x="5765365" y="56919"/>
                  </a:lnTo>
                  <a:lnTo>
                    <a:pt x="5769604" y="56919"/>
                  </a:lnTo>
                  <a:lnTo>
                    <a:pt x="5773844" y="56919"/>
                  </a:lnTo>
                  <a:lnTo>
                    <a:pt x="5778083" y="56919"/>
                  </a:lnTo>
                  <a:lnTo>
                    <a:pt x="5782322" y="56919"/>
                  </a:lnTo>
                  <a:lnTo>
                    <a:pt x="5786561" y="56919"/>
                  </a:lnTo>
                  <a:lnTo>
                    <a:pt x="5790801" y="56919"/>
                  </a:lnTo>
                  <a:lnTo>
                    <a:pt x="5795040" y="56919"/>
                  </a:lnTo>
                  <a:lnTo>
                    <a:pt x="5799279" y="56919"/>
                  </a:lnTo>
                  <a:lnTo>
                    <a:pt x="5803518" y="56919"/>
                  </a:lnTo>
                  <a:lnTo>
                    <a:pt x="5807758" y="56919"/>
                  </a:lnTo>
                  <a:lnTo>
                    <a:pt x="5811997" y="56919"/>
                  </a:lnTo>
                  <a:lnTo>
                    <a:pt x="5816236" y="56919"/>
                  </a:lnTo>
                  <a:lnTo>
                    <a:pt x="5820475" y="56919"/>
                  </a:lnTo>
                  <a:lnTo>
                    <a:pt x="5828954" y="56919"/>
                  </a:lnTo>
                  <a:lnTo>
                    <a:pt x="5833193" y="56919"/>
                  </a:lnTo>
                  <a:lnTo>
                    <a:pt x="5837432" y="56919"/>
                  </a:lnTo>
                  <a:lnTo>
                    <a:pt x="5841672" y="56919"/>
                  </a:lnTo>
                  <a:lnTo>
                    <a:pt x="5845911" y="56919"/>
                  </a:lnTo>
                  <a:lnTo>
                    <a:pt x="5850150" y="56919"/>
                  </a:lnTo>
                  <a:lnTo>
                    <a:pt x="5854389" y="56919"/>
                  </a:lnTo>
                  <a:lnTo>
                    <a:pt x="5854389" y="56218"/>
                  </a:lnTo>
                  <a:lnTo>
                    <a:pt x="5858629" y="56218"/>
                  </a:lnTo>
                  <a:lnTo>
                    <a:pt x="5862868" y="56218"/>
                  </a:lnTo>
                  <a:lnTo>
                    <a:pt x="5871346" y="56218"/>
                  </a:lnTo>
                  <a:lnTo>
                    <a:pt x="5875585" y="56218"/>
                  </a:lnTo>
                  <a:lnTo>
                    <a:pt x="5879825" y="56218"/>
                  </a:lnTo>
                  <a:lnTo>
                    <a:pt x="5888303" y="56218"/>
                  </a:lnTo>
                  <a:lnTo>
                    <a:pt x="5888303" y="55514"/>
                  </a:lnTo>
                  <a:lnTo>
                    <a:pt x="5892542" y="55514"/>
                  </a:lnTo>
                  <a:lnTo>
                    <a:pt x="5896782" y="55514"/>
                  </a:lnTo>
                  <a:lnTo>
                    <a:pt x="5896782" y="54808"/>
                  </a:lnTo>
                  <a:lnTo>
                    <a:pt x="5905260" y="54808"/>
                  </a:lnTo>
                  <a:lnTo>
                    <a:pt x="5909499" y="54808"/>
                  </a:lnTo>
                  <a:lnTo>
                    <a:pt x="5913739" y="54808"/>
                  </a:lnTo>
                  <a:lnTo>
                    <a:pt x="5917978" y="54808"/>
                  </a:lnTo>
                  <a:lnTo>
                    <a:pt x="5922217" y="54808"/>
                  </a:lnTo>
                  <a:lnTo>
                    <a:pt x="5926456" y="54808"/>
                  </a:lnTo>
                  <a:lnTo>
                    <a:pt x="5930696" y="54808"/>
                  </a:lnTo>
                  <a:lnTo>
                    <a:pt x="5930696" y="54099"/>
                  </a:lnTo>
                  <a:lnTo>
                    <a:pt x="5934935" y="54099"/>
                  </a:lnTo>
                  <a:lnTo>
                    <a:pt x="5939174" y="54099"/>
                  </a:lnTo>
                  <a:lnTo>
                    <a:pt x="5943413" y="54099"/>
                  </a:lnTo>
                  <a:lnTo>
                    <a:pt x="5947653" y="54099"/>
                  </a:lnTo>
                  <a:lnTo>
                    <a:pt x="5951892" y="54099"/>
                  </a:lnTo>
                  <a:lnTo>
                    <a:pt x="5956131" y="54099"/>
                  </a:lnTo>
                  <a:lnTo>
                    <a:pt x="5960370" y="54099"/>
                  </a:lnTo>
                  <a:lnTo>
                    <a:pt x="5964610" y="54099"/>
                  </a:lnTo>
                  <a:lnTo>
                    <a:pt x="5968849" y="54099"/>
                  </a:lnTo>
                  <a:lnTo>
                    <a:pt x="5973088" y="54099"/>
                  </a:lnTo>
                  <a:lnTo>
                    <a:pt x="5977327" y="54099"/>
                  </a:lnTo>
                  <a:lnTo>
                    <a:pt x="5981566" y="54099"/>
                  </a:lnTo>
                  <a:lnTo>
                    <a:pt x="5981566" y="53382"/>
                  </a:lnTo>
                  <a:lnTo>
                    <a:pt x="5985806" y="53382"/>
                  </a:lnTo>
                  <a:lnTo>
                    <a:pt x="5990045" y="53382"/>
                  </a:lnTo>
                  <a:lnTo>
                    <a:pt x="5994284" y="53382"/>
                  </a:lnTo>
                  <a:lnTo>
                    <a:pt x="5994284" y="52661"/>
                  </a:lnTo>
                  <a:lnTo>
                    <a:pt x="5998523" y="52661"/>
                  </a:lnTo>
                  <a:lnTo>
                    <a:pt x="5998523" y="51940"/>
                  </a:lnTo>
                  <a:lnTo>
                    <a:pt x="6002763" y="51940"/>
                  </a:lnTo>
                  <a:lnTo>
                    <a:pt x="6002763" y="51218"/>
                  </a:lnTo>
                  <a:lnTo>
                    <a:pt x="6007002" y="51218"/>
                  </a:lnTo>
                  <a:lnTo>
                    <a:pt x="6011241" y="51218"/>
                  </a:lnTo>
                  <a:lnTo>
                    <a:pt x="6015480" y="51218"/>
                  </a:lnTo>
                  <a:lnTo>
                    <a:pt x="6019720" y="51218"/>
                  </a:lnTo>
                  <a:lnTo>
                    <a:pt x="6023959" y="51218"/>
                  </a:lnTo>
                  <a:lnTo>
                    <a:pt x="6028198" y="51218"/>
                  </a:lnTo>
                  <a:lnTo>
                    <a:pt x="6032437" y="51218"/>
                  </a:lnTo>
                  <a:lnTo>
                    <a:pt x="6036677" y="51218"/>
                  </a:lnTo>
                  <a:lnTo>
                    <a:pt x="6049394" y="51218"/>
                  </a:lnTo>
                  <a:lnTo>
                    <a:pt x="6049394" y="50492"/>
                  </a:lnTo>
                  <a:lnTo>
                    <a:pt x="6053634" y="50492"/>
                  </a:lnTo>
                  <a:lnTo>
                    <a:pt x="6057873" y="50492"/>
                  </a:lnTo>
                  <a:lnTo>
                    <a:pt x="6062112" y="50492"/>
                  </a:lnTo>
                  <a:lnTo>
                    <a:pt x="6066351" y="50492"/>
                  </a:lnTo>
                  <a:lnTo>
                    <a:pt x="6070590" y="50492"/>
                  </a:lnTo>
                  <a:lnTo>
                    <a:pt x="6070590" y="49763"/>
                  </a:lnTo>
                  <a:lnTo>
                    <a:pt x="6074830" y="49763"/>
                  </a:lnTo>
                  <a:lnTo>
                    <a:pt x="6074830" y="47575"/>
                  </a:lnTo>
                  <a:lnTo>
                    <a:pt x="6079069" y="47575"/>
                  </a:lnTo>
                  <a:lnTo>
                    <a:pt x="6079069" y="46845"/>
                  </a:lnTo>
                  <a:lnTo>
                    <a:pt x="6083308" y="46845"/>
                  </a:lnTo>
                  <a:lnTo>
                    <a:pt x="6091787" y="46845"/>
                  </a:lnTo>
                  <a:lnTo>
                    <a:pt x="6096026" y="46845"/>
                  </a:lnTo>
                  <a:lnTo>
                    <a:pt x="6100265" y="46845"/>
                  </a:lnTo>
                  <a:lnTo>
                    <a:pt x="6100265" y="46112"/>
                  </a:lnTo>
                  <a:lnTo>
                    <a:pt x="6104504" y="46112"/>
                  </a:lnTo>
                  <a:lnTo>
                    <a:pt x="6108744" y="46112"/>
                  </a:lnTo>
                  <a:lnTo>
                    <a:pt x="6112983" y="46112"/>
                  </a:lnTo>
                  <a:lnTo>
                    <a:pt x="6117222" y="46112"/>
                  </a:lnTo>
                  <a:lnTo>
                    <a:pt x="6121461" y="46112"/>
                  </a:lnTo>
                  <a:lnTo>
                    <a:pt x="6121461" y="45377"/>
                  </a:lnTo>
                  <a:lnTo>
                    <a:pt x="6125701" y="45377"/>
                  </a:lnTo>
                  <a:lnTo>
                    <a:pt x="6129940" y="45377"/>
                  </a:lnTo>
                  <a:lnTo>
                    <a:pt x="6134179" y="45377"/>
                  </a:lnTo>
                  <a:lnTo>
                    <a:pt x="6138418" y="45377"/>
                  </a:lnTo>
                  <a:lnTo>
                    <a:pt x="6142658" y="45377"/>
                  </a:lnTo>
                  <a:lnTo>
                    <a:pt x="6146897" y="45377"/>
                  </a:lnTo>
                  <a:lnTo>
                    <a:pt x="6151136" y="45377"/>
                  </a:lnTo>
                  <a:lnTo>
                    <a:pt x="6155375" y="45377"/>
                  </a:lnTo>
                  <a:lnTo>
                    <a:pt x="6155375" y="43899"/>
                  </a:lnTo>
                  <a:lnTo>
                    <a:pt x="6159615" y="43899"/>
                  </a:lnTo>
                  <a:lnTo>
                    <a:pt x="6163854" y="43899"/>
                  </a:lnTo>
                  <a:lnTo>
                    <a:pt x="6168093" y="43899"/>
                  </a:lnTo>
                  <a:lnTo>
                    <a:pt x="6172332" y="43899"/>
                  </a:lnTo>
                  <a:lnTo>
                    <a:pt x="6176571" y="43899"/>
                  </a:lnTo>
                  <a:lnTo>
                    <a:pt x="6180811" y="43899"/>
                  </a:lnTo>
                  <a:lnTo>
                    <a:pt x="6180811" y="43156"/>
                  </a:lnTo>
                  <a:lnTo>
                    <a:pt x="6189289" y="43156"/>
                  </a:lnTo>
                  <a:lnTo>
                    <a:pt x="6193528" y="43156"/>
                  </a:lnTo>
                  <a:lnTo>
                    <a:pt x="6197768" y="43156"/>
                  </a:lnTo>
                  <a:lnTo>
                    <a:pt x="6202007" y="43156"/>
                  </a:lnTo>
                  <a:lnTo>
                    <a:pt x="6210485" y="43156"/>
                  </a:lnTo>
                  <a:lnTo>
                    <a:pt x="6214725" y="43156"/>
                  </a:lnTo>
                  <a:lnTo>
                    <a:pt x="6218964" y="43156"/>
                  </a:lnTo>
                  <a:lnTo>
                    <a:pt x="6223203" y="43156"/>
                  </a:lnTo>
                  <a:lnTo>
                    <a:pt x="6227442" y="43156"/>
                  </a:lnTo>
                  <a:lnTo>
                    <a:pt x="6231682" y="43156"/>
                  </a:lnTo>
                  <a:lnTo>
                    <a:pt x="6240160" y="43156"/>
                  </a:lnTo>
                  <a:lnTo>
                    <a:pt x="6240160" y="42404"/>
                  </a:lnTo>
                  <a:lnTo>
                    <a:pt x="6244399" y="42404"/>
                  </a:lnTo>
                  <a:lnTo>
                    <a:pt x="6244399" y="41653"/>
                  </a:lnTo>
                  <a:lnTo>
                    <a:pt x="6248639" y="41653"/>
                  </a:lnTo>
                  <a:lnTo>
                    <a:pt x="6248639" y="40148"/>
                  </a:lnTo>
                  <a:lnTo>
                    <a:pt x="6252878" y="40148"/>
                  </a:lnTo>
                  <a:lnTo>
                    <a:pt x="6257117" y="40148"/>
                  </a:lnTo>
                  <a:lnTo>
                    <a:pt x="6261356" y="40148"/>
                  </a:lnTo>
                  <a:lnTo>
                    <a:pt x="6265596" y="40148"/>
                  </a:lnTo>
                  <a:lnTo>
                    <a:pt x="6269835" y="40148"/>
                  </a:lnTo>
                  <a:lnTo>
                    <a:pt x="6274074" y="40148"/>
                  </a:lnTo>
                  <a:lnTo>
                    <a:pt x="6278313" y="40148"/>
                  </a:lnTo>
                  <a:lnTo>
                    <a:pt x="6282552" y="40148"/>
                  </a:lnTo>
                  <a:lnTo>
                    <a:pt x="6286792" y="40148"/>
                  </a:lnTo>
                  <a:lnTo>
                    <a:pt x="6291031" y="40148"/>
                  </a:lnTo>
                  <a:lnTo>
                    <a:pt x="6303749" y="40148"/>
                  </a:lnTo>
                  <a:lnTo>
                    <a:pt x="6307988" y="40148"/>
                  </a:lnTo>
                  <a:lnTo>
                    <a:pt x="6307988" y="39388"/>
                  </a:lnTo>
                  <a:lnTo>
                    <a:pt x="6316466" y="39388"/>
                  </a:lnTo>
                  <a:lnTo>
                    <a:pt x="6320706" y="39388"/>
                  </a:lnTo>
                  <a:lnTo>
                    <a:pt x="6324945" y="39388"/>
                  </a:lnTo>
                  <a:lnTo>
                    <a:pt x="6329184" y="39388"/>
                  </a:lnTo>
                  <a:lnTo>
                    <a:pt x="6333423" y="39388"/>
                  </a:lnTo>
                  <a:lnTo>
                    <a:pt x="6337663" y="39388"/>
                  </a:lnTo>
                  <a:lnTo>
                    <a:pt x="6341902" y="39388"/>
                  </a:lnTo>
                  <a:lnTo>
                    <a:pt x="6346141" y="39388"/>
                  </a:lnTo>
                  <a:lnTo>
                    <a:pt x="6350380" y="39388"/>
                  </a:lnTo>
                  <a:lnTo>
                    <a:pt x="6354620" y="39388"/>
                  </a:lnTo>
                  <a:lnTo>
                    <a:pt x="6358859" y="39388"/>
                  </a:lnTo>
                  <a:lnTo>
                    <a:pt x="6358859" y="38622"/>
                  </a:lnTo>
                  <a:lnTo>
                    <a:pt x="6363098" y="38622"/>
                  </a:lnTo>
                  <a:lnTo>
                    <a:pt x="6367337" y="38622"/>
                  </a:lnTo>
                  <a:lnTo>
                    <a:pt x="6367337" y="37087"/>
                  </a:lnTo>
                  <a:lnTo>
                    <a:pt x="6371577" y="37087"/>
                  </a:lnTo>
                  <a:lnTo>
                    <a:pt x="6375816" y="37087"/>
                  </a:lnTo>
                  <a:lnTo>
                    <a:pt x="6380055" y="37087"/>
                  </a:lnTo>
                  <a:lnTo>
                    <a:pt x="6384294" y="37087"/>
                  </a:lnTo>
                  <a:lnTo>
                    <a:pt x="6388533" y="37087"/>
                  </a:lnTo>
                  <a:lnTo>
                    <a:pt x="6388533" y="36314"/>
                  </a:lnTo>
                  <a:lnTo>
                    <a:pt x="6392773" y="36314"/>
                  </a:lnTo>
                  <a:lnTo>
                    <a:pt x="6397012" y="36314"/>
                  </a:lnTo>
                  <a:lnTo>
                    <a:pt x="6401251" y="36314"/>
                  </a:lnTo>
                  <a:lnTo>
                    <a:pt x="6405490" y="36314"/>
                  </a:lnTo>
                  <a:lnTo>
                    <a:pt x="6409730" y="36314"/>
                  </a:lnTo>
                  <a:lnTo>
                    <a:pt x="6413969" y="36314"/>
                  </a:lnTo>
                  <a:lnTo>
                    <a:pt x="6413969" y="34761"/>
                  </a:lnTo>
                  <a:lnTo>
                    <a:pt x="6422447" y="34761"/>
                  </a:lnTo>
                  <a:lnTo>
                    <a:pt x="6426687" y="34761"/>
                  </a:lnTo>
                  <a:lnTo>
                    <a:pt x="6430926" y="34761"/>
                  </a:lnTo>
                  <a:lnTo>
                    <a:pt x="6435165" y="34761"/>
                  </a:lnTo>
                  <a:lnTo>
                    <a:pt x="6439404" y="34761"/>
                  </a:lnTo>
                  <a:lnTo>
                    <a:pt x="6443644" y="34761"/>
                  </a:lnTo>
                  <a:lnTo>
                    <a:pt x="6447883" y="34761"/>
                  </a:lnTo>
                  <a:lnTo>
                    <a:pt x="6452122" y="34761"/>
                  </a:lnTo>
                  <a:lnTo>
                    <a:pt x="6456361" y="34761"/>
                  </a:lnTo>
                  <a:lnTo>
                    <a:pt x="6456361" y="33977"/>
                  </a:lnTo>
                  <a:lnTo>
                    <a:pt x="6460601" y="33977"/>
                  </a:lnTo>
                  <a:lnTo>
                    <a:pt x="6464840" y="33977"/>
                  </a:lnTo>
                  <a:lnTo>
                    <a:pt x="6469079" y="33977"/>
                  </a:lnTo>
                  <a:lnTo>
                    <a:pt x="6473318" y="33977"/>
                  </a:lnTo>
                  <a:lnTo>
                    <a:pt x="6477557" y="33977"/>
                  </a:lnTo>
                  <a:lnTo>
                    <a:pt x="6481797" y="33977"/>
                  </a:lnTo>
                  <a:lnTo>
                    <a:pt x="6486036" y="33977"/>
                  </a:lnTo>
                  <a:lnTo>
                    <a:pt x="6494514" y="33977"/>
                  </a:lnTo>
                  <a:lnTo>
                    <a:pt x="6498754" y="33977"/>
                  </a:lnTo>
                  <a:lnTo>
                    <a:pt x="6502993" y="33977"/>
                  </a:lnTo>
                  <a:lnTo>
                    <a:pt x="6507232" y="33977"/>
                  </a:lnTo>
                  <a:lnTo>
                    <a:pt x="6511471" y="33977"/>
                  </a:lnTo>
                  <a:lnTo>
                    <a:pt x="6515711" y="33977"/>
                  </a:lnTo>
                  <a:lnTo>
                    <a:pt x="6515711" y="33185"/>
                  </a:lnTo>
                  <a:lnTo>
                    <a:pt x="6519950" y="33185"/>
                  </a:lnTo>
                  <a:lnTo>
                    <a:pt x="6524189" y="33185"/>
                  </a:lnTo>
                  <a:lnTo>
                    <a:pt x="6528428" y="33185"/>
                  </a:lnTo>
                  <a:lnTo>
                    <a:pt x="6532668" y="33185"/>
                  </a:lnTo>
                  <a:lnTo>
                    <a:pt x="6536907" y="33185"/>
                  </a:lnTo>
                  <a:lnTo>
                    <a:pt x="6541146" y="33185"/>
                  </a:lnTo>
                  <a:lnTo>
                    <a:pt x="6545385" y="33185"/>
                  </a:lnTo>
                  <a:lnTo>
                    <a:pt x="6549625" y="33185"/>
                  </a:lnTo>
                  <a:lnTo>
                    <a:pt x="6558103" y="33185"/>
                  </a:lnTo>
                  <a:lnTo>
                    <a:pt x="6562342" y="33185"/>
                  </a:lnTo>
                  <a:lnTo>
                    <a:pt x="6562342" y="32383"/>
                  </a:lnTo>
                  <a:lnTo>
                    <a:pt x="6566582" y="32383"/>
                  </a:lnTo>
                  <a:lnTo>
                    <a:pt x="6570821" y="32383"/>
                  </a:lnTo>
                  <a:lnTo>
                    <a:pt x="6575060" y="32383"/>
                  </a:lnTo>
                  <a:lnTo>
                    <a:pt x="6575060" y="31581"/>
                  </a:lnTo>
                  <a:lnTo>
                    <a:pt x="6579299" y="31581"/>
                  </a:lnTo>
                  <a:lnTo>
                    <a:pt x="6583538" y="31581"/>
                  </a:lnTo>
                  <a:lnTo>
                    <a:pt x="6592017" y="31581"/>
                  </a:lnTo>
                  <a:lnTo>
                    <a:pt x="6596256" y="31581"/>
                  </a:lnTo>
                  <a:lnTo>
                    <a:pt x="6600495" y="31581"/>
                  </a:lnTo>
                  <a:lnTo>
                    <a:pt x="6604735" y="31581"/>
                  </a:lnTo>
                  <a:lnTo>
                    <a:pt x="6608974" y="31581"/>
                  </a:lnTo>
                  <a:lnTo>
                    <a:pt x="6613213" y="31581"/>
                  </a:lnTo>
                  <a:lnTo>
                    <a:pt x="6617452" y="31581"/>
                  </a:lnTo>
                  <a:lnTo>
                    <a:pt x="6621692" y="31581"/>
                  </a:lnTo>
                  <a:lnTo>
                    <a:pt x="6621692" y="30769"/>
                  </a:lnTo>
                  <a:lnTo>
                    <a:pt x="6625931" y="30769"/>
                  </a:lnTo>
                  <a:lnTo>
                    <a:pt x="6630170" y="30769"/>
                  </a:lnTo>
                  <a:lnTo>
                    <a:pt x="6634409" y="30769"/>
                  </a:lnTo>
                  <a:lnTo>
                    <a:pt x="6634409" y="29954"/>
                  </a:lnTo>
                  <a:lnTo>
                    <a:pt x="6638649" y="29954"/>
                  </a:lnTo>
                  <a:lnTo>
                    <a:pt x="6642888" y="29954"/>
                  </a:lnTo>
                  <a:lnTo>
                    <a:pt x="6647127" y="29954"/>
                  </a:lnTo>
                  <a:lnTo>
                    <a:pt x="6651366" y="29954"/>
                  </a:lnTo>
                  <a:lnTo>
                    <a:pt x="6651366" y="29137"/>
                  </a:lnTo>
                  <a:lnTo>
                    <a:pt x="6659845" y="29137"/>
                  </a:lnTo>
                  <a:lnTo>
                    <a:pt x="6664084" y="29137"/>
                  </a:lnTo>
                  <a:lnTo>
                    <a:pt x="6664084" y="28319"/>
                  </a:lnTo>
                  <a:lnTo>
                    <a:pt x="6668323" y="28319"/>
                  </a:lnTo>
                  <a:lnTo>
                    <a:pt x="6672563" y="28319"/>
                  </a:lnTo>
                  <a:lnTo>
                    <a:pt x="6681041" y="28319"/>
                  </a:lnTo>
                  <a:lnTo>
                    <a:pt x="6685280" y="28319"/>
                  </a:lnTo>
                  <a:lnTo>
                    <a:pt x="6685280" y="26678"/>
                  </a:lnTo>
                  <a:lnTo>
                    <a:pt x="6689519" y="26678"/>
                  </a:lnTo>
                  <a:lnTo>
                    <a:pt x="6689519" y="25857"/>
                  </a:lnTo>
                  <a:lnTo>
                    <a:pt x="6693759" y="25857"/>
                  </a:lnTo>
                  <a:lnTo>
                    <a:pt x="6693759" y="25036"/>
                  </a:lnTo>
                  <a:lnTo>
                    <a:pt x="6702237" y="25036"/>
                  </a:lnTo>
                  <a:lnTo>
                    <a:pt x="6706476" y="25036"/>
                  </a:lnTo>
                  <a:lnTo>
                    <a:pt x="6710716" y="25036"/>
                  </a:lnTo>
                  <a:lnTo>
                    <a:pt x="6714955" y="25036"/>
                  </a:lnTo>
                  <a:lnTo>
                    <a:pt x="6719194" y="25036"/>
                  </a:lnTo>
                  <a:lnTo>
                    <a:pt x="6723433" y="25036"/>
                  </a:lnTo>
                  <a:lnTo>
                    <a:pt x="6731912" y="25036"/>
                  </a:lnTo>
                  <a:lnTo>
                    <a:pt x="6736151" y="25036"/>
                  </a:lnTo>
                  <a:lnTo>
                    <a:pt x="6744630" y="25036"/>
                  </a:lnTo>
                  <a:lnTo>
                    <a:pt x="6748869" y="25036"/>
                  </a:lnTo>
                  <a:lnTo>
                    <a:pt x="6748869" y="24207"/>
                  </a:lnTo>
                  <a:lnTo>
                    <a:pt x="6753108" y="24207"/>
                  </a:lnTo>
                  <a:lnTo>
                    <a:pt x="6757347" y="24207"/>
                  </a:lnTo>
                  <a:lnTo>
                    <a:pt x="6761587" y="24207"/>
                  </a:lnTo>
                  <a:lnTo>
                    <a:pt x="6765826" y="24207"/>
                  </a:lnTo>
                  <a:lnTo>
                    <a:pt x="6770065" y="24207"/>
                  </a:lnTo>
                  <a:lnTo>
                    <a:pt x="6778543" y="24207"/>
                  </a:lnTo>
                  <a:lnTo>
                    <a:pt x="6782783" y="24207"/>
                  </a:lnTo>
                  <a:lnTo>
                    <a:pt x="6787022" y="24207"/>
                  </a:lnTo>
                  <a:lnTo>
                    <a:pt x="6787022" y="23371"/>
                  </a:lnTo>
                  <a:lnTo>
                    <a:pt x="6791261" y="23371"/>
                  </a:lnTo>
                  <a:lnTo>
                    <a:pt x="6795500" y="23371"/>
                  </a:lnTo>
                  <a:lnTo>
                    <a:pt x="6799740" y="23371"/>
                  </a:lnTo>
                  <a:lnTo>
                    <a:pt x="6803979" y="23371"/>
                  </a:lnTo>
                  <a:lnTo>
                    <a:pt x="6808218" y="23371"/>
                  </a:lnTo>
                  <a:lnTo>
                    <a:pt x="6812457" y="23371"/>
                  </a:lnTo>
                  <a:lnTo>
                    <a:pt x="6816697" y="23371"/>
                  </a:lnTo>
                  <a:lnTo>
                    <a:pt x="6816697" y="22529"/>
                  </a:lnTo>
                  <a:lnTo>
                    <a:pt x="6820936" y="22529"/>
                  </a:lnTo>
                  <a:lnTo>
                    <a:pt x="6820936" y="21688"/>
                  </a:lnTo>
                  <a:lnTo>
                    <a:pt x="6825175" y="21688"/>
                  </a:lnTo>
                  <a:lnTo>
                    <a:pt x="6829414" y="21688"/>
                  </a:lnTo>
                  <a:lnTo>
                    <a:pt x="6833654" y="21688"/>
                  </a:lnTo>
                  <a:lnTo>
                    <a:pt x="6842132" y="21688"/>
                  </a:lnTo>
                  <a:lnTo>
                    <a:pt x="6846371" y="21688"/>
                  </a:lnTo>
                  <a:lnTo>
                    <a:pt x="6854850" y="21688"/>
                  </a:lnTo>
                  <a:lnTo>
                    <a:pt x="6859089" y="21688"/>
                  </a:lnTo>
                  <a:lnTo>
                    <a:pt x="6863328" y="21688"/>
                  </a:lnTo>
                  <a:lnTo>
                    <a:pt x="6867568" y="21688"/>
                  </a:lnTo>
                  <a:lnTo>
                    <a:pt x="6871807" y="21688"/>
                  </a:lnTo>
                  <a:lnTo>
                    <a:pt x="6871807" y="20841"/>
                  </a:lnTo>
                  <a:lnTo>
                    <a:pt x="6876046" y="20841"/>
                  </a:lnTo>
                  <a:lnTo>
                    <a:pt x="6876046" y="19994"/>
                  </a:lnTo>
                  <a:lnTo>
                    <a:pt x="6884524" y="19994"/>
                  </a:lnTo>
                  <a:lnTo>
                    <a:pt x="6888764" y="19994"/>
                  </a:lnTo>
                  <a:lnTo>
                    <a:pt x="6893003" y="19994"/>
                  </a:lnTo>
                  <a:lnTo>
                    <a:pt x="6901481" y="19994"/>
                  </a:lnTo>
                  <a:lnTo>
                    <a:pt x="6905721" y="19994"/>
                  </a:lnTo>
                  <a:lnTo>
                    <a:pt x="6905721" y="19140"/>
                  </a:lnTo>
                  <a:lnTo>
                    <a:pt x="6909960" y="19140"/>
                  </a:lnTo>
                  <a:lnTo>
                    <a:pt x="6914199" y="19140"/>
                  </a:lnTo>
                  <a:lnTo>
                    <a:pt x="6918438" y="19140"/>
                  </a:lnTo>
                  <a:lnTo>
                    <a:pt x="6926917" y="19140"/>
                  </a:lnTo>
                  <a:lnTo>
                    <a:pt x="6931156" y="19140"/>
                  </a:lnTo>
                  <a:lnTo>
                    <a:pt x="6931156" y="18284"/>
                  </a:lnTo>
                  <a:lnTo>
                    <a:pt x="6935395" y="18284"/>
                  </a:lnTo>
                  <a:lnTo>
                    <a:pt x="6943874" y="18284"/>
                  </a:lnTo>
                  <a:lnTo>
                    <a:pt x="6948113" y="18284"/>
                  </a:lnTo>
                  <a:lnTo>
                    <a:pt x="6948113" y="17426"/>
                  </a:lnTo>
                  <a:lnTo>
                    <a:pt x="6956592" y="17426"/>
                  </a:lnTo>
                  <a:lnTo>
                    <a:pt x="6960831" y="17426"/>
                  </a:lnTo>
                  <a:lnTo>
                    <a:pt x="6960831" y="16568"/>
                  </a:lnTo>
                  <a:lnTo>
                    <a:pt x="6965070" y="16568"/>
                  </a:lnTo>
                  <a:lnTo>
                    <a:pt x="6969309" y="16568"/>
                  </a:lnTo>
                  <a:lnTo>
                    <a:pt x="6977788" y="16568"/>
                  </a:lnTo>
                  <a:lnTo>
                    <a:pt x="6982027" y="16568"/>
                  </a:lnTo>
                  <a:lnTo>
                    <a:pt x="6986266" y="16568"/>
                  </a:lnTo>
                  <a:lnTo>
                    <a:pt x="6986266" y="15707"/>
                  </a:lnTo>
                  <a:lnTo>
                    <a:pt x="6990505" y="15707"/>
                  </a:lnTo>
                  <a:lnTo>
                    <a:pt x="6994745" y="15707"/>
                  </a:lnTo>
                  <a:lnTo>
                    <a:pt x="6998984" y="15707"/>
                  </a:lnTo>
                  <a:lnTo>
                    <a:pt x="7003223" y="15707"/>
                  </a:lnTo>
                  <a:lnTo>
                    <a:pt x="7007462" y="15707"/>
                  </a:lnTo>
                  <a:lnTo>
                    <a:pt x="7015941" y="15707"/>
                  </a:lnTo>
                  <a:lnTo>
                    <a:pt x="7020180" y="15707"/>
                  </a:lnTo>
                  <a:lnTo>
                    <a:pt x="7024419" y="15707"/>
                  </a:lnTo>
                  <a:lnTo>
                    <a:pt x="7028659" y="15707"/>
                  </a:lnTo>
                  <a:lnTo>
                    <a:pt x="7032898" y="15707"/>
                  </a:lnTo>
                  <a:lnTo>
                    <a:pt x="7037137" y="15707"/>
                  </a:lnTo>
                  <a:lnTo>
                    <a:pt x="7041376" y="15707"/>
                  </a:lnTo>
                  <a:lnTo>
                    <a:pt x="7049855" y="15707"/>
                  </a:lnTo>
                  <a:lnTo>
                    <a:pt x="7054094" y="15707"/>
                  </a:lnTo>
                  <a:lnTo>
                    <a:pt x="7058333" y="15707"/>
                  </a:lnTo>
                  <a:lnTo>
                    <a:pt x="7062573" y="15707"/>
                  </a:lnTo>
                  <a:lnTo>
                    <a:pt x="7066812" y="15707"/>
                  </a:lnTo>
                  <a:lnTo>
                    <a:pt x="7071051" y="15707"/>
                  </a:lnTo>
                  <a:lnTo>
                    <a:pt x="7079530" y="15707"/>
                  </a:lnTo>
                  <a:lnTo>
                    <a:pt x="7079530" y="14837"/>
                  </a:lnTo>
                  <a:lnTo>
                    <a:pt x="7083769" y="14837"/>
                  </a:lnTo>
                  <a:lnTo>
                    <a:pt x="7088008" y="14837"/>
                  </a:lnTo>
                  <a:lnTo>
                    <a:pt x="7092247" y="14837"/>
                  </a:lnTo>
                  <a:lnTo>
                    <a:pt x="7096486" y="14837"/>
                  </a:lnTo>
                  <a:lnTo>
                    <a:pt x="7100726" y="14837"/>
                  </a:lnTo>
                  <a:lnTo>
                    <a:pt x="7104965" y="14837"/>
                  </a:lnTo>
                  <a:lnTo>
                    <a:pt x="7109204" y="14837"/>
                  </a:lnTo>
                  <a:lnTo>
                    <a:pt x="7113443" y="14837"/>
                  </a:lnTo>
                  <a:lnTo>
                    <a:pt x="7117683" y="14837"/>
                  </a:lnTo>
                  <a:lnTo>
                    <a:pt x="7126161" y="14837"/>
                  </a:lnTo>
                  <a:lnTo>
                    <a:pt x="7130400" y="14837"/>
                  </a:lnTo>
                  <a:lnTo>
                    <a:pt x="7138879" y="14837"/>
                  </a:lnTo>
                  <a:lnTo>
                    <a:pt x="7143118" y="14837"/>
                  </a:lnTo>
                  <a:lnTo>
                    <a:pt x="7147357" y="14837"/>
                  </a:lnTo>
                  <a:lnTo>
                    <a:pt x="7147357" y="13952"/>
                  </a:lnTo>
                  <a:lnTo>
                    <a:pt x="7151597" y="13952"/>
                  </a:lnTo>
                  <a:lnTo>
                    <a:pt x="7155836" y="13952"/>
                  </a:lnTo>
                  <a:lnTo>
                    <a:pt x="7160075" y="13952"/>
                  </a:lnTo>
                  <a:lnTo>
                    <a:pt x="7164314" y="13952"/>
                  </a:lnTo>
                  <a:lnTo>
                    <a:pt x="7168554" y="13952"/>
                  </a:lnTo>
                  <a:lnTo>
                    <a:pt x="7172793" y="13952"/>
                  </a:lnTo>
                  <a:lnTo>
                    <a:pt x="7181271" y="13952"/>
                  </a:lnTo>
                  <a:lnTo>
                    <a:pt x="7181271" y="13063"/>
                  </a:lnTo>
                  <a:lnTo>
                    <a:pt x="7185510" y="13063"/>
                  </a:lnTo>
                  <a:lnTo>
                    <a:pt x="7189750" y="13063"/>
                  </a:lnTo>
                  <a:lnTo>
                    <a:pt x="7193989" y="13063"/>
                  </a:lnTo>
                  <a:lnTo>
                    <a:pt x="7198228" y="13063"/>
                  </a:lnTo>
                  <a:lnTo>
                    <a:pt x="7202467" y="13063"/>
                  </a:lnTo>
                  <a:lnTo>
                    <a:pt x="7206707" y="13063"/>
                  </a:lnTo>
                  <a:lnTo>
                    <a:pt x="7210946" y="13063"/>
                  </a:lnTo>
                  <a:lnTo>
                    <a:pt x="7219424" y="13063"/>
                  </a:lnTo>
                  <a:lnTo>
                    <a:pt x="7223664" y="13063"/>
                  </a:lnTo>
                  <a:lnTo>
                    <a:pt x="7227903" y="13063"/>
                  </a:lnTo>
                  <a:lnTo>
                    <a:pt x="7232142" y="13063"/>
                  </a:lnTo>
                  <a:lnTo>
                    <a:pt x="7240621" y="13063"/>
                  </a:lnTo>
                  <a:lnTo>
                    <a:pt x="7249099" y="13063"/>
                  </a:lnTo>
                  <a:lnTo>
                    <a:pt x="7253338" y="13063"/>
                  </a:lnTo>
                  <a:lnTo>
                    <a:pt x="7257578" y="13063"/>
                  </a:lnTo>
                  <a:lnTo>
                    <a:pt x="7257578" y="12161"/>
                  </a:lnTo>
                  <a:lnTo>
                    <a:pt x="7261817" y="12161"/>
                  </a:lnTo>
                  <a:lnTo>
                    <a:pt x="7266056" y="12161"/>
                  </a:lnTo>
                  <a:lnTo>
                    <a:pt x="7270295" y="12161"/>
                  </a:lnTo>
                  <a:lnTo>
                    <a:pt x="7274535" y="12161"/>
                  </a:lnTo>
                  <a:lnTo>
                    <a:pt x="7283013" y="12161"/>
                  </a:lnTo>
                  <a:lnTo>
                    <a:pt x="7287252" y="12161"/>
                  </a:lnTo>
                  <a:lnTo>
                    <a:pt x="7291491" y="12161"/>
                  </a:lnTo>
                  <a:lnTo>
                    <a:pt x="7295731" y="12161"/>
                  </a:lnTo>
                  <a:lnTo>
                    <a:pt x="7299970" y="12161"/>
                  </a:lnTo>
                  <a:lnTo>
                    <a:pt x="7316927" y="12161"/>
                  </a:lnTo>
                  <a:lnTo>
                    <a:pt x="7316927" y="11251"/>
                  </a:lnTo>
                  <a:lnTo>
                    <a:pt x="7321166" y="11251"/>
                  </a:lnTo>
                  <a:lnTo>
                    <a:pt x="7329645" y="11251"/>
                  </a:lnTo>
                  <a:lnTo>
                    <a:pt x="7333884" y="11251"/>
                  </a:lnTo>
                  <a:lnTo>
                    <a:pt x="7338123" y="11251"/>
                  </a:lnTo>
                  <a:lnTo>
                    <a:pt x="7338123" y="10338"/>
                  </a:lnTo>
                  <a:lnTo>
                    <a:pt x="7342362" y="10338"/>
                  </a:lnTo>
                  <a:lnTo>
                    <a:pt x="7346602" y="10338"/>
                  </a:lnTo>
                  <a:lnTo>
                    <a:pt x="7350841" y="10338"/>
                  </a:lnTo>
                  <a:lnTo>
                    <a:pt x="7355080" y="10338"/>
                  </a:lnTo>
                  <a:lnTo>
                    <a:pt x="7355080" y="9420"/>
                  </a:lnTo>
                  <a:lnTo>
                    <a:pt x="7359319" y="9420"/>
                  </a:lnTo>
                  <a:lnTo>
                    <a:pt x="7363559" y="9420"/>
                  </a:lnTo>
                  <a:lnTo>
                    <a:pt x="7367798" y="9420"/>
                  </a:lnTo>
                  <a:lnTo>
                    <a:pt x="7372037" y="9420"/>
                  </a:lnTo>
                  <a:lnTo>
                    <a:pt x="7376276" y="9420"/>
                  </a:lnTo>
                  <a:lnTo>
                    <a:pt x="7380516" y="9420"/>
                  </a:lnTo>
                  <a:lnTo>
                    <a:pt x="7384755" y="9420"/>
                  </a:lnTo>
                  <a:lnTo>
                    <a:pt x="7384755" y="8498"/>
                  </a:lnTo>
                  <a:lnTo>
                    <a:pt x="7388994" y="8498"/>
                  </a:lnTo>
                  <a:lnTo>
                    <a:pt x="7393233" y="8498"/>
                  </a:lnTo>
                  <a:lnTo>
                    <a:pt x="7393233" y="7576"/>
                  </a:lnTo>
                  <a:lnTo>
                    <a:pt x="7397472" y="7576"/>
                  </a:lnTo>
                  <a:lnTo>
                    <a:pt x="7401712" y="7576"/>
                  </a:lnTo>
                  <a:lnTo>
                    <a:pt x="7401712" y="6651"/>
                  </a:lnTo>
                  <a:lnTo>
                    <a:pt x="7405951" y="6651"/>
                  </a:lnTo>
                  <a:lnTo>
                    <a:pt x="7405951" y="5724"/>
                  </a:lnTo>
                  <a:lnTo>
                    <a:pt x="7410190" y="5724"/>
                  </a:lnTo>
                  <a:lnTo>
                    <a:pt x="7418669" y="5724"/>
                  </a:lnTo>
                  <a:lnTo>
                    <a:pt x="7431386" y="5724"/>
                  </a:lnTo>
                  <a:lnTo>
                    <a:pt x="7435626" y="5724"/>
                  </a:lnTo>
                  <a:lnTo>
                    <a:pt x="7439865" y="5724"/>
                  </a:lnTo>
                  <a:lnTo>
                    <a:pt x="7444104" y="5724"/>
                  </a:lnTo>
                  <a:lnTo>
                    <a:pt x="7448343" y="5724"/>
                  </a:lnTo>
                  <a:lnTo>
                    <a:pt x="7452583" y="5724"/>
                  </a:lnTo>
                  <a:lnTo>
                    <a:pt x="7456822" y="5724"/>
                  </a:lnTo>
                  <a:lnTo>
                    <a:pt x="7461061" y="5724"/>
                  </a:lnTo>
                  <a:lnTo>
                    <a:pt x="7465300" y="5724"/>
                  </a:lnTo>
                  <a:lnTo>
                    <a:pt x="7473779" y="5724"/>
                  </a:lnTo>
                  <a:lnTo>
                    <a:pt x="7486496" y="5724"/>
                  </a:lnTo>
                  <a:lnTo>
                    <a:pt x="7490736" y="5724"/>
                  </a:lnTo>
                  <a:lnTo>
                    <a:pt x="7494975" y="5724"/>
                  </a:lnTo>
                  <a:lnTo>
                    <a:pt x="7494975" y="3840"/>
                  </a:lnTo>
                  <a:lnTo>
                    <a:pt x="7507693" y="3840"/>
                  </a:lnTo>
                  <a:lnTo>
                    <a:pt x="7511932" y="3840"/>
                  </a:lnTo>
                  <a:lnTo>
                    <a:pt x="7516171" y="3840"/>
                  </a:lnTo>
                  <a:lnTo>
                    <a:pt x="7520410" y="3840"/>
                  </a:lnTo>
                  <a:lnTo>
                    <a:pt x="7524650" y="3840"/>
                  </a:lnTo>
                  <a:lnTo>
                    <a:pt x="7524650" y="2891"/>
                  </a:lnTo>
                  <a:lnTo>
                    <a:pt x="7533128" y="2891"/>
                  </a:lnTo>
                  <a:lnTo>
                    <a:pt x="7537367" y="2891"/>
                  </a:lnTo>
                  <a:lnTo>
                    <a:pt x="7541607" y="2891"/>
                  </a:lnTo>
                  <a:lnTo>
                    <a:pt x="7545846" y="2891"/>
                  </a:lnTo>
                  <a:lnTo>
                    <a:pt x="7550085" y="2891"/>
                  </a:lnTo>
                  <a:lnTo>
                    <a:pt x="7554324" y="2891"/>
                  </a:lnTo>
                  <a:lnTo>
                    <a:pt x="7558564" y="2891"/>
                  </a:lnTo>
                  <a:lnTo>
                    <a:pt x="7571281" y="2891"/>
                  </a:lnTo>
                  <a:lnTo>
                    <a:pt x="7575521" y="2891"/>
                  </a:lnTo>
                  <a:lnTo>
                    <a:pt x="7579760" y="2891"/>
                  </a:lnTo>
                  <a:lnTo>
                    <a:pt x="7583999" y="2891"/>
                  </a:lnTo>
                  <a:lnTo>
                    <a:pt x="7588238" y="2891"/>
                  </a:lnTo>
                  <a:lnTo>
                    <a:pt x="7592477" y="2891"/>
                  </a:lnTo>
                  <a:lnTo>
                    <a:pt x="7592477" y="1930"/>
                  </a:lnTo>
                  <a:lnTo>
                    <a:pt x="7600956" y="1930"/>
                  </a:lnTo>
                  <a:lnTo>
                    <a:pt x="7605195" y="1930"/>
                  </a:lnTo>
                  <a:lnTo>
                    <a:pt x="7609434" y="1930"/>
                  </a:lnTo>
                  <a:lnTo>
                    <a:pt x="7613674" y="1930"/>
                  </a:lnTo>
                  <a:lnTo>
                    <a:pt x="7617913" y="1930"/>
                  </a:lnTo>
                  <a:lnTo>
                    <a:pt x="7617913" y="967"/>
                  </a:lnTo>
                  <a:lnTo>
                    <a:pt x="7622152" y="967"/>
                  </a:lnTo>
                  <a:lnTo>
                    <a:pt x="7626391" y="967"/>
                  </a:lnTo>
                  <a:lnTo>
                    <a:pt x="7630631" y="967"/>
                  </a:lnTo>
                  <a:lnTo>
                    <a:pt x="7634870" y="967"/>
                  </a:lnTo>
                  <a:lnTo>
                    <a:pt x="7643348" y="967"/>
                  </a:lnTo>
                  <a:lnTo>
                    <a:pt x="7647588" y="967"/>
                  </a:lnTo>
                  <a:lnTo>
                    <a:pt x="7660305" y="967"/>
                  </a:lnTo>
                  <a:lnTo>
                    <a:pt x="7660305" y="0"/>
                  </a:lnTo>
                  <a:lnTo>
                    <a:pt x="7664545" y="0"/>
                  </a:lnTo>
                  <a:lnTo>
                    <a:pt x="7668784" y="0"/>
                  </a:lnTo>
                  <a:lnTo>
                    <a:pt x="7677262" y="0"/>
                  </a:lnTo>
                  <a:lnTo>
                    <a:pt x="7681502" y="0"/>
                  </a:lnTo>
                  <a:lnTo>
                    <a:pt x="7685741" y="0"/>
                  </a:lnTo>
                  <a:lnTo>
                    <a:pt x="7694219" y="0"/>
                  </a:lnTo>
                  <a:lnTo>
                    <a:pt x="7698458" y="0"/>
                  </a:lnTo>
                  <a:lnTo>
                    <a:pt x="7702698" y="0"/>
                  </a:lnTo>
                  <a:lnTo>
                    <a:pt x="7706937" y="0"/>
                  </a:lnTo>
                  <a:lnTo>
                    <a:pt x="7715415" y="0"/>
                  </a:lnTo>
                  <a:lnTo>
                    <a:pt x="7723894" y="0"/>
                  </a:lnTo>
                  <a:lnTo>
                    <a:pt x="7723894" y="51913"/>
                  </a:lnTo>
                  <a:lnTo>
                    <a:pt x="7715415" y="51913"/>
                  </a:lnTo>
                  <a:lnTo>
                    <a:pt x="7706937" y="51913"/>
                  </a:lnTo>
                  <a:lnTo>
                    <a:pt x="7702698" y="51913"/>
                  </a:lnTo>
                  <a:lnTo>
                    <a:pt x="7698458" y="51913"/>
                  </a:lnTo>
                  <a:lnTo>
                    <a:pt x="7694219" y="51913"/>
                  </a:lnTo>
                  <a:lnTo>
                    <a:pt x="7685741" y="51913"/>
                  </a:lnTo>
                  <a:lnTo>
                    <a:pt x="7681502" y="51913"/>
                  </a:lnTo>
                  <a:lnTo>
                    <a:pt x="7677262" y="51913"/>
                  </a:lnTo>
                  <a:lnTo>
                    <a:pt x="7668784" y="51913"/>
                  </a:lnTo>
                  <a:lnTo>
                    <a:pt x="7664545" y="51913"/>
                  </a:lnTo>
                  <a:lnTo>
                    <a:pt x="7660305" y="51913"/>
                  </a:lnTo>
                  <a:lnTo>
                    <a:pt x="7660305" y="52770"/>
                  </a:lnTo>
                  <a:lnTo>
                    <a:pt x="7647588" y="52770"/>
                  </a:lnTo>
                  <a:lnTo>
                    <a:pt x="7643348" y="52770"/>
                  </a:lnTo>
                  <a:lnTo>
                    <a:pt x="7634870" y="52770"/>
                  </a:lnTo>
                  <a:lnTo>
                    <a:pt x="7630631" y="52770"/>
                  </a:lnTo>
                  <a:lnTo>
                    <a:pt x="7626391" y="52770"/>
                  </a:lnTo>
                  <a:lnTo>
                    <a:pt x="7622152" y="52770"/>
                  </a:lnTo>
                  <a:lnTo>
                    <a:pt x="7617913" y="52770"/>
                  </a:lnTo>
                  <a:lnTo>
                    <a:pt x="7617913" y="53624"/>
                  </a:lnTo>
                  <a:lnTo>
                    <a:pt x="7613674" y="53624"/>
                  </a:lnTo>
                  <a:lnTo>
                    <a:pt x="7609434" y="53624"/>
                  </a:lnTo>
                  <a:lnTo>
                    <a:pt x="7605195" y="53624"/>
                  </a:lnTo>
                  <a:lnTo>
                    <a:pt x="7600956" y="53624"/>
                  </a:lnTo>
                  <a:lnTo>
                    <a:pt x="7592477" y="53624"/>
                  </a:lnTo>
                  <a:lnTo>
                    <a:pt x="7592477" y="54475"/>
                  </a:lnTo>
                  <a:lnTo>
                    <a:pt x="7588238" y="54475"/>
                  </a:lnTo>
                  <a:lnTo>
                    <a:pt x="7583999" y="54475"/>
                  </a:lnTo>
                  <a:lnTo>
                    <a:pt x="7579760" y="54475"/>
                  </a:lnTo>
                  <a:lnTo>
                    <a:pt x="7575521" y="54475"/>
                  </a:lnTo>
                  <a:lnTo>
                    <a:pt x="7571281" y="54475"/>
                  </a:lnTo>
                  <a:lnTo>
                    <a:pt x="7558564" y="54475"/>
                  </a:lnTo>
                  <a:lnTo>
                    <a:pt x="7554324" y="54475"/>
                  </a:lnTo>
                  <a:lnTo>
                    <a:pt x="7550085" y="54475"/>
                  </a:lnTo>
                  <a:lnTo>
                    <a:pt x="7545846" y="54475"/>
                  </a:lnTo>
                  <a:lnTo>
                    <a:pt x="7541607" y="54475"/>
                  </a:lnTo>
                  <a:lnTo>
                    <a:pt x="7537367" y="54475"/>
                  </a:lnTo>
                  <a:lnTo>
                    <a:pt x="7533128" y="54475"/>
                  </a:lnTo>
                  <a:lnTo>
                    <a:pt x="7524650" y="54475"/>
                  </a:lnTo>
                  <a:lnTo>
                    <a:pt x="7524650" y="55317"/>
                  </a:lnTo>
                  <a:lnTo>
                    <a:pt x="7520410" y="55317"/>
                  </a:lnTo>
                  <a:lnTo>
                    <a:pt x="7516171" y="55317"/>
                  </a:lnTo>
                  <a:lnTo>
                    <a:pt x="7511932" y="55317"/>
                  </a:lnTo>
                  <a:lnTo>
                    <a:pt x="7507693" y="55317"/>
                  </a:lnTo>
                  <a:lnTo>
                    <a:pt x="7494975" y="55317"/>
                  </a:lnTo>
                  <a:lnTo>
                    <a:pt x="7494975" y="56989"/>
                  </a:lnTo>
                  <a:lnTo>
                    <a:pt x="7490736" y="56989"/>
                  </a:lnTo>
                  <a:lnTo>
                    <a:pt x="7486496" y="56989"/>
                  </a:lnTo>
                  <a:lnTo>
                    <a:pt x="7473779" y="56989"/>
                  </a:lnTo>
                  <a:lnTo>
                    <a:pt x="7465300" y="56989"/>
                  </a:lnTo>
                  <a:lnTo>
                    <a:pt x="7461061" y="56989"/>
                  </a:lnTo>
                  <a:lnTo>
                    <a:pt x="7456822" y="56989"/>
                  </a:lnTo>
                  <a:lnTo>
                    <a:pt x="7452583" y="56989"/>
                  </a:lnTo>
                  <a:lnTo>
                    <a:pt x="7448343" y="56989"/>
                  </a:lnTo>
                  <a:lnTo>
                    <a:pt x="7444104" y="56989"/>
                  </a:lnTo>
                  <a:lnTo>
                    <a:pt x="7439865" y="56989"/>
                  </a:lnTo>
                  <a:lnTo>
                    <a:pt x="7435626" y="56989"/>
                  </a:lnTo>
                  <a:lnTo>
                    <a:pt x="7431386" y="56989"/>
                  </a:lnTo>
                  <a:lnTo>
                    <a:pt x="7418669" y="56989"/>
                  </a:lnTo>
                  <a:lnTo>
                    <a:pt x="7410190" y="56989"/>
                  </a:lnTo>
                  <a:lnTo>
                    <a:pt x="7405951" y="56989"/>
                  </a:lnTo>
                  <a:lnTo>
                    <a:pt x="7405951" y="57813"/>
                  </a:lnTo>
                  <a:lnTo>
                    <a:pt x="7401712" y="57813"/>
                  </a:lnTo>
                  <a:lnTo>
                    <a:pt x="7401712" y="58635"/>
                  </a:lnTo>
                  <a:lnTo>
                    <a:pt x="7397472" y="58635"/>
                  </a:lnTo>
                  <a:lnTo>
                    <a:pt x="7393233" y="58635"/>
                  </a:lnTo>
                  <a:lnTo>
                    <a:pt x="7393233" y="59455"/>
                  </a:lnTo>
                  <a:lnTo>
                    <a:pt x="7388994" y="59455"/>
                  </a:lnTo>
                  <a:lnTo>
                    <a:pt x="7384755" y="59455"/>
                  </a:lnTo>
                  <a:lnTo>
                    <a:pt x="7384755" y="60274"/>
                  </a:lnTo>
                  <a:lnTo>
                    <a:pt x="7380516" y="60274"/>
                  </a:lnTo>
                  <a:lnTo>
                    <a:pt x="7376276" y="60274"/>
                  </a:lnTo>
                  <a:lnTo>
                    <a:pt x="7372037" y="60274"/>
                  </a:lnTo>
                  <a:lnTo>
                    <a:pt x="7367798" y="60274"/>
                  </a:lnTo>
                  <a:lnTo>
                    <a:pt x="7363559" y="60274"/>
                  </a:lnTo>
                  <a:lnTo>
                    <a:pt x="7359319" y="60274"/>
                  </a:lnTo>
                  <a:lnTo>
                    <a:pt x="7355080" y="60274"/>
                  </a:lnTo>
                  <a:lnTo>
                    <a:pt x="7355080" y="61090"/>
                  </a:lnTo>
                  <a:lnTo>
                    <a:pt x="7350841" y="61090"/>
                  </a:lnTo>
                  <a:lnTo>
                    <a:pt x="7346602" y="61090"/>
                  </a:lnTo>
                  <a:lnTo>
                    <a:pt x="7342362" y="61090"/>
                  </a:lnTo>
                  <a:lnTo>
                    <a:pt x="7338123" y="61090"/>
                  </a:lnTo>
                  <a:lnTo>
                    <a:pt x="7338123" y="61902"/>
                  </a:lnTo>
                  <a:lnTo>
                    <a:pt x="7333884" y="61902"/>
                  </a:lnTo>
                  <a:lnTo>
                    <a:pt x="7329645" y="61902"/>
                  </a:lnTo>
                  <a:lnTo>
                    <a:pt x="7321166" y="61902"/>
                  </a:lnTo>
                  <a:lnTo>
                    <a:pt x="7316927" y="61902"/>
                  </a:lnTo>
                  <a:lnTo>
                    <a:pt x="7316927" y="62712"/>
                  </a:lnTo>
                  <a:lnTo>
                    <a:pt x="7299970" y="62712"/>
                  </a:lnTo>
                  <a:lnTo>
                    <a:pt x="7295731" y="62712"/>
                  </a:lnTo>
                  <a:lnTo>
                    <a:pt x="7291491" y="62712"/>
                  </a:lnTo>
                  <a:lnTo>
                    <a:pt x="7287252" y="62712"/>
                  </a:lnTo>
                  <a:lnTo>
                    <a:pt x="7283013" y="62712"/>
                  </a:lnTo>
                  <a:lnTo>
                    <a:pt x="7274535" y="62712"/>
                  </a:lnTo>
                  <a:lnTo>
                    <a:pt x="7270295" y="62712"/>
                  </a:lnTo>
                  <a:lnTo>
                    <a:pt x="7266056" y="62712"/>
                  </a:lnTo>
                  <a:lnTo>
                    <a:pt x="7261817" y="62712"/>
                  </a:lnTo>
                  <a:lnTo>
                    <a:pt x="7257578" y="62712"/>
                  </a:lnTo>
                  <a:lnTo>
                    <a:pt x="7257578" y="63514"/>
                  </a:lnTo>
                  <a:lnTo>
                    <a:pt x="7253338" y="63514"/>
                  </a:lnTo>
                  <a:lnTo>
                    <a:pt x="7249099" y="63514"/>
                  </a:lnTo>
                  <a:lnTo>
                    <a:pt x="7240621" y="63514"/>
                  </a:lnTo>
                  <a:lnTo>
                    <a:pt x="7232142" y="63514"/>
                  </a:lnTo>
                  <a:lnTo>
                    <a:pt x="7227903" y="63514"/>
                  </a:lnTo>
                  <a:lnTo>
                    <a:pt x="7223664" y="63514"/>
                  </a:lnTo>
                  <a:lnTo>
                    <a:pt x="7219424" y="63514"/>
                  </a:lnTo>
                  <a:lnTo>
                    <a:pt x="7210946" y="63514"/>
                  </a:lnTo>
                  <a:lnTo>
                    <a:pt x="7206707" y="63514"/>
                  </a:lnTo>
                  <a:lnTo>
                    <a:pt x="7202467" y="63514"/>
                  </a:lnTo>
                  <a:lnTo>
                    <a:pt x="7198228" y="63514"/>
                  </a:lnTo>
                  <a:lnTo>
                    <a:pt x="7193989" y="63514"/>
                  </a:lnTo>
                  <a:lnTo>
                    <a:pt x="7189750" y="63514"/>
                  </a:lnTo>
                  <a:lnTo>
                    <a:pt x="7185510" y="63514"/>
                  </a:lnTo>
                  <a:lnTo>
                    <a:pt x="7181271" y="63514"/>
                  </a:lnTo>
                  <a:lnTo>
                    <a:pt x="7181271" y="64307"/>
                  </a:lnTo>
                  <a:lnTo>
                    <a:pt x="7172793" y="64307"/>
                  </a:lnTo>
                  <a:lnTo>
                    <a:pt x="7168554" y="64307"/>
                  </a:lnTo>
                  <a:lnTo>
                    <a:pt x="7164314" y="64307"/>
                  </a:lnTo>
                  <a:lnTo>
                    <a:pt x="7160075" y="64307"/>
                  </a:lnTo>
                  <a:lnTo>
                    <a:pt x="7155836" y="64307"/>
                  </a:lnTo>
                  <a:lnTo>
                    <a:pt x="7151597" y="64307"/>
                  </a:lnTo>
                  <a:lnTo>
                    <a:pt x="7147357" y="64307"/>
                  </a:lnTo>
                  <a:lnTo>
                    <a:pt x="7147357" y="65095"/>
                  </a:lnTo>
                  <a:lnTo>
                    <a:pt x="7143118" y="65095"/>
                  </a:lnTo>
                  <a:lnTo>
                    <a:pt x="7138879" y="65095"/>
                  </a:lnTo>
                  <a:lnTo>
                    <a:pt x="7130400" y="65095"/>
                  </a:lnTo>
                  <a:lnTo>
                    <a:pt x="7126161" y="65095"/>
                  </a:lnTo>
                  <a:lnTo>
                    <a:pt x="7117683" y="65095"/>
                  </a:lnTo>
                  <a:lnTo>
                    <a:pt x="7113443" y="65095"/>
                  </a:lnTo>
                  <a:lnTo>
                    <a:pt x="7109204" y="65095"/>
                  </a:lnTo>
                  <a:lnTo>
                    <a:pt x="7104965" y="65095"/>
                  </a:lnTo>
                  <a:lnTo>
                    <a:pt x="7100726" y="65095"/>
                  </a:lnTo>
                  <a:lnTo>
                    <a:pt x="7096486" y="65095"/>
                  </a:lnTo>
                  <a:lnTo>
                    <a:pt x="7092247" y="65095"/>
                  </a:lnTo>
                  <a:lnTo>
                    <a:pt x="7088008" y="65095"/>
                  </a:lnTo>
                  <a:lnTo>
                    <a:pt x="7083769" y="65095"/>
                  </a:lnTo>
                  <a:lnTo>
                    <a:pt x="7079530" y="65095"/>
                  </a:lnTo>
                  <a:lnTo>
                    <a:pt x="7079530" y="65873"/>
                  </a:lnTo>
                  <a:lnTo>
                    <a:pt x="7071051" y="65873"/>
                  </a:lnTo>
                  <a:lnTo>
                    <a:pt x="7066812" y="65873"/>
                  </a:lnTo>
                  <a:lnTo>
                    <a:pt x="7062573" y="65873"/>
                  </a:lnTo>
                  <a:lnTo>
                    <a:pt x="7058333" y="65873"/>
                  </a:lnTo>
                  <a:lnTo>
                    <a:pt x="7054094" y="65873"/>
                  </a:lnTo>
                  <a:lnTo>
                    <a:pt x="7049855" y="65873"/>
                  </a:lnTo>
                  <a:lnTo>
                    <a:pt x="7041376" y="65873"/>
                  </a:lnTo>
                  <a:lnTo>
                    <a:pt x="7037137" y="65873"/>
                  </a:lnTo>
                  <a:lnTo>
                    <a:pt x="7032898" y="65873"/>
                  </a:lnTo>
                  <a:lnTo>
                    <a:pt x="7028659" y="65873"/>
                  </a:lnTo>
                  <a:lnTo>
                    <a:pt x="7024419" y="65873"/>
                  </a:lnTo>
                  <a:lnTo>
                    <a:pt x="7020180" y="65873"/>
                  </a:lnTo>
                  <a:lnTo>
                    <a:pt x="7015941" y="65873"/>
                  </a:lnTo>
                  <a:lnTo>
                    <a:pt x="7007462" y="65873"/>
                  </a:lnTo>
                  <a:lnTo>
                    <a:pt x="7003223" y="65873"/>
                  </a:lnTo>
                  <a:lnTo>
                    <a:pt x="6998984" y="65873"/>
                  </a:lnTo>
                  <a:lnTo>
                    <a:pt x="6994745" y="65873"/>
                  </a:lnTo>
                  <a:lnTo>
                    <a:pt x="6990505" y="65873"/>
                  </a:lnTo>
                  <a:lnTo>
                    <a:pt x="6986266" y="65873"/>
                  </a:lnTo>
                  <a:lnTo>
                    <a:pt x="6986266" y="66642"/>
                  </a:lnTo>
                  <a:lnTo>
                    <a:pt x="6982027" y="66642"/>
                  </a:lnTo>
                  <a:lnTo>
                    <a:pt x="6977788" y="66642"/>
                  </a:lnTo>
                  <a:lnTo>
                    <a:pt x="6969309" y="66642"/>
                  </a:lnTo>
                  <a:lnTo>
                    <a:pt x="6965070" y="66642"/>
                  </a:lnTo>
                  <a:lnTo>
                    <a:pt x="6960831" y="66642"/>
                  </a:lnTo>
                  <a:lnTo>
                    <a:pt x="6960831" y="67410"/>
                  </a:lnTo>
                  <a:lnTo>
                    <a:pt x="6956592" y="67410"/>
                  </a:lnTo>
                  <a:lnTo>
                    <a:pt x="6948113" y="67410"/>
                  </a:lnTo>
                  <a:lnTo>
                    <a:pt x="6948113" y="68176"/>
                  </a:lnTo>
                  <a:lnTo>
                    <a:pt x="6943874" y="68176"/>
                  </a:lnTo>
                  <a:lnTo>
                    <a:pt x="6935395" y="68176"/>
                  </a:lnTo>
                  <a:lnTo>
                    <a:pt x="6931156" y="68176"/>
                  </a:lnTo>
                  <a:lnTo>
                    <a:pt x="6931156" y="68942"/>
                  </a:lnTo>
                  <a:lnTo>
                    <a:pt x="6926917" y="68942"/>
                  </a:lnTo>
                  <a:lnTo>
                    <a:pt x="6918438" y="68942"/>
                  </a:lnTo>
                  <a:lnTo>
                    <a:pt x="6914199" y="68942"/>
                  </a:lnTo>
                  <a:lnTo>
                    <a:pt x="6909960" y="68942"/>
                  </a:lnTo>
                  <a:lnTo>
                    <a:pt x="6905721" y="68942"/>
                  </a:lnTo>
                  <a:lnTo>
                    <a:pt x="6905721" y="69705"/>
                  </a:lnTo>
                  <a:lnTo>
                    <a:pt x="6901481" y="69705"/>
                  </a:lnTo>
                  <a:lnTo>
                    <a:pt x="6893003" y="69705"/>
                  </a:lnTo>
                  <a:lnTo>
                    <a:pt x="6888764" y="69705"/>
                  </a:lnTo>
                  <a:lnTo>
                    <a:pt x="6884524" y="69705"/>
                  </a:lnTo>
                  <a:lnTo>
                    <a:pt x="6876046" y="69705"/>
                  </a:lnTo>
                  <a:lnTo>
                    <a:pt x="6876046" y="70463"/>
                  </a:lnTo>
                  <a:lnTo>
                    <a:pt x="6871807" y="70463"/>
                  </a:lnTo>
                  <a:lnTo>
                    <a:pt x="6871807" y="71220"/>
                  </a:lnTo>
                  <a:lnTo>
                    <a:pt x="6867568" y="71220"/>
                  </a:lnTo>
                  <a:lnTo>
                    <a:pt x="6863328" y="71220"/>
                  </a:lnTo>
                  <a:lnTo>
                    <a:pt x="6859089" y="71220"/>
                  </a:lnTo>
                  <a:lnTo>
                    <a:pt x="6854850" y="71220"/>
                  </a:lnTo>
                  <a:lnTo>
                    <a:pt x="6846371" y="71220"/>
                  </a:lnTo>
                  <a:lnTo>
                    <a:pt x="6842132" y="71220"/>
                  </a:lnTo>
                  <a:lnTo>
                    <a:pt x="6833654" y="71220"/>
                  </a:lnTo>
                  <a:lnTo>
                    <a:pt x="6829414" y="71220"/>
                  </a:lnTo>
                  <a:lnTo>
                    <a:pt x="6825175" y="71220"/>
                  </a:lnTo>
                  <a:lnTo>
                    <a:pt x="6820936" y="71220"/>
                  </a:lnTo>
                  <a:lnTo>
                    <a:pt x="6820936" y="71973"/>
                  </a:lnTo>
                  <a:lnTo>
                    <a:pt x="6816697" y="71973"/>
                  </a:lnTo>
                  <a:lnTo>
                    <a:pt x="6816697" y="72725"/>
                  </a:lnTo>
                  <a:lnTo>
                    <a:pt x="6812457" y="72725"/>
                  </a:lnTo>
                  <a:lnTo>
                    <a:pt x="6808218" y="72725"/>
                  </a:lnTo>
                  <a:lnTo>
                    <a:pt x="6803979" y="72725"/>
                  </a:lnTo>
                  <a:lnTo>
                    <a:pt x="6799740" y="72725"/>
                  </a:lnTo>
                  <a:lnTo>
                    <a:pt x="6795500" y="72725"/>
                  </a:lnTo>
                  <a:lnTo>
                    <a:pt x="6791261" y="72725"/>
                  </a:lnTo>
                  <a:lnTo>
                    <a:pt x="6787022" y="72725"/>
                  </a:lnTo>
                  <a:lnTo>
                    <a:pt x="6787022" y="73474"/>
                  </a:lnTo>
                  <a:lnTo>
                    <a:pt x="6782783" y="73474"/>
                  </a:lnTo>
                  <a:lnTo>
                    <a:pt x="6778543" y="73474"/>
                  </a:lnTo>
                  <a:lnTo>
                    <a:pt x="6770065" y="73474"/>
                  </a:lnTo>
                  <a:lnTo>
                    <a:pt x="6765826" y="73474"/>
                  </a:lnTo>
                  <a:lnTo>
                    <a:pt x="6761587" y="73474"/>
                  </a:lnTo>
                  <a:lnTo>
                    <a:pt x="6757347" y="73474"/>
                  </a:lnTo>
                  <a:lnTo>
                    <a:pt x="6753108" y="73474"/>
                  </a:lnTo>
                  <a:lnTo>
                    <a:pt x="6748869" y="73474"/>
                  </a:lnTo>
                  <a:lnTo>
                    <a:pt x="6748869" y="74216"/>
                  </a:lnTo>
                  <a:lnTo>
                    <a:pt x="6744630" y="74216"/>
                  </a:lnTo>
                  <a:lnTo>
                    <a:pt x="6736151" y="74216"/>
                  </a:lnTo>
                  <a:lnTo>
                    <a:pt x="6731912" y="74216"/>
                  </a:lnTo>
                  <a:lnTo>
                    <a:pt x="6723433" y="74216"/>
                  </a:lnTo>
                  <a:lnTo>
                    <a:pt x="6719194" y="74216"/>
                  </a:lnTo>
                  <a:lnTo>
                    <a:pt x="6714955" y="74216"/>
                  </a:lnTo>
                  <a:lnTo>
                    <a:pt x="6710716" y="74216"/>
                  </a:lnTo>
                  <a:lnTo>
                    <a:pt x="6706476" y="74216"/>
                  </a:lnTo>
                  <a:lnTo>
                    <a:pt x="6702237" y="74216"/>
                  </a:lnTo>
                  <a:lnTo>
                    <a:pt x="6693759" y="74216"/>
                  </a:lnTo>
                  <a:lnTo>
                    <a:pt x="6693759" y="74952"/>
                  </a:lnTo>
                  <a:lnTo>
                    <a:pt x="6689519" y="74952"/>
                  </a:lnTo>
                  <a:lnTo>
                    <a:pt x="6689519" y="75688"/>
                  </a:lnTo>
                  <a:lnTo>
                    <a:pt x="6685280" y="75688"/>
                  </a:lnTo>
                  <a:lnTo>
                    <a:pt x="6685280" y="77158"/>
                  </a:lnTo>
                  <a:lnTo>
                    <a:pt x="6681041" y="77158"/>
                  </a:lnTo>
                  <a:lnTo>
                    <a:pt x="6672563" y="77158"/>
                  </a:lnTo>
                  <a:lnTo>
                    <a:pt x="6668323" y="77158"/>
                  </a:lnTo>
                  <a:lnTo>
                    <a:pt x="6664084" y="77158"/>
                  </a:lnTo>
                  <a:lnTo>
                    <a:pt x="6664084" y="77891"/>
                  </a:lnTo>
                  <a:lnTo>
                    <a:pt x="6659845" y="77891"/>
                  </a:lnTo>
                  <a:lnTo>
                    <a:pt x="6651366" y="77891"/>
                  </a:lnTo>
                  <a:lnTo>
                    <a:pt x="6651366" y="78623"/>
                  </a:lnTo>
                  <a:lnTo>
                    <a:pt x="6647127" y="78623"/>
                  </a:lnTo>
                  <a:lnTo>
                    <a:pt x="6642888" y="78623"/>
                  </a:lnTo>
                  <a:lnTo>
                    <a:pt x="6638649" y="78623"/>
                  </a:lnTo>
                  <a:lnTo>
                    <a:pt x="6634409" y="78623"/>
                  </a:lnTo>
                  <a:lnTo>
                    <a:pt x="6634409" y="79352"/>
                  </a:lnTo>
                  <a:lnTo>
                    <a:pt x="6630170" y="79352"/>
                  </a:lnTo>
                  <a:lnTo>
                    <a:pt x="6625931" y="79352"/>
                  </a:lnTo>
                  <a:lnTo>
                    <a:pt x="6621692" y="79352"/>
                  </a:lnTo>
                  <a:lnTo>
                    <a:pt x="6621692" y="80080"/>
                  </a:lnTo>
                  <a:lnTo>
                    <a:pt x="6617452" y="80080"/>
                  </a:lnTo>
                  <a:lnTo>
                    <a:pt x="6613213" y="80080"/>
                  </a:lnTo>
                  <a:lnTo>
                    <a:pt x="6608974" y="80080"/>
                  </a:lnTo>
                  <a:lnTo>
                    <a:pt x="6604735" y="80080"/>
                  </a:lnTo>
                  <a:lnTo>
                    <a:pt x="6600495" y="80080"/>
                  </a:lnTo>
                  <a:lnTo>
                    <a:pt x="6596256" y="80080"/>
                  </a:lnTo>
                  <a:lnTo>
                    <a:pt x="6592017" y="80080"/>
                  </a:lnTo>
                  <a:lnTo>
                    <a:pt x="6583538" y="80080"/>
                  </a:lnTo>
                  <a:lnTo>
                    <a:pt x="6579299" y="80080"/>
                  </a:lnTo>
                  <a:lnTo>
                    <a:pt x="6575060" y="80080"/>
                  </a:lnTo>
                  <a:lnTo>
                    <a:pt x="6575060" y="80800"/>
                  </a:lnTo>
                  <a:lnTo>
                    <a:pt x="6570821" y="80800"/>
                  </a:lnTo>
                  <a:lnTo>
                    <a:pt x="6566582" y="80800"/>
                  </a:lnTo>
                  <a:lnTo>
                    <a:pt x="6562342" y="80800"/>
                  </a:lnTo>
                  <a:lnTo>
                    <a:pt x="6562342" y="81518"/>
                  </a:lnTo>
                  <a:lnTo>
                    <a:pt x="6558103" y="81518"/>
                  </a:lnTo>
                  <a:lnTo>
                    <a:pt x="6549625" y="81518"/>
                  </a:lnTo>
                  <a:lnTo>
                    <a:pt x="6545385" y="81518"/>
                  </a:lnTo>
                  <a:lnTo>
                    <a:pt x="6541146" y="81518"/>
                  </a:lnTo>
                  <a:lnTo>
                    <a:pt x="6536907" y="81518"/>
                  </a:lnTo>
                  <a:lnTo>
                    <a:pt x="6532668" y="81518"/>
                  </a:lnTo>
                  <a:lnTo>
                    <a:pt x="6528428" y="81518"/>
                  </a:lnTo>
                  <a:lnTo>
                    <a:pt x="6524189" y="81518"/>
                  </a:lnTo>
                  <a:lnTo>
                    <a:pt x="6519950" y="81518"/>
                  </a:lnTo>
                  <a:lnTo>
                    <a:pt x="6515711" y="81518"/>
                  </a:lnTo>
                  <a:lnTo>
                    <a:pt x="6515711" y="82230"/>
                  </a:lnTo>
                  <a:lnTo>
                    <a:pt x="6511471" y="82230"/>
                  </a:lnTo>
                  <a:lnTo>
                    <a:pt x="6507232" y="82230"/>
                  </a:lnTo>
                  <a:lnTo>
                    <a:pt x="6502993" y="82230"/>
                  </a:lnTo>
                  <a:lnTo>
                    <a:pt x="6498754" y="82230"/>
                  </a:lnTo>
                  <a:lnTo>
                    <a:pt x="6494514" y="82230"/>
                  </a:lnTo>
                  <a:lnTo>
                    <a:pt x="6486036" y="82230"/>
                  </a:lnTo>
                  <a:lnTo>
                    <a:pt x="6481797" y="82230"/>
                  </a:lnTo>
                  <a:lnTo>
                    <a:pt x="6477557" y="82230"/>
                  </a:lnTo>
                  <a:lnTo>
                    <a:pt x="6473318" y="82230"/>
                  </a:lnTo>
                  <a:lnTo>
                    <a:pt x="6469079" y="82230"/>
                  </a:lnTo>
                  <a:lnTo>
                    <a:pt x="6464840" y="82230"/>
                  </a:lnTo>
                  <a:lnTo>
                    <a:pt x="6460601" y="82230"/>
                  </a:lnTo>
                  <a:lnTo>
                    <a:pt x="6456361" y="82230"/>
                  </a:lnTo>
                  <a:lnTo>
                    <a:pt x="6456361" y="82934"/>
                  </a:lnTo>
                  <a:lnTo>
                    <a:pt x="6452122" y="82934"/>
                  </a:lnTo>
                  <a:lnTo>
                    <a:pt x="6447883" y="82934"/>
                  </a:lnTo>
                  <a:lnTo>
                    <a:pt x="6443644" y="82934"/>
                  </a:lnTo>
                  <a:lnTo>
                    <a:pt x="6439404" y="82934"/>
                  </a:lnTo>
                  <a:lnTo>
                    <a:pt x="6435165" y="82934"/>
                  </a:lnTo>
                  <a:lnTo>
                    <a:pt x="6430926" y="82934"/>
                  </a:lnTo>
                  <a:lnTo>
                    <a:pt x="6426687" y="82934"/>
                  </a:lnTo>
                  <a:lnTo>
                    <a:pt x="6422447" y="82934"/>
                  </a:lnTo>
                  <a:lnTo>
                    <a:pt x="6413969" y="82934"/>
                  </a:lnTo>
                  <a:lnTo>
                    <a:pt x="6413969" y="84331"/>
                  </a:lnTo>
                  <a:lnTo>
                    <a:pt x="6409730" y="84331"/>
                  </a:lnTo>
                  <a:lnTo>
                    <a:pt x="6405490" y="84331"/>
                  </a:lnTo>
                  <a:lnTo>
                    <a:pt x="6401251" y="84331"/>
                  </a:lnTo>
                  <a:lnTo>
                    <a:pt x="6397012" y="84331"/>
                  </a:lnTo>
                  <a:lnTo>
                    <a:pt x="6392773" y="84331"/>
                  </a:lnTo>
                  <a:lnTo>
                    <a:pt x="6388533" y="84331"/>
                  </a:lnTo>
                  <a:lnTo>
                    <a:pt x="6388533" y="85026"/>
                  </a:lnTo>
                  <a:lnTo>
                    <a:pt x="6384294" y="85026"/>
                  </a:lnTo>
                  <a:lnTo>
                    <a:pt x="6380055" y="85026"/>
                  </a:lnTo>
                  <a:lnTo>
                    <a:pt x="6375816" y="85026"/>
                  </a:lnTo>
                  <a:lnTo>
                    <a:pt x="6371577" y="85026"/>
                  </a:lnTo>
                  <a:lnTo>
                    <a:pt x="6367337" y="85026"/>
                  </a:lnTo>
                  <a:lnTo>
                    <a:pt x="6367337" y="86408"/>
                  </a:lnTo>
                  <a:lnTo>
                    <a:pt x="6363098" y="86408"/>
                  </a:lnTo>
                  <a:lnTo>
                    <a:pt x="6358859" y="86408"/>
                  </a:lnTo>
                  <a:lnTo>
                    <a:pt x="6358859" y="87097"/>
                  </a:lnTo>
                  <a:lnTo>
                    <a:pt x="6354620" y="87097"/>
                  </a:lnTo>
                  <a:lnTo>
                    <a:pt x="6350380" y="87097"/>
                  </a:lnTo>
                  <a:lnTo>
                    <a:pt x="6346141" y="87097"/>
                  </a:lnTo>
                  <a:lnTo>
                    <a:pt x="6341902" y="87097"/>
                  </a:lnTo>
                  <a:lnTo>
                    <a:pt x="6337663" y="87097"/>
                  </a:lnTo>
                  <a:lnTo>
                    <a:pt x="6333423" y="87097"/>
                  </a:lnTo>
                  <a:lnTo>
                    <a:pt x="6329184" y="87097"/>
                  </a:lnTo>
                  <a:lnTo>
                    <a:pt x="6324945" y="87097"/>
                  </a:lnTo>
                  <a:lnTo>
                    <a:pt x="6320706" y="87097"/>
                  </a:lnTo>
                  <a:lnTo>
                    <a:pt x="6316466" y="87097"/>
                  </a:lnTo>
                  <a:lnTo>
                    <a:pt x="6307988" y="87097"/>
                  </a:lnTo>
                  <a:lnTo>
                    <a:pt x="6307988" y="87782"/>
                  </a:lnTo>
                  <a:lnTo>
                    <a:pt x="6303749" y="87782"/>
                  </a:lnTo>
                  <a:lnTo>
                    <a:pt x="6291031" y="87782"/>
                  </a:lnTo>
                  <a:lnTo>
                    <a:pt x="6286792" y="87782"/>
                  </a:lnTo>
                  <a:lnTo>
                    <a:pt x="6282552" y="87782"/>
                  </a:lnTo>
                  <a:lnTo>
                    <a:pt x="6278313" y="87782"/>
                  </a:lnTo>
                  <a:lnTo>
                    <a:pt x="6274074" y="87782"/>
                  </a:lnTo>
                  <a:lnTo>
                    <a:pt x="6269835" y="87782"/>
                  </a:lnTo>
                  <a:lnTo>
                    <a:pt x="6265596" y="87782"/>
                  </a:lnTo>
                  <a:lnTo>
                    <a:pt x="6261356" y="87782"/>
                  </a:lnTo>
                  <a:lnTo>
                    <a:pt x="6257117" y="87782"/>
                  </a:lnTo>
                  <a:lnTo>
                    <a:pt x="6252878" y="87782"/>
                  </a:lnTo>
                  <a:lnTo>
                    <a:pt x="6248639" y="87782"/>
                  </a:lnTo>
                  <a:lnTo>
                    <a:pt x="6248639" y="89137"/>
                  </a:lnTo>
                  <a:lnTo>
                    <a:pt x="6244399" y="89137"/>
                  </a:lnTo>
                  <a:lnTo>
                    <a:pt x="6244399" y="89814"/>
                  </a:lnTo>
                  <a:lnTo>
                    <a:pt x="6240160" y="89814"/>
                  </a:lnTo>
                  <a:lnTo>
                    <a:pt x="6240160" y="90491"/>
                  </a:lnTo>
                  <a:lnTo>
                    <a:pt x="6231682" y="90491"/>
                  </a:lnTo>
                  <a:lnTo>
                    <a:pt x="6227442" y="90491"/>
                  </a:lnTo>
                  <a:lnTo>
                    <a:pt x="6223203" y="90491"/>
                  </a:lnTo>
                  <a:lnTo>
                    <a:pt x="6218964" y="90491"/>
                  </a:lnTo>
                  <a:lnTo>
                    <a:pt x="6214725" y="90491"/>
                  </a:lnTo>
                  <a:lnTo>
                    <a:pt x="6210485" y="90491"/>
                  </a:lnTo>
                  <a:lnTo>
                    <a:pt x="6202007" y="90491"/>
                  </a:lnTo>
                  <a:lnTo>
                    <a:pt x="6197768" y="90491"/>
                  </a:lnTo>
                  <a:lnTo>
                    <a:pt x="6193528" y="90491"/>
                  </a:lnTo>
                  <a:lnTo>
                    <a:pt x="6189289" y="90491"/>
                  </a:lnTo>
                  <a:lnTo>
                    <a:pt x="6180811" y="90491"/>
                  </a:lnTo>
                  <a:lnTo>
                    <a:pt x="6180811" y="91161"/>
                  </a:lnTo>
                  <a:lnTo>
                    <a:pt x="6176571" y="91161"/>
                  </a:lnTo>
                  <a:lnTo>
                    <a:pt x="6172332" y="91161"/>
                  </a:lnTo>
                  <a:lnTo>
                    <a:pt x="6168093" y="91161"/>
                  </a:lnTo>
                  <a:lnTo>
                    <a:pt x="6163854" y="91161"/>
                  </a:lnTo>
                  <a:lnTo>
                    <a:pt x="6159615" y="91161"/>
                  </a:lnTo>
                  <a:lnTo>
                    <a:pt x="6155375" y="91161"/>
                  </a:lnTo>
                  <a:lnTo>
                    <a:pt x="6155375" y="92494"/>
                  </a:lnTo>
                  <a:lnTo>
                    <a:pt x="6151136" y="92494"/>
                  </a:lnTo>
                  <a:lnTo>
                    <a:pt x="6146897" y="92494"/>
                  </a:lnTo>
                  <a:lnTo>
                    <a:pt x="6142658" y="92494"/>
                  </a:lnTo>
                  <a:lnTo>
                    <a:pt x="6138418" y="92494"/>
                  </a:lnTo>
                  <a:lnTo>
                    <a:pt x="6134179" y="92494"/>
                  </a:lnTo>
                  <a:lnTo>
                    <a:pt x="6129940" y="92494"/>
                  </a:lnTo>
                  <a:lnTo>
                    <a:pt x="6125701" y="92494"/>
                  </a:lnTo>
                  <a:lnTo>
                    <a:pt x="6121461" y="92494"/>
                  </a:lnTo>
                  <a:lnTo>
                    <a:pt x="6121461" y="93158"/>
                  </a:lnTo>
                  <a:lnTo>
                    <a:pt x="6117222" y="93158"/>
                  </a:lnTo>
                  <a:lnTo>
                    <a:pt x="6112983" y="93158"/>
                  </a:lnTo>
                  <a:lnTo>
                    <a:pt x="6108744" y="93158"/>
                  </a:lnTo>
                  <a:lnTo>
                    <a:pt x="6104504" y="93158"/>
                  </a:lnTo>
                  <a:lnTo>
                    <a:pt x="6100265" y="93158"/>
                  </a:lnTo>
                  <a:lnTo>
                    <a:pt x="6100265" y="93819"/>
                  </a:lnTo>
                  <a:lnTo>
                    <a:pt x="6096026" y="93819"/>
                  </a:lnTo>
                  <a:lnTo>
                    <a:pt x="6091787" y="93819"/>
                  </a:lnTo>
                  <a:lnTo>
                    <a:pt x="6083308" y="93819"/>
                  </a:lnTo>
                  <a:lnTo>
                    <a:pt x="6079069" y="93819"/>
                  </a:lnTo>
                  <a:lnTo>
                    <a:pt x="6079069" y="94478"/>
                  </a:lnTo>
                  <a:lnTo>
                    <a:pt x="6074830" y="94478"/>
                  </a:lnTo>
                  <a:lnTo>
                    <a:pt x="6074830" y="96452"/>
                  </a:lnTo>
                  <a:lnTo>
                    <a:pt x="6070590" y="96452"/>
                  </a:lnTo>
                  <a:lnTo>
                    <a:pt x="6070590" y="97109"/>
                  </a:lnTo>
                  <a:lnTo>
                    <a:pt x="6066351" y="97109"/>
                  </a:lnTo>
                  <a:lnTo>
                    <a:pt x="6062112" y="97109"/>
                  </a:lnTo>
                  <a:lnTo>
                    <a:pt x="6057873" y="97109"/>
                  </a:lnTo>
                  <a:lnTo>
                    <a:pt x="6053634" y="97109"/>
                  </a:lnTo>
                  <a:lnTo>
                    <a:pt x="6049394" y="97109"/>
                  </a:lnTo>
                  <a:lnTo>
                    <a:pt x="6049394" y="97764"/>
                  </a:lnTo>
                  <a:lnTo>
                    <a:pt x="6036677" y="97764"/>
                  </a:lnTo>
                  <a:lnTo>
                    <a:pt x="6032437" y="97764"/>
                  </a:lnTo>
                  <a:lnTo>
                    <a:pt x="6028198" y="97764"/>
                  </a:lnTo>
                  <a:lnTo>
                    <a:pt x="6023959" y="97764"/>
                  </a:lnTo>
                  <a:lnTo>
                    <a:pt x="6019720" y="97764"/>
                  </a:lnTo>
                  <a:lnTo>
                    <a:pt x="6015480" y="97764"/>
                  </a:lnTo>
                  <a:lnTo>
                    <a:pt x="6011241" y="97764"/>
                  </a:lnTo>
                  <a:lnTo>
                    <a:pt x="6007002" y="97764"/>
                  </a:lnTo>
                  <a:lnTo>
                    <a:pt x="6002763" y="97764"/>
                  </a:lnTo>
                  <a:lnTo>
                    <a:pt x="6002763" y="98415"/>
                  </a:lnTo>
                  <a:lnTo>
                    <a:pt x="5998523" y="98415"/>
                  </a:lnTo>
                  <a:lnTo>
                    <a:pt x="5998523" y="99066"/>
                  </a:lnTo>
                  <a:lnTo>
                    <a:pt x="5994284" y="99066"/>
                  </a:lnTo>
                  <a:lnTo>
                    <a:pt x="5994284" y="99717"/>
                  </a:lnTo>
                  <a:lnTo>
                    <a:pt x="5990045" y="99717"/>
                  </a:lnTo>
                  <a:lnTo>
                    <a:pt x="5985806" y="99717"/>
                  </a:lnTo>
                  <a:lnTo>
                    <a:pt x="5981566" y="99717"/>
                  </a:lnTo>
                  <a:lnTo>
                    <a:pt x="5981566" y="100364"/>
                  </a:lnTo>
                  <a:lnTo>
                    <a:pt x="5977327" y="100364"/>
                  </a:lnTo>
                  <a:lnTo>
                    <a:pt x="5973088" y="100364"/>
                  </a:lnTo>
                  <a:lnTo>
                    <a:pt x="5968849" y="100364"/>
                  </a:lnTo>
                  <a:lnTo>
                    <a:pt x="5964610" y="100364"/>
                  </a:lnTo>
                  <a:lnTo>
                    <a:pt x="5960370" y="100364"/>
                  </a:lnTo>
                  <a:lnTo>
                    <a:pt x="5956131" y="100364"/>
                  </a:lnTo>
                  <a:lnTo>
                    <a:pt x="5951892" y="100364"/>
                  </a:lnTo>
                  <a:lnTo>
                    <a:pt x="5947653" y="100364"/>
                  </a:lnTo>
                  <a:lnTo>
                    <a:pt x="5943413" y="100364"/>
                  </a:lnTo>
                  <a:lnTo>
                    <a:pt x="5939174" y="100364"/>
                  </a:lnTo>
                  <a:lnTo>
                    <a:pt x="5934935" y="100364"/>
                  </a:lnTo>
                  <a:lnTo>
                    <a:pt x="5930696" y="100364"/>
                  </a:lnTo>
                  <a:lnTo>
                    <a:pt x="5930696" y="101005"/>
                  </a:lnTo>
                  <a:lnTo>
                    <a:pt x="5926456" y="101005"/>
                  </a:lnTo>
                  <a:lnTo>
                    <a:pt x="5922217" y="101005"/>
                  </a:lnTo>
                  <a:lnTo>
                    <a:pt x="5917978" y="101005"/>
                  </a:lnTo>
                  <a:lnTo>
                    <a:pt x="5913739" y="101005"/>
                  </a:lnTo>
                  <a:lnTo>
                    <a:pt x="5909499" y="101005"/>
                  </a:lnTo>
                  <a:lnTo>
                    <a:pt x="5905260" y="101005"/>
                  </a:lnTo>
                  <a:lnTo>
                    <a:pt x="5896782" y="101005"/>
                  </a:lnTo>
                  <a:lnTo>
                    <a:pt x="5896782" y="101643"/>
                  </a:lnTo>
                  <a:lnTo>
                    <a:pt x="5892542" y="101643"/>
                  </a:lnTo>
                  <a:lnTo>
                    <a:pt x="5888303" y="101643"/>
                  </a:lnTo>
                  <a:lnTo>
                    <a:pt x="5888303" y="102279"/>
                  </a:lnTo>
                  <a:lnTo>
                    <a:pt x="5879825" y="102279"/>
                  </a:lnTo>
                  <a:lnTo>
                    <a:pt x="5875585" y="102279"/>
                  </a:lnTo>
                  <a:lnTo>
                    <a:pt x="5871346" y="102279"/>
                  </a:lnTo>
                  <a:lnTo>
                    <a:pt x="5862868" y="102279"/>
                  </a:lnTo>
                  <a:lnTo>
                    <a:pt x="5858629" y="102279"/>
                  </a:lnTo>
                  <a:lnTo>
                    <a:pt x="5854389" y="102279"/>
                  </a:lnTo>
                  <a:lnTo>
                    <a:pt x="5854389" y="102912"/>
                  </a:lnTo>
                  <a:lnTo>
                    <a:pt x="5850150" y="102912"/>
                  </a:lnTo>
                  <a:lnTo>
                    <a:pt x="5845911" y="102912"/>
                  </a:lnTo>
                  <a:lnTo>
                    <a:pt x="5841672" y="102912"/>
                  </a:lnTo>
                  <a:lnTo>
                    <a:pt x="5837432" y="102912"/>
                  </a:lnTo>
                  <a:lnTo>
                    <a:pt x="5833193" y="102912"/>
                  </a:lnTo>
                  <a:lnTo>
                    <a:pt x="5828954" y="102912"/>
                  </a:lnTo>
                  <a:lnTo>
                    <a:pt x="5820475" y="102912"/>
                  </a:lnTo>
                  <a:lnTo>
                    <a:pt x="5816236" y="102912"/>
                  </a:lnTo>
                  <a:lnTo>
                    <a:pt x="5811997" y="102912"/>
                  </a:lnTo>
                  <a:lnTo>
                    <a:pt x="5807758" y="102912"/>
                  </a:lnTo>
                  <a:lnTo>
                    <a:pt x="5803518" y="102912"/>
                  </a:lnTo>
                  <a:lnTo>
                    <a:pt x="5799279" y="102912"/>
                  </a:lnTo>
                  <a:lnTo>
                    <a:pt x="5795040" y="102912"/>
                  </a:lnTo>
                  <a:lnTo>
                    <a:pt x="5790801" y="102912"/>
                  </a:lnTo>
                  <a:lnTo>
                    <a:pt x="5786561" y="102912"/>
                  </a:lnTo>
                  <a:lnTo>
                    <a:pt x="5782322" y="102912"/>
                  </a:lnTo>
                  <a:lnTo>
                    <a:pt x="5778083" y="102912"/>
                  </a:lnTo>
                  <a:lnTo>
                    <a:pt x="5773844" y="102912"/>
                  </a:lnTo>
                  <a:lnTo>
                    <a:pt x="5769604" y="102912"/>
                  </a:lnTo>
                  <a:lnTo>
                    <a:pt x="5765365" y="102912"/>
                  </a:lnTo>
                  <a:lnTo>
                    <a:pt x="5761126" y="102912"/>
                  </a:lnTo>
                  <a:lnTo>
                    <a:pt x="5756887" y="102912"/>
                  </a:lnTo>
                  <a:lnTo>
                    <a:pt x="5752648" y="102912"/>
                  </a:lnTo>
                  <a:lnTo>
                    <a:pt x="5748408" y="102912"/>
                  </a:lnTo>
                  <a:lnTo>
                    <a:pt x="5744169" y="102912"/>
                  </a:lnTo>
                  <a:lnTo>
                    <a:pt x="5744169" y="103533"/>
                  </a:lnTo>
                  <a:lnTo>
                    <a:pt x="5739930" y="103533"/>
                  </a:lnTo>
                  <a:lnTo>
                    <a:pt x="5739930" y="104154"/>
                  </a:lnTo>
                  <a:lnTo>
                    <a:pt x="5735691" y="104154"/>
                  </a:lnTo>
                  <a:lnTo>
                    <a:pt x="5735691" y="104775"/>
                  </a:lnTo>
                  <a:lnTo>
                    <a:pt x="5731451" y="104775"/>
                  </a:lnTo>
                  <a:lnTo>
                    <a:pt x="5727212" y="104775"/>
                  </a:lnTo>
                  <a:lnTo>
                    <a:pt x="5722973" y="104775"/>
                  </a:lnTo>
                  <a:lnTo>
                    <a:pt x="5722973" y="105394"/>
                  </a:lnTo>
                  <a:lnTo>
                    <a:pt x="5718734" y="105394"/>
                  </a:lnTo>
                  <a:lnTo>
                    <a:pt x="5714494" y="105394"/>
                  </a:lnTo>
                  <a:lnTo>
                    <a:pt x="5710255" y="105394"/>
                  </a:lnTo>
                  <a:lnTo>
                    <a:pt x="5706016" y="105394"/>
                  </a:lnTo>
                  <a:lnTo>
                    <a:pt x="5706016" y="106012"/>
                  </a:lnTo>
                  <a:lnTo>
                    <a:pt x="5701777" y="106012"/>
                  </a:lnTo>
                  <a:lnTo>
                    <a:pt x="5697537" y="106012"/>
                  </a:lnTo>
                  <a:lnTo>
                    <a:pt x="5693298" y="106012"/>
                  </a:lnTo>
                  <a:lnTo>
                    <a:pt x="5689059" y="106012"/>
                  </a:lnTo>
                  <a:lnTo>
                    <a:pt x="5684820" y="106012"/>
                  </a:lnTo>
                  <a:lnTo>
                    <a:pt x="5680580" y="106012"/>
                  </a:lnTo>
                  <a:lnTo>
                    <a:pt x="5676341" y="106012"/>
                  </a:lnTo>
                  <a:lnTo>
                    <a:pt x="5676341" y="106625"/>
                  </a:lnTo>
                  <a:lnTo>
                    <a:pt x="5672102" y="106625"/>
                  </a:lnTo>
                  <a:lnTo>
                    <a:pt x="5667863" y="106625"/>
                  </a:lnTo>
                  <a:lnTo>
                    <a:pt x="5663624" y="106625"/>
                  </a:lnTo>
                  <a:lnTo>
                    <a:pt x="5659384" y="106625"/>
                  </a:lnTo>
                  <a:lnTo>
                    <a:pt x="5655145" y="106625"/>
                  </a:lnTo>
                  <a:lnTo>
                    <a:pt x="5650906" y="106625"/>
                  </a:lnTo>
                  <a:lnTo>
                    <a:pt x="5646667" y="106625"/>
                  </a:lnTo>
                  <a:lnTo>
                    <a:pt x="5642427" y="106625"/>
                  </a:lnTo>
                  <a:lnTo>
                    <a:pt x="5638188" y="106625"/>
                  </a:lnTo>
                  <a:lnTo>
                    <a:pt x="5633949" y="106625"/>
                  </a:lnTo>
                  <a:lnTo>
                    <a:pt x="5629710" y="106625"/>
                  </a:lnTo>
                  <a:lnTo>
                    <a:pt x="5625470" y="106625"/>
                  </a:lnTo>
                  <a:lnTo>
                    <a:pt x="5616992" y="106625"/>
                  </a:lnTo>
                  <a:lnTo>
                    <a:pt x="5616992" y="107231"/>
                  </a:lnTo>
                  <a:lnTo>
                    <a:pt x="5612753" y="107231"/>
                  </a:lnTo>
                  <a:lnTo>
                    <a:pt x="5608513" y="107231"/>
                  </a:lnTo>
                  <a:lnTo>
                    <a:pt x="5604274" y="107231"/>
                  </a:lnTo>
                  <a:lnTo>
                    <a:pt x="5600035" y="107231"/>
                  </a:lnTo>
                  <a:lnTo>
                    <a:pt x="5595796" y="107231"/>
                  </a:lnTo>
                  <a:lnTo>
                    <a:pt x="5595796" y="107834"/>
                  </a:lnTo>
                  <a:lnTo>
                    <a:pt x="5591556" y="107834"/>
                  </a:lnTo>
                  <a:lnTo>
                    <a:pt x="5591556" y="108437"/>
                  </a:lnTo>
                  <a:lnTo>
                    <a:pt x="5587317" y="108437"/>
                  </a:lnTo>
                  <a:lnTo>
                    <a:pt x="5583078" y="108437"/>
                  </a:lnTo>
                  <a:lnTo>
                    <a:pt x="5578839" y="108437"/>
                  </a:lnTo>
                  <a:lnTo>
                    <a:pt x="5574599" y="108437"/>
                  </a:lnTo>
                  <a:lnTo>
                    <a:pt x="5570360" y="108437"/>
                  </a:lnTo>
                  <a:lnTo>
                    <a:pt x="5566121" y="108437"/>
                  </a:lnTo>
                  <a:lnTo>
                    <a:pt x="5561882" y="108437"/>
                  </a:lnTo>
                  <a:lnTo>
                    <a:pt x="5557643" y="108437"/>
                  </a:lnTo>
                  <a:lnTo>
                    <a:pt x="5557643" y="109036"/>
                  </a:lnTo>
                  <a:lnTo>
                    <a:pt x="5553403" y="109036"/>
                  </a:lnTo>
                  <a:lnTo>
                    <a:pt x="5549164" y="109036"/>
                  </a:lnTo>
                  <a:lnTo>
                    <a:pt x="5544925" y="109036"/>
                  </a:lnTo>
                  <a:lnTo>
                    <a:pt x="5540686" y="109036"/>
                  </a:lnTo>
                  <a:lnTo>
                    <a:pt x="5536446" y="109036"/>
                  </a:lnTo>
                  <a:lnTo>
                    <a:pt x="5532207" y="109036"/>
                  </a:lnTo>
                  <a:lnTo>
                    <a:pt x="5527968" y="109036"/>
                  </a:lnTo>
                  <a:lnTo>
                    <a:pt x="5523729" y="109036"/>
                  </a:lnTo>
                  <a:lnTo>
                    <a:pt x="5519489" y="109036"/>
                  </a:lnTo>
                  <a:lnTo>
                    <a:pt x="5515250" y="109036"/>
                  </a:lnTo>
                  <a:lnTo>
                    <a:pt x="5515250" y="109632"/>
                  </a:lnTo>
                  <a:lnTo>
                    <a:pt x="5511011" y="109632"/>
                  </a:lnTo>
                  <a:lnTo>
                    <a:pt x="5506772" y="109632"/>
                  </a:lnTo>
                  <a:lnTo>
                    <a:pt x="5502532" y="109632"/>
                  </a:lnTo>
                  <a:lnTo>
                    <a:pt x="5494054" y="109632"/>
                  </a:lnTo>
                  <a:lnTo>
                    <a:pt x="5489815" y="109632"/>
                  </a:lnTo>
                  <a:lnTo>
                    <a:pt x="5485575" y="109632"/>
                  </a:lnTo>
                  <a:lnTo>
                    <a:pt x="5481336" y="109632"/>
                  </a:lnTo>
                  <a:lnTo>
                    <a:pt x="5481336" y="110226"/>
                  </a:lnTo>
                  <a:lnTo>
                    <a:pt x="5477097" y="110226"/>
                  </a:lnTo>
                  <a:lnTo>
                    <a:pt x="5472858" y="110226"/>
                  </a:lnTo>
                  <a:lnTo>
                    <a:pt x="5468618" y="110226"/>
                  </a:lnTo>
                  <a:lnTo>
                    <a:pt x="5468618" y="110817"/>
                  </a:lnTo>
                  <a:lnTo>
                    <a:pt x="5464379" y="110817"/>
                  </a:lnTo>
                  <a:lnTo>
                    <a:pt x="5460140" y="110817"/>
                  </a:lnTo>
                  <a:lnTo>
                    <a:pt x="5455901" y="110817"/>
                  </a:lnTo>
                  <a:lnTo>
                    <a:pt x="5451662" y="110817"/>
                  </a:lnTo>
                  <a:lnTo>
                    <a:pt x="5447422" y="110817"/>
                  </a:lnTo>
                  <a:lnTo>
                    <a:pt x="5443183" y="110817"/>
                  </a:lnTo>
                  <a:lnTo>
                    <a:pt x="5438944" y="110817"/>
                  </a:lnTo>
                  <a:lnTo>
                    <a:pt x="5434705" y="110817"/>
                  </a:lnTo>
                  <a:lnTo>
                    <a:pt x="5430465" y="110817"/>
                  </a:lnTo>
                  <a:lnTo>
                    <a:pt x="5426226" y="110817"/>
                  </a:lnTo>
                  <a:lnTo>
                    <a:pt x="5421987" y="110817"/>
                  </a:lnTo>
                  <a:lnTo>
                    <a:pt x="5421987" y="111405"/>
                  </a:lnTo>
                  <a:lnTo>
                    <a:pt x="5417748" y="111405"/>
                  </a:lnTo>
                  <a:lnTo>
                    <a:pt x="5417748" y="111993"/>
                  </a:lnTo>
                  <a:lnTo>
                    <a:pt x="5413508" y="111993"/>
                  </a:lnTo>
                  <a:lnTo>
                    <a:pt x="5409269" y="111993"/>
                  </a:lnTo>
                  <a:lnTo>
                    <a:pt x="5405030" y="111993"/>
                  </a:lnTo>
                  <a:lnTo>
                    <a:pt x="5400791" y="111993"/>
                  </a:lnTo>
                  <a:lnTo>
                    <a:pt x="5396551" y="111993"/>
                  </a:lnTo>
                  <a:lnTo>
                    <a:pt x="5392312" y="111993"/>
                  </a:lnTo>
                  <a:lnTo>
                    <a:pt x="5388073" y="111993"/>
                  </a:lnTo>
                  <a:lnTo>
                    <a:pt x="5383834" y="111993"/>
                  </a:lnTo>
                  <a:lnTo>
                    <a:pt x="5383834" y="112577"/>
                  </a:lnTo>
                  <a:lnTo>
                    <a:pt x="5379594" y="112577"/>
                  </a:lnTo>
                  <a:lnTo>
                    <a:pt x="5375355" y="112577"/>
                  </a:lnTo>
                  <a:lnTo>
                    <a:pt x="5371116" y="112577"/>
                  </a:lnTo>
                  <a:lnTo>
                    <a:pt x="5366877" y="112577"/>
                  </a:lnTo>
                  <a:lnTo>
                    <a:pt x="5366877" y="113161"/>
                  </a:lnTo>
                  <a:lnTo>
                    <a:pt x="5362637" y="113161"/>
                  </a:lnTo>
                  <a:lnTo>
                    <a:pt x="5358398" y="113161"/>
                  </a:lnTo>
                  <a:lnTo>
                    <a:pt x="5354159" y="113161"/>
                  </a:lnTo>
                  <a:lnTo>
                    <a:pt x="5349920" y="113161"/>
                  </a:lnTo>
                  <a:lnTo>
                    <a:pt x="5345681" y="113161"/>
                  </a:lnTo>
                  <a:lnTo>
                    <a:pt x="5341441" y="113161"/>
                  </a:lnTo>
                  <a:lnTo>
                    <a:pt x="5337202" y="113161"/>
                  </a:lnTo>
                  <a:lnTo>
                    <a:pt x="5337202" y="113741"/>
                  </a:lnTo>
                  <a:lnTo>
                    <a:pt x="5332963" y="113741"/>
                  </a:lnTo>
                  <a:lnTo>
                    <a:pt x="5328724" y="113741"/>
                  </a:lnTo>
                  <a:lnTo>
                    <a:pt x="5328724" y="114321"/>
                  </a:lnTo>
                  <a:lnTo>
                    <a:pt x="5324484" y="114321"/>
                  </a:lnTo>
                  <a:lnTo>
                    <a:pt x="5324484" y="114900"/>
                  </a:lnTo>
                  <a:lnTo>
                    <a:pt x="5320245" y="114900"/>
                  </a:lnTo>
                  <a:lnTo>
                    <a:pt x="5320245" y="115478"/>
                  </a:lnTo>
                  <a:lnTo>
                    <a:pt x="5316006" y="115478"/>
                  </a:lnTo>
                  <a:lnTo>
                    <a:pt x="5311767" y="115478"/>
                  </a:lnTo>
                  <a:lnTo>
                    <a:pt x="5307527" y="115478"/>
                  </a:lnTo>
                  <a:lnTo>
                    <a:pt x="5303288" y="115478"/>
                  </a:lnTo>
                  <a:lnTo>
                    <a:pt x="5299049" y="115478"/>
                  </a:lnTo>
                  <a:lnTo>
                    <a:pt x="5294810" y="115478"/>
                  </a:lnTo>
                  <a:lnTo>
                    <a:pt x="5290570" y="115478"/>
                  </a:lnTo>
                  <a:lnTo>
                    <a:pt x="5282092" y="115478"/>
                  </a:lnTo>
                  <a:lnTo>
                    <a:pt x="5277853" y="115478"/>
                  </a:lnTo>
                  <a:lnTo>
                    <a:pt x="5273613" y="115478"/>
                  </a:lnTo>
                  <a:lnTo>
                    <a:pt x="5269374" y="115478"/>
                  </a:lnTo>
                  <a:lnTo>
                    <a:pt x="5265135" y="115478"/>
                  </a:lnTo>
                  <a:lnTo>
                    <a:pt x="5260896" y="115478"/>
                  </a:lnTo>
                  <a:lnTo>
                    <a:pt x="5256657" y="115478"/>
                  </a:lnTo>
                  <a:lnTo>
                    <a:pt x="5256657" y="116052"/>
                  </a:lnTo>
                  <a:lnTo>
                    <a:pt x="5252417" y="116052"/>
                  </a:lnTo>
                  <a:lnTo>
                    <a:pt x="5248178" y="116052"/>
                  </a:lnTo>
                  <a:lnTo>
                    <a:pt x="5243939" y="116052"/>
                  </a:lnTo>
                  <a:lnTo>
                    <a:pt x="5239700" y="116052"/>
                  </a:lnTo>
                  <a:lnTo>
                    <a:pt x="5235460" y="116052"/>
                  </a:lnTo>
                  <a:lnTo>
                    <a:pt x="5231221" y="116052"/>
                  </a:lnTo>
                  <a:lnTo>
                    <a:pt x="5226982" y="116052"/>
                  </a:lnTo>
                  <a:lnTo>
                    <a:pt x="5222743" y="116052"/>
                  </a:lnTo>
                  <a:lnTo>
                    <a:pt x="5218503" y="116052"/>
                  </a:lnTo>
                  <a:lnTo>
                    <a:pt x="5218503" y="116620"/>
                  </a:lnTo>
                  <a:lnTo>
                    <a:pt x="5214264" y="116620"/>
                  </a:lnTo>
                  <a:lnTo>
                    <a:pt x="5210025" y="116620"/>
                  </a:lnTo>
                  <a:lnTo>
                    <a:pt x="5210025" y="117187"/>
                  </a:lnTo>
                  <a:lnTo>
                    <a:pt x="5205786" y="117187"/>
                  </a:lnTo>
                  <a:lnTo>
                    <a:pt x="5201546" y="117187"/>
                  </a:lnTo>
                  <a:lnTo>
                    <a:pt x="5197307" y="117187"/>
                  </a:lnTo>
                  <a:lnTo>
                    <a:pt x="5193068" y="117187"/>
                  </a:lnTo>
                  <a:lnTo>
                    <a:pt x="5188829" y="117187"/>
                  </a:lnTo>
                  <a:lnTo>
                    <a:pt x="5184589" y="117187"/>
                  </a:lnTo>
                  <a:lnTo>
                    <a:pt x="5180350" y="117187"/>
                  </a:lnTo>
                  <a:lnTo>
                    <a:pt x="5176111" y="117187"/>
                  </a:lnTo>
                  <a:lnTo>
                    <a:pt x="5171872" y="117187"/>
                  </a:lnTo>
                  <a:lnTo>
                    <a:pt x="5167632" y="117187"/>
                  </a:lnTo>
                  <a:lnTo>
                    <a:pt x="5163393" y="117187"/>
                  </a:lnTo>
                  <a:lnTo>
                    <a:pt x="5163393" y="117749"/>
                  </a:lnTo>
                  <a:lnTo>
                    <a:pt x="5159154" y="117749"/>
                  </a:lnTo>
                  <a:lnTo>
                    <a:pt x="5154915" y="117749"/>
                  </a:lnTo>
                  <a:lnTo>
                    <a:pt x="5150676" y="117749"/>
                  </a:lnTo>
                  <a:lnTo>
                    <a:pt x="5146436" y="117749"/>
                  </a:lnTo>
                  <a:lnTo>
                    <a:pt x="5146436" y="118310"/>
                  </a:lnTo>
                  <a:lnTo>
                    <a:pt x="5142197" y="118310"/>
                  </a:lnTo>
                  <a:lnTo>
                    <a:pt x="5137958" y="118310"/>
                  </a:lnTo>
                  <a:lnTo>
                    <a:pt x="5133719" y="118310"/>
                  </a:lnTo>
                  <a:lnTo>
                    <a:pt x="5129479" y="118310"/>
                  </a:lnTo>
                  <a:lnTo>
                    <a:pt x="5125240" y="118310"/>
                  </a:lnTo>
                  <a:lnTo>
                    <a:pt x="5121001" y="118310"/>
                  </a:lnTo>
                  <a:lnTo>
                    <a:pt x="5116762" y="118310"/>
                  </a:lnTo>
                  <a:lnTo>
                    <a:pt x="5112522" y="118310"/>
                  </a:lnTo>
                  <a:lnTo>
                    <a:pt x="5108283" y="118310"/>
                  </a:lnTo>
                  <a:lnTo>
                    <a:pt x="5108283" y="118867"/>
                  </a:lnTo>
                  <a:lnTo>
                    <a:pt x="5104044" y="118867"/>
                  </a:lnTo>
                  <a:lnTo>
                    <a:pt x="5099805" y="118867"/>
                  </a:lnTo>
                  <a:lnTo>
                    <a:pt x="5095565" y="118867"/>
                  </a:lnTo>
                  <a:lnTo>
                    <a:pt x="5091326" y="118867"/>
                  </a:lnTo>
                  <a:lnTo>
                    <a:pt x="5082848" y="118867"/>
                  </a:lnTo>
                  <a:lnTo>
                    <a:pt x="5074369" y="118867"/>
                  </a:lnTo>
                  <a:lnTo>
                    <a:pt x="5070130" y="118867"/>
                  </a:lnTo>
                  <a:lnTo>
                    <a:pt x="5065891" y="118867"/>
                  </a:lnTo>
                  <a:lnTo>
                    <a:pt x="5061651" y="118867"/>
                  </a:lnTo>
                  <a:lnTo>
                    <a:pt x="5057412" y="118867"/>
                  </a:lnTo>
                  <a:lnTo>
                    <a:pt x="5053173" y="118867"/>
                  </a:lnTo>
                  <a:lnTo>
                    <a:pt x="5048934" y="118867"/>
                  </a:lnTo>
                  <a:lnTo>
                    <a:pt x="5044695" y="118867"/>
                  </a:lnTo>
                  <a:lnTo>
                    <a:pt x="5040455" y="118867"/>
                  </a:lnTo>
                  <a:lnTo>
                    <a:pt x="5036216" y="118867"/>
                  </a:lnTo>
                  <a:lnTo>
                    <a:pt x="5036216" y="119418"/>
                  </a:lnTo>
                  <a:lnTo>
                    <a:pt x="5031977" y="119418"/>
                  </a:lnTo>
                  <a:lnTo>
                    <a:pt x="5027738" y="119418"/>
                  </a:lnTo>
                  <a:lnTo>
                    <a:pt x="5023498" y="119418"/>
                  </a:lnTo>
                  <a:lnTo>
                    <a:pt x="5019259" y="119418"/>
                  </a:lnTo>
                  <a:lnTo>
                    <a:pt x="5015020" y="119418"/>
                  </a:lnTo>
                  <a:lnTo>
                    <a:pt x="5015020" y="119968"/>
                  </a:lnTo>
                  <a:lnTo>
                    <a:pt x="5010781" y="119968"/>
                  </a:lnTo>
                  <a:lnTo>
                    <a:pt x="5006541" y="119968"/>
                  </a:lnTo>
                  <a:lnTo>
                    <a:pt x="5002302" y="119968"/>
                  </a:lnTo>
                  <a:lnTo>
                    <a:pt x="4998063" y="119968"/>
                  </a:lnTo>
                  <a:lnTo>
                    <a:pt x="4998063" y="120516"/>
                  </a:lnTo>
                  <a:lnTo>
                    <a:pt x="4993824" y="120516"/>
                  </a:lnTo>
                  <a:lnTo>
                    <a:pt x="4989584" y="120516"/>
                  </a:lnTo>
                  <a:lnTo>
                    <a:pt x="4989584" y="121064"/>
                  </a:lnTo>
                  <a:lnTo>
                    <a:pt x="4985345" y="121064"/>
                  </a:lnTo>
                  <a:lnTo>
                    <a:pt x="4981106" y="121064"/>
                  </a:lnTo>
                  <a:lnTo>
                    <a:pt x="4976867" y="121064"/>
                  </a:lnTo>
                  <a:lnTo>
                    <a:pt x="4972627" y="121064"/>
                  </a:lnTo>
                  <a:lnTo>
                    <a:pt x="4968388" y="121064"/>
                  </a:lnTo>
                  <a:lnTo>
                    <a:pt x="4964149" y="121064"/>
                  </a:lnTo>
                  <a:lnTo>
                    <a:pt x="4964149" y="121611"/>
                  </a:lnTo>
                  <a:lnTo>
                    <a:pt x="4959910" y="121611"/>
                  </a:lnTo>
                  <a:lnTo>
                    <a:pt x="4955671" y="121611"/>
                  </a:lnTo>
                  <a:lnTo>
                    <a:pt x="4951431" y="121611"/>
                  </a:lnTo>
                  <a:lnTo>
                    <a:pt x="4947192" y="121611"/>
                  </a:lnTo>
                  <a:lnTo>
                    <a:pt x="4942953" y="121611"/>
                  </a:lnTo>
                  <a:lnTo>
                    <a:pt x="4938714" y="121611"/>
                  </a:lnTo>
                  <a:lnTo>
                    <a:pt x="4938714" y="122156"/>
                  </a:lnTo>
                  <a:lnTo>
                    <a:pt x="4930235" y="122156"/>
                  </a:lnTo>
                  <a:lnTo>
                    <a:pt x="4925996" y="122156"/>
                  </a:lnTo>
                  <a:lnTo>
                    <a:pt x="4921757" y="122156"/>
                  </a:lnTo>
                  <a:lnTo>
                    <a:pt x="4921757" y="122700"/>
                  </a:lnTo>
                  <a:lnTo>
                    <a:pt x="4917517" y="122700"/>
                  </a:lnTo>
                  <a:lnTo>
                    <a:pt x="4917517" y="123243"/>
                  </a:lnTo>
                  <a:lnTo>
                    <a:pt x="4913278" y="123243"/>
                  </a:lnTo>
                  <a:lnTo>
                    <a:pt x="4913278" y="123787"/>
                  </a:lnTo>
                  <a:lnTo>
                    <a:pt x="4909039" y="123787"/>
                  </a:lnTo>
                  <a:lnTo>
                    <a:pt x="4909039" y="124330"/>
                  </a:lnTo>
                  <a:lnTo>
                    <a:pt x="4904800" y="124330"/>
                  </a:lnTo>
                  <a:lnTo>
                    <a:pt x="4900560" y="124330"/>
                  </a:lnTo>
                  <a:lnTo>
                    <a:pt x="4896321" y="124330"/>
                  </a:lnTo>
                  <a:lnTo>
                    <a:pt x="4892082" y="124330"/>
                  </a:lnTo>
                  <a:lnTo>
                    <a:pt x="4887843" y="124330"/>
                  </a:lnTo>
                  <a:lnTo>
                    <a:pt x="4883603" y="124330"/>
                  </a:lnTo>
                  <a:lnTo>
                    <a:pt x="4879364" y="124330"/>
                  </a:lnTo>
                  <a:lnTo>
                    <a:pt x="4875125" y="124330"/>
                  </a:lnTo>
                  <a:lnTo>
                    <a:pt x="4870886" y="124330"/>
                  </a:lnTo>
                  <a:lnTo>
                    <a:pt x="4866646" y="124330"/>
                  </a:lnTo>
                  <a:lnTo>
                    <a:pt x="4858168" y="124330"/>
                  </a:lnTo>
                  <a:lnTo>
                    <a:pt x="4853929" y="124330"/>
                  </a:lnTo>
                  <a:lnTo>
                    <a:pt x="4849690" y="124330"/>
                  </a:lnTo>
                  <a:lnTo>
                    <a:pt x="4849690" y="124868"/>
                  </a:lnTo>
                  <a:lnTo>
                    <a:pt x="4845450" y="124868"/>
                  </a:lnTo>
                  <a:lnTo>
                    <a:pt x="4841211" y="124868"/>
                  </a:lnTo>
                  <a:lnTo>
                    <a:pt x="4836972" y="124868"/>
                  </a:lnTo>
                  <a:lnTo>
                    <a:pt x="4832733" y="124868"/>
                  </a:lnTo>
                  <a:lnTo>
                    <a:pt x="4828493" y="124868"/>
                  </a:lnTo>
                  <a:lnTo>
                    <a:pt x="4824254" y="124868"/>
                  </a:lnTo>
                  <a:lnTo>
                    <a:pt x="4824254" y="126477"/>
                  </a:lnTo>
                  <a:lnTo>
                    <a:pt x="4820015" y="126477"/>
                  </a:lnTo>
                  <a:lnTo>
                    <a:pt x="4815776" y="126477"/>
                  </a:lnTo>
                  <a:lnTo>
                    <a:pt x="4811536" y="126477"/>
                  </a:lnTo>
                  <a:lnTo>
                    <a:pt x="4807297" y="126477"/>
                  </a:lnTo>
                  <a:lnTo>
                    <a:pt x="4807297" y="127012"/>
                  </a:lnTo>
                  <a:lnTo>
                    <a:pt x="4803058" y="127012"/>
                  </a:lnTo>
                  <a:lnTo>
                    <a:pt x="4798819" y="127012"/>
                  </a:lnTo>
                  <a:lnTo>
                    <a:pt x="4794579" y="127012"/>
                  </a:lnTo>
                  <a:lnTo>
                    <a:pt x="4790340" y="127012"/>
                  </a:lnTo>
                  <a:lnTo>
                    <a:pt x="4790340" y="127546"/>
                  </a:lnTo>
                  <a:lnTo>
                    <a:pt x="4786101" y="127546"/>
                  </a:lnTo>
                  <a:lnTo>
                    <a:pt x="4781862" y="127546"/>
                  </a:lnTo>
                  <a:lnTo>
                    <a:pt x="4777622" y="127546"/>
                  </a:lnTo>
                  <a:lnTo>
                    <a:pt x="4773383" y="127546"/>
                  </a:lnTo>
                  <a:lnTo>
                    <a:pt x="4769144" y="127546"/>
                  </a:lnTo>
                  <a:lnTo>
                    <a:pt x="4764905" y="127546"/>
                  </a:lnTo>
                  <a:lnTo>
                    <a:pt x="4760665" y="127546"/>
                  </a:lnTo>
                  <a:lnTo>
                    <a:pt x="4756426" y="127546"/>
                  </a:lnTo>
                  <a:lnTo>
                    <a:pt x="4756426" y="128604"/>
                  </a:lnTo>
                  <a:lnTo>
                    <a:pt x="4752187" y="128604"/>
                  </a:lnTo>
                  <a:lnTo>
                    <a:pt x="4747948" y="128604"/>
                  </a:lnTo>
                  <a:lnTo>
                    <a:pt x="4743709" y="128604"/>
                  </a:lnTo>
                  <a:lnTo>
                    <a:pt x="4739469" y="128604"/>
                  </a:lnTo>
                  <a:lnTo>
                    <a:pt x="4735230" y="128604"/>
                  </a:lnTo>
                  <a:lnTo>
                    <a:pt x="4735230" y="129130"/>
                  </a:lnTo>
                  <a:lnTo>
                    <a:pt x="4730991" y="129130"/>
                  </a:lnTo>
                  <a:lnTo>
                    <a:pt x="4726752" y="129130"/>
                  </a:lnTo>
                  <a:lnTo>
                    <a:pt x="4726752" y="129656"/>
                  </a:lnTo>
                  <a:lnTo>
                    <a:pt x="4722512" y="129656"/>
                  </a:lnTo>
                  <a:lnTo>
                    <a:pt x="4718273" y="129656"/>
                  </a:lnTo>
                  <a:lnTo>
                    <a:pt x="4718273" y="130182"/>
                  </a:lnTo>
                  <a:lnTo>
                    <a:pt x="4714034" y="130182"/>
                  </a:lnTo>
                  <a:lnTo>
                    <a:pt x="4714034" y="130707"/>
                  </a:lnTo>
                  <a:lnTo>
                    <a:pt x="4709795" y="130707"/>
                  </a:lnTo>
                  <a:lnTo>
                    <a:pt x="4709795" y="131233"/>
                  </a:lnTo>
                  <a:lnTo>
                    <a:pt x="4705555" y="131233"/>
                  </a:lnTo>
                  <a:lnTo>
                    <a:pt x="4701316" y="131233"/>
                  </a:lnTo>
                  <a:lnTo>
                    <a:pt x="4701316" y="131757"/>
                  </a:lnTo>
                  <a:lnTo>
                    <a:pt x="4697077" y="131757"/>
                  </a:lnTo>
                  <a:lnTo>
                    <a:pt x="4692838" y="131757"/>
                  </a:lnTo>
                  <a:lnTo>
                    <a:pt x="4692838" y="132281"/>
                  </a:lnTo>
                  <a:lnTo>
                    <a:pt x="4688598" y="132281"/>
                  </a:lnTo>
                  <a:lnTo>
                    <a:pt x="4684359" y="132281"/>
                  </a:lnTo>
                  <a:lnTo>
                    <a:pt x="4680120" y="132281"/>
                  </a:lnTo>
                  <a:lnTo>
                    <a:pt x="4675881" y="132281"/>
                  </a:lnTo>
                  <a:lnTo>
                    <a:pt x="4671641" y="132281"/>
                  </a:lnTo>
                  <a:lnTo>
                    <a:pt x="4667402" y="132281"/>
                  </a:lnTo>
                  <a:lnTo>
                    <a:pt x="4667402" y="132802"/>
                  </a:lnTo>
                  <a:lnTo>
                    <a:pt x="4663163" y="132802"/>
                  </a:lnTo>
                  <a:lnTo>
                    <a:pt x="4663163" y="133323"/>
                  </a:lnTo>
                  <a:lnTo>
                    <a:pt x="4658924" y="133323"/>
                  </a:lnTo>
                  <a:lnTo>
                    <a:pt x="4654684" y="133323"/>
                  </a:lnTo>
                  <a:lnTo>
                    <a:pt x="4650445" y="133323"/>
                  </a:lnTo>
                  <a:lnTo>
                    <a:pt x="4646206" y="133323"/>
                  </a:lnTo>
                  <a:lnTo>
                    <a:pt x="4646206" y="133842"/>
                  </a:lnTo>
                  <a:lnTo>
                    <a:pt x="4641967" y="133842"/>
                  </a:lnTo>
                  <a:lnTo>
                    <a:pt x="4641967" y="134362"/>
                  </a:lnTo>
                  <a:lnTo>
                    <a:pt x="4637728" y="134362"/>
                  </a:lnTo>
                  <a:lnTo>
                    <a:pt x="4633488" y="134362"/>
                  </a:lnTo>
                  <a:lnTo>
                    <a:pt x="4629249" y="134362"/>
                  </a:lnTo>
                  <a:lnTo>
                    <a:pt x="4625010" y="134362"/>
                  </a:lnTo>
                  <a:lnTo>
                    <a:pt x="4620771" y="134362"/>
                  </a:lnTo>
                  <a:lnTo>
                    <a:pt x="4616531" y="134362"/>
                  </a:lnTo>
                  <a:lnTo>
                    <a:pt x="4612292" y="134362"/>
                  </a:lnTo>
                  <a:lnTo>
                    <a:pt x="4612292" y="134878"/>
                  </a:lnTo>
                  <a:lnTo>
                    <a:pt x="4608053" y="134878"/>
                  </a:lnTo>
                  <a:lnTo>
                    <a:pt x="4603814" y="134878"/>
                  </a:lnTo>
                  <a:lnTo>
                    <a:pt x="4599574" y="134878"/>
                  </a:lnTo>
                  <a:lnTo>
                    <a:pt x="4595335" y="134878"/>
                  </a:lnTo>
                  <a:lnTo>
                    <a:pt x="4591096" y="134878"/>
                  </a:lnTo>
                  <a:lnTo>
                    <a:pt x="4586857" y="134878"/>
                  </a:lnTo>
                  <a:lnTo>
                    <a:pt x="4582617" y="134878"/>
                  </a:lnTo>
                  <a:lnTo>
                    <a:pt x="4578378" y="134878"/>
                  </a:lnTo>
                  <a:lnTo>
                    <a:pt x="4578378" y="135391"/>
                  </a:lnTo>
                  <a:lnTo>
                    <a:pt x="4574139" y="135391"/>
                  </a:lnTo>
                  <a:lnTo>
                    <a:pt x="4569900" y="135391"/>
                  </a:lnTo>
                  <a:lnTo>
                    <a:pt x="4565660" y="135391"/>
                  </a:lnTo>
                  <a:lnTo>
                    <a:pt x="4561421" y="135391"/>
                  </a:lnTo>
                  <a:lnTo>
                    <a:pt x="4557182" y="135391"/>
                  </a:lnTo>
                  <a:lnTo>
                    <a:pt x="4552943" y="135391"/>
                  </a:lnTo>
                  <a:lnTo>
                    <a:pt x="4548704" y="135391"/>
                  </a:lnTo>
                  <a:lnTo>
                    <a:pt x="4544464" y="135391"/>
                  </a:lnTo>
                  <a:lnTo>
                    <a:pt x="4540225" y="135391"/>
                  </a:lnTo>
                  <a:lnTo>
                    <a:pt x="4535986" y="135391"/>
                  </a:lnTo>
                  <a:lnTo>
                    <a:pt x="4535986" y="135900"/>
                  </a:lnTo>
                  <a:lnTo>
                    <a:pt x="4531747" y="135900"/>
                  </a:lnTo>
                  <a:lnTo>
                    <a:pt x="4527507" y="135900"/>
                  </a:lnTo>
                  <a:lnTo>
                    <a:pt x="4523268" y="135900"/>
                  </a:lnTo>
                  <a:lnTo>
                    <a:pt x="4519029" y="135900"/>
                  </a:lnTo>
                  <a:lnTo>
                    <a:pt x="4514790" y="135900"/>
                  </a:lnTo>
                  <a:lnTo>
                    <a:pt x="4510550" y="135900"/>
                  </a:lnTo>
                  <a:lnTo>
                    <a:pt x="4506311" y="135900"/>
                  </a:lnTo>
                  <a:lnTo>
                    <a:pt x="4506311" y="136407"/>
                  </a:lnTo>
                  <a:lnTo>
                    <a:pt x="4502072" y="136407"/>
                  </a:lnTo>
                  <a:lnTo>
                    <a:pt x="4497833" y="136407"/>
                  </a:lnTo>
                  <a:lnTo>
                    <a:pt x="4497833" y="136914"/>
                  </a:lnTo>
                  <a:lnTo>
                    <a:pt x="4493593" y="136914"/>
                  </a:lnTo>
                  <a:lnTo>
                    <a:pt x="4489354" y="136914"/>
                  </a:lnTo>
                  <a:lnTo>
                    <a:pt x="4489354" y="137419"/>
                  </a:lnTo>
                  <a:lnTo>
                    <a:pt x="4485115" y="137419"/>
                  </a:lnTo>
                  <a:lnTo>
                    <a:pt x="4485115" y="137924"/>
                  </a:lnTo>
                  <a:lnTo>
                    <a:pt x="4480876" y="137924"/>
                  </a:lnTo>
                  <a:lnTo>
                    <a:pt x="4476636" y="137924"/>
                  </a:lnTo>
                  <a:lnTo>
                    <a:pt x="4472397" y="137924"/>
                  </a:lnTo>
                  <a:lnTo>
                    <a:pt x="4468158" y="137924"/>
                  </a:lnTo>
                  <a:lnTo>
                    <a:pt x="4468158" y="138427"/>
                  </a:lnTo>
                  <a:lnTo>
                    <a:pt x="4463919" y="138427"/>
                  </a:lnTo>
                  <a:lnTo>
                    <a:pt x="4459679" y="138427"/>
                  </a:lnTo>
                  <a:lnTo>
                    <a:pt x="4459679" y="138930"/>
                  </a:lnTo>
                  <a:lnTo>
                    <a:pt x="4455440" y="138930"/>
                  </a:lnTo>
                  <a:lnTo>
                    <a:pt x="4451201" y="138930"/>
                  </a:lnTo>
                  <a:lnTo>
                    <a:pt x="4446962" y="138930"/>
                  </a:lnTo>
                  <a:lnTo>
                    <a:pt x="4442723" y="138930"/>
                  </a:lnTo>
                  <a:lnTo>
                    <a:pt x="4438483" y="138930"/>
                  </a:lnTo>
                  <a:lnTo>
                    <a:pt x="4434244" y="138930"/>
                  </a:lnTo>
                  <a:lnTo>
                    <a:pt x="4430005" y="138930"/>
                  </a:lnTo>
                  <a:lnTo>
                    <a:pt x="4430005" y="139429"/>
                  </a:lnTo>
                  <a:lnTo>
                    <a:pt x="4425766" y="139429"/>
                  </a:lnTo>
                  <a:lnTo>
                    <a:pt x="4421526" y="139429"/>
                  </a:lnTo>
                  <a:lnTo>
                    <a:pt x="4417287" y="139429"/>
                  </a:lnTo>
                  <a:lnTo>
                    <a:pt x="4413048" y="139429"/>
                  </a:lnTo>
                  <a:lnTo>
                    <a:pt x="4408809" y="139429"/>
                  </a:lnTo>
                  <a:lnTo>
                    <a:pt x="4404569" y="139429"/>
                  </a:lnTo>
                  <a:lnTo>
                    <a:pt x="4404569" y="139927"/>
                  </a:lnTo>
                  <a:lnTo>
                    <a:pt x="4400330" y="139927"/>
                  </a:lnTo>
                  <a:lnTo>
                    <a:pt x="4396091" y="139927"/>
                  </a:lnTo>
                  <a:lnTo>
                    <a:pt x="4391852" y="139927"/>
                  </a:lnTo>
                  <a:lnTo>
                    <a:pt x="4387612" y="139927"/>
                  </a:lnTo>
                  <a:lnTo>
                    <a:pt x="4383373" y="139927"/>
                  </a:lnTo>
                  <a:lnTo>
                    <a:pt x="4379134" y="139927"/>
                  </a:lnTo>
                  <a:lnTo>
                    <a:pt x="4379134" y="141412"/>
                  </a:lnTo>
                  <a:lnTo>
                    <a:pt x="4374895" y="141412"/>
                  </a:lnTo>
                  <a:lnTo>
                    <a:pt x="4374895" y="141907"/>
                  </a:lnTo>
                  <a:lnTo>
                    <a:pt x="4370655" y="141907"/>
                  </a:lnTo>
                  <a:lnTo>
                    <a:pt x="4366416" y="141907"/>
                  </a:lnTo>
                  <a:lnTo>
                    <a:pt x="4362177" y="141907"/>
                  </a:lnTo>
                  <a:lnTo>
                    <a:pt x="4362177" y="142401"/>
                  </a:lnTo>
                  <a:lnTo>
                    <a:pt x="4357938" y="142401"/>
                  </a:lnTo>
                  <a:lnTo>
                    <a:pt x="4357938" y="142895"/>
                  </a:lnTo>
                  <a:lnTo>
                    <a:pt x="4353698" y="142895"/>
                  </a:lnTo>
                  <a:lnTo>
                    <a:pt x="4353698" y="143389"/>
                  </a:lnTo>
                  <a:lnTo>
                    <a:pt x="4349459" y="143389"/>
                  </a:lnTo>
                  <a:lnTo>
                    <a:pt x="4345220" y="143389"/>
                  </a:lnTo>
                  <a:lnTo>
                    <a:pt x="4345220" y="143881"/>
                  </a:lnTo>
                  <a:lnTo>
                    <a:pt x="4340981" y="143881"/>
                  </a:lnTo>
                  <a:lnTo>
                    <a:pt x="4336742" y="143881"/>
                  </a:lnTo>
                  <a:lnTo>
                    <a:pt x="4332502" y="143881"/>
                  </a:lnTo>
                  <a:lnTo>
                    <a:pt x="4328263" y="143881"/>
                  </a:lnTo>
                  <a:lnTo>
                    <a:pt x="4324024" y="143881"/>
                  </a:lnTo>
                  <a:lnTo>
                    <a:pt x="4319785" y="143881"/>
                  </a:lnTo>
                  <a:lnTo>
                    <a:pt x="4319785" y="144861"/>
                  </a:lnTo>
                  <a:lnTo>
                    <a:pt x="4315545" y="144861"/>
                  </a:lnTo>
                  <a:lnTo>
                    <a:pt x="4311306" y="144861"/>
                  </a:lnTo>
                  <a:lnTo>
                    <a:pt x="4307067" y="144861"/>
                  </a:lnTo>
                  <a:lnTo>
                    <a:pt x="4302828" y="144861"/>
                  </a:lnTo>
                  <a:lnTo>
                    <a:pt x="4298588" y="144861"/>
                  </a:lnTo>
                  <a:lnTo>
                    <a:pt x="4294349" y="144861"/>
                  </a:lnTo>
                  <a:lnTo>
                    <a:pt x="4290110" y="144861"/>
                  </a:lnTo>
                  <a:lnTo>
                    <a:pt x="4285871" y="144861"/>
                  </a:lnTo>
                  <a:lnTo>
                    <a:pt x="4281631" y="144861"/>
                  </a:lnTo>
                  <a:lnTo>
                    <a:pt x="4277392" y="144861"/>
                  </a:lnTo>
                  <a:lnTo>
                    <a:pt x="4273153" y="144861"/>
                  </a:lnTo>
                  <a:lnTo>
                    <a:pt x="4268914" y="144861"/>
                  </a:lnTo>
                  <a:lnTo>
                    <a:pt x="4264674" y="144861"/>
                  </a:lnTo>
                  <a:lnTo>
                    <a:pt x="4260435" y="144861"/>
                  </a:lnTo>
                  <a:lnTo>
                    <a:pt x="4256196" y="144861"/>
                  </a:lnTo>
                  <a:lnTo>
                    <a:pt x="4256196" y="145346"/>
                  </a:lnTo>
                  <a:lnTo>
                    <a:pt x="4251957" y="145346"/>
                  </a:lnTo>
                  <a:lnTo>
                    <a:pt x="4247718" y="145346"/>
                  </a:lnTo>
                  <a:lnTo>
                    <a:pt x="4243478" y="145346"/>
                  </a:lnTo>
                  <a:lnTo>
                    <a:pt x="4243478" y="145830"/>
                  </a:lnTo>
                  <a:lnTo>
                    <a:pt x="4239239" y="145830"/>
                  </a:lnTo>
                  <a:lnTo>
                    <a:pt x="4239239" y="146315"/>
                  </a:lnTo>
                  <a:lnTo>
                    <a:pt x="4235000" y="146315"/>
                  </a:lnTo>
                  <a:lnTo>
                    <a:pt x="4230761" y="146315"/>
                  </a:lnTo>
                  <a:lnTo>
                    <a:pt x="4230761" y="147281"/>
                  </a:lnTo>
                  <a:lnTo>
                    <a:pt x="4226521" y="147281"/>
                  </a:lnTo>
                  <a:lnTo>
                    <a:pt x="4222282" y="147281"/>
                  </a:lnTo>
                  <a:lnTo>
                    <a:pt x="4218043" y="147281"/>
                  </a:lnTo>
                  <a:lnTo>
                    <a:pt x="4213804" y="147281"/>
                  </a:lnTo>
                  <a:lnTo>
                    <a:pt x="4209564" y="147281"/>
                  </a:lnTo>
                  <a:lnTo>
                    <a:pt x="4205325" y="147281"/>
                  </a:lnTo>
                  <a:lnTo>
                    <a:pt x="4205325" y="147763"/>
                  </a:lnTo>
                  <a:lnTo>
                    <a:pt x="4201086" y="147763"/>
                  </a:lnTo>
                  <a:lnTo>
                    <a:pt x="4196847" y="147763"/>
                  </a:lnTo>
                  <a:lnTo>
                    <a:pt x="4192607" y="147763"/>
                  </a:lnTo>
                  <a:lnTo>
                    <a:pt x="4188368" y="147763"/>
                  </a:lnTo>
                  <a:lnTo>
                    <a:pt x="4184129" y="147763"/>
                  </a:lnTo>
                  <a:lnTo>
                    <a:pt x="4179890" y="147763"/>
                  </a:lnTo>
                  <a:lnTo>
                    <a:pt x="4179890" y="148242"/>
                  </a:lnTo>
                  <a:lnTo>
                    <a:pt x="4175650" y="148242"/>
                  </a:lnTo>
                  <a:lnTo>
                    <a:pt x="4171411" y="148242"/>
                  </a:lnTo>
                  <a:lnTo>
                    <a:pt x="4171411" y="148720"/>
                  </a:lnTo>
                  <a:lnTo>
                    <a:pt x="4167172" y="148720"/>
                  </a:lnTo>
                  <a:lnTo>
                    <a:pt x="4162933" y="148720"/>
                  </a:lnTo>
                  <a:lnTo>
                    <a:pt x="4162933" y="149675"/>
                  </a:lnTo>
                  <a:lnTo>
                    <a:pt x="4158693" y="149675"/>
                  </a:lnTo>
                  <a:lnTo>
                    <a:pt x="4154454" y="149675"/>
                  </a:lnTo>
                  <a:lnTo>
                    <a:pt x="4150215" y="149675"/>
                  </a:lnTo>
                  <a:lnTo>
                    <a:pt x="4150215" y="150151"/>
                  </a:lnTo>
                  <a:lnTo>
                    <a:pt x="4145976" y="150151"/>
                  </a:lnTo>
                  <a:lnTo>
                    <a:pt x="4141737" y="150151"/>
                  </a:lnTo>
                  <a:lnTo>
                    <a:pt x="4137497" y="150151"/>
                  </a:lnTo>
                  <a:lnTo>
                    <a:pt x="4133258" y="150151"/>
                  </a:lnTo>
                  <a:lnTo>
                    <a:pt x="4133258" y="150627"/>
                  </a:lnTo>
                  <a:lnTo>
                    <a:pt x="4129019" y="150627"/>
                  </a:lnTo>
                  <a:lnTo>
                    <a:pt x="4129019" y="151102"/>
                  </a:lnTo>
                  <a:lnTo>
                    <a:pt x="4124780" y="151102"/>
                  </a:lnTo>
                  <a:lnTo>
                    <a:pt x="4124780" y="151576"/>
                  </a:lnTo>
                  <a:lnTo>
                    <a:pt x="4120540" y="151576"/>
                  </a:lnTo>
                  <a:lnTo>
                    <a:pt x="4120540" y="152526"/>
                  </a:lnTo>
                  <a:lnTo>
                    <a:pt x="4116301" y="152526"/>
                  </a:lnTo>
                  <a:lnTo>
                    <a:pt x="4112062" y="152526"/>
                  </a:lnTo>
                  <a:lnTo>
                    <a:pt x="4112062" y="153000"/>
                  </a:lnTo>
                  <a:lnTo>
                    <a:pt x="4107823" y="153000"/>
                  </a:lnTo>
                  <a:lnTo>
                    <a:pt x="4103583" y="153000"/>
                  </a:lnTo>
                  <a:lnTo>
                    <a:pt x="4103583" y="153473"/>
                  </a:lnTo>
                  <a:lnTo>
                    <a:pt x="4099344" y="153473"/>
                  </a:lnTo>
                  <a:lnTo>
                    <a:pt x="4095105" y="153473"/>
                  </a:lnTo>
                  <a:lnTo>
                    <a:pt x="4090866" y="153473"/>
                  </a:lnTo>
                  <a:lnTo>
                    <a:pt x="4086626" y="153473"/>
                  </a:lnTo>
                  <a:lnTo>
                    <a:pt x="4082387" y="153473"/>
                  </a:lnTo>
                  <a:lnTo>
                    <a:pt x="4082387" y="153945"/>
                  </a:lnTo>
                  <a:lnTo>
                    <a:pt x="4078148" y="153945"/>
                  </a:lnTo>
                  <a:lnTo>
                    <a:pt x="4073909" y="153945"/>
                  </a:lnTo>
                  <a:lnTo>
                    <a:pt x="4069669" y="153945"/>
                  </a:lnTo>
                  <a:lnTo>
                    <a:pt x="4065430" y="153945"/>
                  </a:lnTo>
                  <a:lnTo>
                    <a:pt x="4061191" y="153945"/>
                  </a:lnTo>
                  <a:lnTo>
                    <a:pt x="4056952" y="153945"/>
                  </a:lnTo>
                  <a:lnTo>
                    <a:pt x="4052712" y="153945"/>
                  </a:lnTo>
                  <a:lnTo>
                    <a:pt x="4048473" y="153945"/>
                  </a:lnTo>
                  <a:lnTo>
                    <a:pt x="4044234" y="153945"/>
                  </a:lnTo>
                  <a:lnTo>
                    <a:pt x="4039995" y="153945"/>
                  </a:lnTo>
                  <a:lnTo>
                    <a:pt x="4035756" y="153945"/>
                  </a:lnTo>
                  <a:lnTo>
                    <a:pt x="4031516" y="153945"/>
                  </a:lnTo>
                  <a:lnTo>
                    <a:pt x="4031516" y="154413"/>
                  </a:lnTo>
                  <a:lnTo>
                    <a:pt x="4027277" y="154413"/>
                  </a:lnTo>
                  <a:lnTo>
                    <a:pt x="4023038" y="154413"/>
                  </a:lnTo>
                  <a:lnTo>
                    <a:pt x="4023038" y="154881"/>
                  </a:lnTo>
                  <a:lnTo>
                    <a:pt x="4018799" y="154881"/>
                  </a:lnTo>
                  <a:lnTo>
                    <a:pt x="4014559" y="154881"/>
                  </a:lnTo>
                  <a:lnTo>
                    <a:pt x="4014559" y="155347"/>
                  </a:lnTo>
                  <a:lnTo>
                    <a:pt x="4010320" y="155347"/>
                  </a:lnTo>
                  <a:lnTo>
                    <a:pt x="4006081" y="155347"/>
                  </a:lnTo>
                  <a:lnTo>
                    <a:pt x="4001842" y="155347"/>
                  </a:lnTo>
                  <a:lnTo>
                    <a:pt x="3997602" y="155347"/>
                  </a:lnTo>
                  <a:lnTo>
                    <a:pt x="3997602" y="155813"/>
                  </a:lnTo>
                  <a:lnTo>
                    <a:pt x="3993363" y="155813"/>
                  </a:lnTo>
                  <a:lnTo>
                    <a:pt x="3989124" y="155813"/>
                  </a:lnTo>
                  <a:lnTo>
                    <a:pt x="3989124" y="156278"/>
                  </a:lnTo>
                  <a:lnTo>
                    <a:pt x="3984885" y="156278"/>
                  </a:lnTo>
                  <a:lnTo>
                    <a:pt x="3980645" y="156278"/>
                  </a:lnTo>
                  <a:lnTo>
                    <a:pt x="3976406" y="156278"/>
                  </a:lnTo>
                  <a:lnTo>
                    <a:pt x="3976406" y="156743"/>
                  </a:lnTo>
                  <a:lnTo>
                    <a:pt x="3972167" y="156743"/>
                  </a:lnTo>
                  <a:lnTo>
                    <a:pt x="3967928" y="156743"/>
                  </a:lnTo>
                  <a:lnTo>
                    <a:pt x="3963688" y="156743"/>
                  </a:lnTo>
                  <a:lnTo>
                    <a:pt x="3959449" y="156743"/>
                  </a:lnTo>
                  <a:lnTo>
                    <a:pt x="3959449" y="157206"/>
                  </a:lnTo>
                  <a:lnTo>
                    <a:pt x="3955210" y="157206"/>
                  </a:lnTo>
                  <a:lnTo>
                    <a:pt x="3950971" y="157206"/>
                  </a:lnTo>
                  <a:lnTo>
                    <a:pt x="3946731" y="157206"/>
                  </a:lnTo>
                  <a:lnTo>
                    <a:pt x="3942492" y="157206"/>
                  </a:lnTo>
                  <a:lnTo>
                    <a:pt x="3938253" y="157206"/>
                  </a:lnTo>
                  <a:lnTo>
                    <a:pt x="3934014" y="157206"/>
                  </a:lnTo>
                  <a:lnTo>
                    <a:pt x="3934014" y="157668"/>
                  </a:lnTo>
                  <a:lnTo>
                    <a:pt x="3929775" y="157668"/>
                  </a:lnTo>
                  <a:lnTo>
                    <a:pt x="3929775" y="158128"/>
                  </a:lnTo>
                  <a:lnTo>
                    <a:pt x="3925535" y="158128"/>
                  </a:lnTo>
                  <a:lnTo>
                    <a:pt x="3921296" y="158128"/>
                  </a:lnTo>
                  <a:lnTo>
                    <a:pt x="3917057" y="158128"/>
                  </a:lnTo>
                  <a:lnTo>
                    <a:pt x="3917057" y="158589"/>
                  </a:lnTo>
                  <a:lnTo>
                    <a:pt x="3912818" y="158589"/>
                  </a:lnTo>
                  <a:lnTo>
                    <a:pt x="3912818" y="159048"/>
                  </a:lnTo>
                  <a:lnTo>
                    <a:pt x="3908578" y="159048"/>
                  </a:lnTo>
                  <a:lnTo>
                    <a:pt x="3904339" y="159048"/>
                  </a:lnTo>
                  <a:lnTo>
                    <a:pt x="3900100" y="159048"/>
                  </a:lnTo>
                  <a:lnTo>
                    <a:pt x="3895861" y="159048"/>
                  </a:lnTo>
                  <a:lnTo>
                    <a:pt x="3891621" y="159048"/>
                  </a:lnTo>
                  <a:lnTo>
                    <a:pt x="3891621" y="159507"/>
                  </a:lnTo>
                  <a:lnTo>
                    <a:pt x="3887382" y="159507"/>
                  </a:lnTo>
                  <a:lnTo>
                    <a:pt x="3883143" y="159507"/>
                  </a:lnTo>
                  <a:lnTo>
                    <a:pt x="3878904" y="159507"/>
                  </a:lnTo>
                  <a:lnTo>
                    <a:pt x="3874664" y="159507"/>
                  </a:lnTo>
                  <a:lnTo>
                    <a:pt x="3874664" y="160421"/>
                  </a:lnTo>
                  <a:lnTo>
                    <a:pt x="3870425" y="160421"/>
                  </a:lnTo>
                  <a:lnTo>
                    <a:pt x="3870425" y="160877"/>
                  </a:lnTo>
                  <a:lnTo>
                    <a:pt x="3866186" y="160877"/>
                  </a:lnTo>
                  <a:lnTo>
                    <a:pt x="3866186" y="161334"/>
                  </a:lnTo>
                  <a:lnTo>
                    <a:pt x="3861947" y="161334"/>
                  </a:lnTo>
                  <a:lnTo>
                    <a:pt x="3857707" y="161334"/>
                  </a:lnTo>
                  <a:lnTo>
                    <a:pt x="3853468" y="161334"/>
                  </a:lnTo>
                  <a:lnTo>
                    <a:pt x="3849229" y="161334"/>
                  </a:lnTo>
                  <a:lnTo>
                    <a:pt x="3844990" y="161334"/>
                  </a:lnTo>
                  <a:lnTo>
                    <a:pt x="3844990" y="162243"/>
                  </a:lnTo>
                  <a:lnTo>
                    <a:pt x="3840751" y="162243"/>
                  </a:lnTo>
                  <a:lnTo>
                    <a:pt x="3840751" y="162697"/>
                  </a:lnTo>
                  <a:lnTo>
                    <a:pt x="3836511" y="162697"/>
                  </a:lnTo>
                  <a:lnTo>
                    <a:pt x="3836511" y="163151"/>
                  </a:lnTo>
                  <a:lnTo>
                    <a:pt x="3832272" y="163151"/>
                  </a:lnTo>
                  <a:lnTo>
                    <a:pt x="3828033" y="163151"/>
                  </a:lnTo>
                  <a:lnTo>
                    <a:pt x="3823794" y="163151"/>
                  </a:lnTo>
                  <a:lnTo>
                    <a:pt x="3823794" y="163604"/>
                  </a:lnTo>
                  <a:lnTo>
                    <a:pt x="3819554" y="163604"/>
                  </a:lnTo>
                  <a:lnTo>
                    <a:pt x="3815315" y="163604"/>
                  </a:lnTo>
                  <a:lnTo>
                    <a:pt x="3815315" y="164055"/>
                  </a:lnTo>
                  <a:lnTo>
                    <a:pt x="3811076" y="164055"/>
                  </a:lnTo>
                  <a:lnTo>
                    <a:pt x="3806837" y="164055"/>
                  </a:lnTo>
                  <a:lnTo>
                    <a:pt x="3806837" y="164505"/>
                  </a:lnTo>
                  <a:lnTo>
                    <a:pt x="3802597" y="164505"/>
                  </a:lnTo>
                  <a:lnTo>
                    <a:pt x="3802597" y="164956"/>
                  </a:lnTo>
                  <a:lnTo>
                    <a:pt x="3798358" y="164956"/>
                  </a:lnTo>
                  <a:lnTo>
                    <a:pt x="3794119" y="164956"/>
                  </a:lnTo>
                  <a:lnTo>
                    <a:pt x="3789880" y="164956"/>
                  </a:lnTo>
                  <a:lnTo>
                    <a:pt x="3785640" y="164956"/>
                  </a:lnTo>
                  <a:lnTo>
                    <a:pt x="3785640" y="165404"/>
                  </a:lnTo>
                  <a:lnTo>
                    <a:pt x="3781401" y="165404"/>
                  </a:lnTo>
                  <a:lnTo>
                    <a:pt x="3781401" y="165852"/>
                  </a:lnTo>
                  <a:lnTo>
                    <a:pt x="3777162" y="165852"/>
                  </a:lnTo>
                  <a:lnTo>
                    <a:pt x="3772923" y="165852"/>
                  </a:lnTo>
                  <a:lnTo>
                    <a:pt x="3768683" y="165852"/>
                  </a:lnTo>
                  <a:lnTo>
                    <a:pt x="3764444" y="165852"/>
                  </a:lnTo>
                  <a:lnTo>
                    <a:pt x="3760205" y="165852"/>
                  </a:lnTo>
                  <a:lnTo>
                    <a:pt x="3760205" y="166298"/>
                  </a:lnTo>
                  <a:lnTo>
                    <a:pt x="3755966" y="166298"/>
                  </a:lnTo>
                  <a:lnTo>
                    <a:pt x="3755966" y="166744"/>
                  </a:lnTo>
                  <a:lnTo>
                    <a:pt x="3751726" y="166744"/>
                  </a:lnTo>
                  <a:lnTo>
                    <a:pt x="3747487" y="166744"/>
                  </a:lnTo>
                  <a:lnTo>
                    <a:pt x="3747487" y="167189"/>
                  </a:lnTo>
                  <a:lnTo>
                    <a:pt x="3743248" y="167189"/>
                  </a:lnTo>
                  <a:lnTo>
                    <a:pt x="3739009" y="167189"/>
                  </a:lnTo>
                  <a:lnTo>
                    <a:pt x="3734770" y="167189"/>
                  </a:lnTo>
                  <a:lnTo>
                    <a:pt x="3734770" y="167633"/>
                  </a:lnTo>
                  <a:lnTo>
                    <a:pt x="3730530" y="167633"/>
                  </a:lnTo>
                  <a:lnTo>
                    <a:pt x="3730530" y="168077"/>
                  </a:lnTo>
                  <a:lnTo>
                    <a:pt x="3726291" y="168077"/>
                  </a:lnTo>
                  <a:lnTo>
                    <a:pt x="3726291" y="168521"/>
                  </a:lnTo>
                  <a:lnTo>
                    <a:pt x="3722052" y="168521"/>
                  </a:lnTo>
                  <a:lnTo>
                    <a:pt x="3717813" y="168521"/>
                  </a:lnTo>
                  <a:lnTo>
                    <a:pt x="3713573" y="168521"/>
                  </a:lnTo>
                  <a:lnTo>
                    <a:pt x="3713573" y="168964"/>
                  </a:lnTo>
                  <a:lnTo>
                    <a:pt x="3709334" y="168964"/>
                  </a:lnTo>
                  <a:lnTo>
                    <a:pt x="3705095" y="168964"/>
                  </a:lnTo>
                  <a:lnTo>
                    <a:pt x="3700856" y="168964"/>
                  </a:lnTo>
                  <a:lnTo>
                    <a:pt x="3696616" y="168964"/>
                  </a:lnTo>
                  <a:lnTo>
                    <a:pt x="3696616" y="170288"/>
                  </a:lnTo>
                  <a:lnTo>
                    <a:pt x="3692377" y="170288"/>
                  </a:lnTo>
                  <a:lnTo>
                    <a:pt x="3688138" y="170288"/>
                  </a:lnTo>
                  <a:lnTo>
                    <a:pt x="3688138" y="170729"/>
                  </a:lnTo>
                  <a:lnTo>
                    <a:pt x="3683899" y="170729"/>
                  </a:lnTo>
                  <a:lnTo>
                    <a:pt x="3679659" y="170729"/>
                  </a:lnTo>
                  <a:lnTo>
                    <a:pt x="3675420" y="170729"/>
                  </a:lnTo>
                  <a:lnTo>
                    <a:pt x="3675420" y="171169"/>
                  </a:lnTo>
                  <a:lnTo>
                    <a:pt x="3671181" y="171169"/>
                  </a:lnTo>
                  <a:lnTo>
                    <a:pt x="3666942" y="171169"/>
                  </a:lnTo>
                  <a:lnTo>
                    <a:pt x="3662702" y="171169"/>
                  </a:lnTo>
                  <a:lnTo>
                    <a:pt x="3662702" y="172046"/>
                  </a:lnTo>
                  <a:lnTo>
                    <a:pt x="3658463" y="172046"/>
                  </a:lnTo>
                  <a:lnTo>
                    <a:pt x="3654224" y="172046"/>
                  </a:lnTo>
                  <a:lnTo>
                    <a:pt x="3654224" y="172484"/>
                  </a:lnTo>
                  <a:lnTo>
                    <a:pt x="3649985" y="172484"/>
                  </a:lnTo>
                  <a:lnTo>
                    <a:pt x="3645745" y="172484"/>
                  </a:lnTo>
                  <a:lnTo>
                    <a:pt x="3641506" y="172484"/>
                  </a:lnTo>
                  <a:lnTo>
                    <a:pt x="3637267" y="172484"/>
                  </a:lnTo>
                  <a:lnTo>
                    <a:pt x="3633028" y="172484"/>
                  </a:lnTo>
                  <a:lnTo>
                    <a:pt x="3628789" y="172484"/>
                  </a:lnTo>
                  <a:lnTo>
                    <a:pt x="3624549" y="172484"/>
                  </a:lnTo>
                  <a:lnTo>
                    <a:pt x="3620310" y="172484"/>
                  </a:lnTo>
                  <a:lnTo>
                    <a:pt x="3616071" y="172484"/>
                  </a:lnTo>
                  <a:lnTo>
                    <a:pt x="3611832" y="172484"/>
                  </a:lnTo>
                  <a:lnTo>
                    <a:pt x="3607592" y="172484"/>
                  </a:lnTo>
                  <a:lnTo>
                    <a:pt x="3603353" y="172484"/>
                  </a:lnTo>
                  <a:lnTo>
                    <a:pt x="3599114" y="172484"/>
                  </a:lnTo>
                  <a:lnTo>
                    <a:pt x="3599114" y="173355"/>
                  </a:lnTo>
                  <a:lnTo>
                    <a:pt x="3594875" y="173355"/>
                  </a:lnTo>
                  <a:lnTo>
                    <a:pt x="3594875" y="173789"/>
                  </a:lnTo>
                  <a:lnTo>
                    <a:pt x="3590635" y="173789"/>
                  </a:lnTo>
                  <a:lnTo>
                    <a:pt x="3586396" y="173789"/>
                  </a:lnTo>
                  <a:lnTo>
                    <a:pt x="3586396" y="174658"/>
                  </a:lnTo>
                  <a:lnTo>
                    <a:pt x="3582157" y="174658"/>
                  </a:lnTo>
                  <a:lnTo>
                    <a:pt x="3577918" y="174658"/>
                  </a:lnTo>
                  <a:lnTo>
                    <a:pt x="3573678" y="174658"/>
                  </a:lnTo>
                  <a:lnTo>
                    <a:pt x="3573678" y="175091"/>
                  </a:lnTo>
                  <a:lnTo>
                    <a:pt x="3569439" y="175091"/>
                  </a:lnTo>
                  <a:lnTo>
                    <a:pt x="3565200" y="175091"/>
                  </a:lnTo>
                  <a:lnTo>
                    <a:pt x="3560961" y="175091"/>
                  </a:lnTo>
                  <a:lnTo>
                    <a:pt x="3560961" y="175523"/>
                  </a:lnTo>
                  <a:lnTo>
                    <a:pt x="3556721" y="175523"/>
                  </a:lnTo>
                  <a:lnTo>
                    <a:pt x="3552482" y="175523"/>
                  </a:lnTo>
                  <a:lnTo>
                    <a:pt x="3552482" y="176820"/>
                  </a:lnTo>
                  <a:lnTo>
                    <a:pt x="3548243" y="176820"/>
                  </a:lnTo>
                  <a:lnTo>
                    <a:pt x="3548243" y="177682"/>
                  </a:lnTo>
                  <a:lnTo>
                    <a:pt x="3544004" y="177682"/>
                  </a:lnTo>
                  <a:lnTo>
                    <a:pt x="3539765" y="177682"/>
                  </a:lnTo>
                  <a:lnTo>
                    <a:pt x="3535525" y="177682"/>
                  </a:lnTo>
                  <a:lnTo>
                    <a:pt x="3535525" y="178113"/>
                  </a:lnTo>
                  <a:lnTo>
                    <a:pt x="3531286" y="178113"/>
                  </a:lnTo>
                  <a:lnTo>
                    <a:pt x="3531286" y="178544"/>
                  </a:lnTo>
                  <a:lnTo>
                    <a:pt x="3527047" y="178544"/>
                  </a:lnTo>
                  <a:lnTo>
                    <a:pt x="3527047" y="178974"/>
                  </a:lnTo>
                  <a:lnTo>
                    <a:pt x="3522808" y="178974"/>
                  </a:lnTo>
                  <a:lnTo>
                    <a:pt x="3518568" y="178974"/>
                  </a:lnTo>
                  <a:lnTo>
                    <a:pt x="3514329" y="178974"/>
                  </a:lnTo>
                  <a:lnTo>
                    <a:pt x="3514329" y="179404"/>
                  </a:lnTo>
                  <a:lnTo>
                    <a:pt x="3510090" y="179404"/>
                  </a:lnTo>
                  <a:lnTo>
                    <a:pt x="3510090" y="179833"/>
                  </a:lnTo>
                  <a:lnTo>
                    <a:pt x="3505851" y="179833"/>
                  </a:lnTo>
                  <a:lnTo>
                    <a:pt x="3505851" y="180263"/>
                  </a:lnTo>
                  <a:lnTo>
                    <a:pt x="3501611" y="180263"/>
                  </a:lnTo>
                  <a:lnTo>
                    <a:pt x="3501611" y="181120"/>
                  </a:lnTo>
                  <a:lnTo>
                    <a:pt x="3497372" y="181120"/>
                  </a:lnTo>
                  <a:lnTo>
                    <a:pt x="3493133" y="181120"/>
                  </a:lnTo>
                  <a:lnTo>
                    <a:pt x="3488894" y="181120"/>
                  </a:lnTo>
                  <a:lnTo>
                    <a:pt x="3488894" y="181976"/>
                  </a:lnTo>
                  <a:lnTo>
                    <a:pt x="3484654" y="181976"/>
                  </a:lnTo>
                  <a:lnTo>
                    <a:pt x="3480415" y="181976"/>
                  </a:lnTo>
                  <a:lnTo>
                    <a:pt x="3476176" y="181976"/>
                  </a:lnTo>
                  <a:lnTo>
                    <a:pt x="3471937" y="181976"/>
                  </a:lnTo>
                  <a:lnTo>
                    <a:pt x="3467697" y="181976"/>
                  </a:lnTo>
                  <a:lnTo>
                    <a:pt x="3463458" y="181976"/>
                  </a:lnTo>
                  <a:lnTo>
                    <a:pt x="3459219" y="181976"/>
                  </a:lnTo>
                  <a:lnTo>
                    <a:pt x="3459219" y="182829"/>
                  </a:lnTo>
                  <a:lnTo>
                    <a:pt x="3454980" y="182829"/>
                  </a:lnTo>
                  <a:lnTo>
                    <a:pt x="3454980" y="183254"/>
                  </a:lnTo>
                  <a:lnTo>
                    <a:pt x="3450740" y="183254"/>
                  </a:lnTo>
                  <a:lnTo>
                    <a:pt x="3446501" y="183254"/>
                  </a:lnTo>
                  <a:lnTo>
                    <a:pt x="3442262" y="183254"/>
                  </a:lnTo>
                  <a:lnTo>
                    <a:pt x="3438023" y="183254"/>
                  </a:lnTo>
                  <a:lnTo>
                    <a:pt x="3433784" y="183254"/>
                  </a:lnTo>
                  <a:lnTo>
                    <a:pt x="3433784" y="183679"/>
                  </a:lnTo>
                  <a:lnTo>
                    <a:pt x="3429544" y="183679"/>
                  </a:lnTo>
                  <a:lnTo>
                    <a:pt x="3429544" y="184529"/>
                  </a:lnTo>
                  <a:lnTo>
                    <a:pt x="3425305" y="184529"/>
                  </a:lnTo>
                  <a:lnTo>
                    <a:pt x="3425305" y="184953"/>
                  </a:lnTo>
                  <a:lnTo>
                    <a:pt x="3421066" y="184953"/>
                  </a:lnTo>
                  <a:lnTo>
                    <a:pt x="3416827" y="184953"/>
                  </a:lnTo>
                  <a:lnTo>
                    <a:pt x="3412587" y="184953"/>
                  </a:lnTo>
                  <a:lnTo>
                    <a:pt x="3408348" y="184953"/>
                  </a:lnTo>
                  <a:lnTo>
                    <a:pt x="3404109" y="184953"/>
                  </a:lnTo>
                  <a:lnTo>
                    <a:pt x="3404109" y="185799"/>
                  </a:lnTo>
                  <a:lnTo>
                    <a:pt x="3399870" y="185799"/>
                  </a:lnTo>
                  <a:lnTo>
                    <a:pt x="3399870" y="186221"/>
                  </a:lnTo>
                  <a:lnTo>
                    <a:pt x="3395630" y="186221"/>
                  </a:lnTo>
                  <a:lnTo>
                    <a:pt x="3391391" y="186221"/>
                  </a:lnTo>
                  <a:lnTo>
                    <a:pt x="3391391" y="186642"/>
                  </a:lnTo>
                  <a:lnTo>
                    <a:pt x="3387152" y="186642"/>
                  </a:lnTo>
                  <a:lnTo>
                    <a:pt x="3382913" y="186642"/>
                  </a:lnTo>
                  <a:lnTo>
                    <a:pt x="3378673" y="186642"/>
                  </a:lnTo>
                  <a:lnTo>
                    <a:pt x="3374434" y="186642"/>
                  </a:lnTo>
                  <a:lnTo>
                    <a:pt x="3370195" y="186642"/>
                  </a:lnTo>
                  <a:lnTo>
                    <a:pt x="3365956" y="186642"/>
                  </a:lnTo>
                  <a:lnTo>
                    <a:pt x="3361716" y="186642"/>
                  </a:lnTo>
                  <a:lnTo>
                    <a:pt x="3357477" y="186642"/>
                  </a:lnTo>
                  <a:lnTo>
                    <a:pt x="3353238" y="186642"/>
                  </a:lnTo>
                  <a:lnTo>
                    <a:pt x="3348999" y="186642"/>
                  </a:lnTo>
                  <a:lnTo>
                    <a:pt x="3348999" y="187060"/>
                  </a:lnTo>
                  <a:lnTo>
                    <a:pt x="3344759" y="187060"/>
                  </a:lnTo>
                  <a:lnTo>
                    <a:pt x="3340520" y="187060"/>
                  </a:lnTo>
                  <a:lnTo>
                    <a:pt x="3340520" y="187893"/>
                  </a:lnTo>
                  <a:lnTo>
                    <a:pt x="3336281" y="187893"/>
                  </a:lnTo>
                  <a:lnTo>
                    <a:pt x="3336281" y="189143"/>
                  </a:lnTo>
                  <a:lnTo>
                    <a:pt x="3332042" y="189143"/>
                  </a:lnTo>
                  <a:lnTo>
                    <a:pt x="3332042" y="189559"/>
                  </a:lnTo>
                  <a:lnTo>
                    <a:pt x="3327803" y="189559"/>
                  </a:lnTo>
                  <a:lnTo>
                    <a:pt x="3323563" y="189559"/>
                  </a:lnTo>
                  <a:lnTo>
                    <a:pt x="3323563" y="189975"/>
                  </a:lnTo>
                  <a:lnTo>
                    <a:pt x="3319324" y="189975"/>
                  </a:lnTo>
                  <a:lnTo>
                    <a:pt x="3319324" y="190391"/>
                  </a:lnTo>
                  <a:lnTo>
                    <a:pt x="3315085" y="190391"/>
                  </a:lnTo>
                  <a:lnTo>
                    <a:pt x="3315085" y="190806"/>
                  </a:lnTo>
                  <a:lnTo>
                    <a:pt x="3310846" y="190806"/>
                  </a:lnTo>
                  <a:lnTo>
                    <a:pt x="3306606" y="190806"/>
                  </a:lnTo>
                  <a:lnTo>
                    <a:pt x="3302367" y="190806"/>
                  </a:lnTo>
                  <a:lnTo>
                    <a:pt x="3302367" y="191221"/>
                  </a:lnTo>
                  <a:lnTo>
                    <a:pt x="3298128" y="191221"/>
                  </a:lnTo>
                  <a:lnTo>
                    <a:pt x="3293889" y="191221"/>
                  </a:lnTo>
                  <a:lnTo>
                    <a:pt x="3293889" y="192049"/>
                  </a:lnTo>
                  <a:lnTo>
                    <a:pt x="3289649" y="192049"/>
                  </a:lnTo>
                  <a:lnTo>
                    <a:pt x="3289649" y="192463"/>
                  </a:lnTo>
                  <a:lnTo>
                    <a:pt x="3285410" y="192463"/>
                  </a:lnTo>
                  <a:lnTo>
                    <a:pt x="3281171" y="192463"/>
                  </a:lnTo>
                  <a:lnTo>
                    <a:pt x="3281171" y="193288"/>
                  </a:lnTo>
                  <a:lnTo>
                    <a:pt x="3276932" y="193288"/>
                  </a:lnTo>
                  <a:lnTo>
                    <a:pt x="3276932" y="193701"/>
                  </a:lnTo>
                  <a:lnTo>
                    <a:pt x="3272692" y="193701"/>
                  </a:lnTo>
                  <a:lnTo>
                    <a:pt x="3268453" y="193701"/>
                  </a:lnTo>
                  <a:lnTo>
                    <a:pt x="3268453" y="194525"/>
                  </a:lnTo>
                  <a:lnTo>
                    <a:pt x="3264214" y="194525"/>
                  </a:lnTo>
                  <a:lnTo>
                    <a:pt x="3259975" y="194525"/>
                  </a:lnTo>
                  <a:lnTo>
                    <a:pt x="3255735" y="194525"/>
                  </a:lnTo>
                  <a:lnTo>
                    <a:pt x="3251496" y="194525"/>
                  </a:lnTo>
                  <a:lnTo>
                    <a:pt x="3247257" y="194525"/>
                  </a:lnTo>
                  <a:lnTo>
                    <a:pt x="3247257" y="194935"/>
                  </a:lnTo>
                  <a:lnTo>
                    <a:pt x="3243018" y="194935"/>
                  </a:lnTo>
                  <a:lnTo>
                    <a:pt x="3238778" y="194935"/>
                  </a:lnTo>
                  <a:lnTo>
                    <a:pt x="3234539" y="194935"/>
                  </a:lnTo>
                  <a:lnTo>
                    <a:pt x="3234539" y="195345"/>
                  </a:lnTo>
                  <a:lnTo>
                    <a:pt x="3230300" y="195345"/>
                  </a:lnTo>
                  <a:lnTo>
                    <a:pt x="3226061" y="195345"/>
                  </a:lnTo>
                  <a:lnTo>
                    <a:pt x="3221822" y="195345"/>
                  </a:lnTo>
                  <a:lnTo>
                    <a:pt x="3221822" y="195753"/>
                  </a:lnTo>
                  <a:lnTo>
                    <a:pt x="3217582" y="195753"/>
                  </a:lnTo>
                  <a:lnTo>
                    <a:pt x="3217582" y="196162"/>
                  </a:lnTo>
                  <a:lnTo>
                    <a:pt x="3213343" y="196162"/>
                  </a:lnTo>
                  <a:lnTo>
                    <a:pt x="3209104" y="196162"/>
                  </a:lnTo>
                  <a:lnTo>
                    <a:pt x="3204865" y="196162"/>
                  </a:lnTo>
                  <a:lnTo>
                    <a:pt x="3200625" y="196162"/>
                  </a:lnTo>
                  <a:lnTo>
                    <a:pt x="3200625" y="196570"/>
                  </a:lnTo>
                  <a:lnTo>
                    <a:pt x="3196386" y="196570"/>
                  </a:lnTo>
                  <a:lnTo>
                    <a:pt x="3192147" y="196570"/>
                  </a:lnTo>
                  <a:lnTo>
                    <a:pt x="3192147" y="196977"/>
                  </a:lnTo>
                  <a:lnTo>
                    <a:pt x="3187908" y="196977"/>
                  </a:lnTo>
                  <a:lnTo>
                    <a:pt x="3183668" y="196977"/>
                  </a:lnTo>
                  <a:lnTo>
                    <a:pt x="3183668" y="197383"/>
                  </a:lnTo>
                  <a:lnTo>
                    <a:pt x="3179429" y="197383"/>
                  </a:lnTo>
                  <a:lnTo>
                    <a:pt x="3175190" y="197383"/>
                  </a:lnTo>
                  <a:lnTo>
                    <a:pt x="3170951" y="197383"/>
                  </a:lnTo>
                  <a:lnTo>
                    <a:pt x="3166711" y="197383"/>
                  </a:lnTo>
                  <a:lnTo>
                    <a:pt x="3162472" y="197383"/>
                  </a:lnTo>
                  <a:lnTo>
                    <a:pt x="3162472" y="197788"/>
                  </a:lnTo>
                  <a:lnTo>
                    <a:pt x="3158233" y="197788"/>
                  </a:lnTo>
                  <a:lnTo>
                    <a:pt x="3153994" y="197788"/>
                  </a:lnTo>
                  <a:lnTo>
                    <a:pt x="3149754" y="197788"/>
                  </a:lnTo>
                  <a:lnTo>
                    <a:pt x="3145515" y="197788"/>
                  </a:lnTo>
                  <a:lnTo>
                    <a:pt x="3141276" y="197788"/>
                  </a:lnTo>
                  <a:lnTo>
                    <a:pt x="3137037" y="197788"/>
                  </a:lnTo>
                  <a:lnTo>
                    <a:pt x="3132798" y="197788"/>
                  </a:lnTo>
                  <a:lnTo>
                    <a:pt x="3132798" y="198191"/>
                  </a:lnTo>
                  <a:lnTo>
                    <a:pt x="3128558" y="198191"/>
                  </a:lnTo>
                  <a:lnTo>
                    <a:pt x="3124319" y="198191"/>
                  </a:lnTo>
                  <a:lnTo>
                    <a:pt x="3124319" y="198995"/>
                  </a:lnTo>
                  <a:lnTo>
                    <a:pt x="3120080" y="198995"/>
                  </a:lnTo>
                  <a:lnTo>
                    <a:pt x="3115841" y="198995"/>
                  </a:lnTo>
                  <a:lnTo>
                    <a:pt x="3111601" y="198995"/>
                  </a:lnTo>
                  <a:lnTo>
                    <a:pt x="3111601" y="199397"/>
                  </a:lnTo>
                  <a:lnTo>
                    <a:pt x="3107362" y="199397"/>
                  </a:lnTo>
                  <a:lnTo>
                    <a:pt x="3103123" y="199397"/>
                  </a:lnTo>
                  <a:lnTo>
                    <a:pt x="3103123" y="200999"/>
                  </a:lnTo>
                  <a:lnTo>
                    <a:pt x="3098884" y="200999"/>
                  </a:lnTo>
                  <a:lnTo>
                    <a:pt x="3094644" y="200999"/>
                  </a:lnTo>
                  <a:lnTo>
                    <a:pt x="3090405" y="200999"/>
                  </a:lnTo>
                  <a:lnTo>
                    <a:pt x="3090405" y="202598"/>
                  </a:lnTo>
                  <a:lnTo>
                    <a:pt x="3086166" y="202598"/>
                  </a:lnTo>
                  <a:lnTo>
                    <a:pt x="3081927" y="202598"/>
                  </a:lnTo>
                  <a:lnTo>
                    <a:pt x="3077687" y="202598"/>
                  </a:lnTo>
                  <a:lnTo>
                    <a:pt x="3073448" y="202598"/>
                  </a:lnTo>
                  <a:lnTo>
                    <a:pt x="3073448" y="203793"/>
                  </a:lnTo>
                  <a:lnTo>
                    <a:pt x="3069209" y="203793"/>
                  </a:lnTo>
                  <a:lnTo>
                    <a:pt x="3069209" y="204589"/>
                  </a:lnTo>
                  <a:lnTo>
                    <a:pt x="3064970" y="204589"/>
                  </a:lnTo>
                  <a:lnTo>
                    <a:pt x="3064970" y="204987"/>
                  </a:lnTo>
                  <a:lnTo>
                    <a:pt x="3060730" y="204987"/>
                  </a:lnTo>
                  <a:lnTo>
                    <a:pt x="3056491" y="204987"/>
                  </a:lnTo>
                  <a:lnTo>
                    <a:pt x="3056491" y="205385"/>
                  </a:lnTo>
                  <a:lnTo>
                    <a:pt x="3052252" y="205385"/>
                  </a:lnTo>
                  <a:lnTo>
                    <a:pt x="3052252" y="205783"/>
                  </a:lnTo>
                  <a:lnTo>
                    <a:pt x="3048013" y="205783"/>
                  </a:lnTo>
                  <a:lnTo>
                    <a:pt x="3048013" y="206180"/>
                  </a:lnTo>
                  <a:lnTo>
                    <a:pt x="3043773" y="206180"/>
                  </a:lnTo>
                  <a:lnTo>
                    <a:pt x="3039534" y="206180"/>
                  </a:lnTo>
                  <a:lnTo>
                    <a:pt x="3039534" y="206577"/>
                  </a:lnTo>
                  <a:lnTo>
                    <a:pt x="3035295" y="206577"/>
                  </a:lnTo>
                  <a:lnTo>
                    <a:pt x="3031056" y="206577"/>
                  </a:lnTo>
                  <a:lnTo>
                    <a:pt x="3031056" y="206973"/>
                  </a:lnTo>
                  <a:lnTo>
                    <a:pt x="3026817" y="206973"/>
                  </a:lnTo>
                  <a:lnTo>
                    <a:pt x="3022577" y="206973"/>
                  </a:lnTo>
                  <a:lnTo>
                    <a:pt x="3018338" y="206973"/>
                  </a:lnTo>
                  <a:lnTo>
                    <a:pt x="3014099" y="206973"/>
                  </a:lnTo>
                  <a:lnTo>
                    <a:pt x="3009860" y="206973"/>
                  </a:lnTo>
                  <a:lnTo>
                    <a:pt x="3005620" y="206973"/>
                  </a:lnTo>
                  <a:lnTo>
                    <a:pt x="3001381" y="206973"/>
                  </a:lnTo>
                  <a:lnTo>
                    <a:pt x="3001381" y="207367"/>
                  </a:lnTo>
                  <a:lnTo>
                    <a:pt x="2997142" y="207367"/>
                  </a:lnTo>
                  <a:lnTo>
                    <a:pt x="2992903" y="207367"/>
                  </a:lnTo>
                  <a:lnTo>
                    <a:pt x="2992903" y="207761"/>
                  </a:lnTo>
                  <a:lnTo>
                    <a:pt x="2988663" y="207761"/>
                  </a:lnTo>
                  <a:lnTo>
                    <a:pt x="2984424" y="207761"/>
                  </a:lnTo>
                  <a:lnTo>
                    <a:pt x="2984424" y="208546"/>
                  </a:lnTo>
                  <a:lnTo>
                    <a:pt x="2980185" y="208546"/>
                  </a:lnTo>
                  <a:lnTo>
                    <a:pt x="2975946" y="208546"/>
                  </a:lnTo>
                  <a:lnTo>
                    <a:pt x="2971706" y="208546"/>
                  </a:lnTo>
                  <a:lnTo>
                    <a:pt x="2967467" y="208546"/>
                  </a:lnTo>
                  <a:lnTo>
                    <a:pt x="2963228" y="208546"/>
                  </a:lnTo>
                  <a:lnTo>
                    <a:pt x="2958989" y="208546"/>
                  </a:lnTo>
                  <a:lnTo>
                    <a:pt x="2954749" y="208546"/>
                  </a:lnTo>
                  <a:lnTo>
                    <a:pt x="2954749" y="208937"/>
                  </a:lnTo>
                  <a:lnTo>
                    <a:pt x="2950510" y="208937"/>
                  </a:lnTo>
                  <a:lnTo>
                    <a:pt x="2950510" y="209717"/>
                  </a:lnTo>
                  <a:lnTo>
                    <a:pt x="2946271" y="209717"/>
                  </a:lnTo>
                  <a:lnTo>
                    <a:pt x="2946271" y="210106"/>
                  </a:lnTo>
                  <a:lnTo>
                    <a:pt x="2942032" y="210106"/>
                  </a:lnTo>
                  <a:lnTo>
                    <a:pt x="2942032" y="210496"/>
                  </a:lnTo>
                  <a:lnTo>
                    <a:pt x="2937792" y="210496"/>
                  </a:lnTo>
                  <a:lnTo>
                    <a:pt x="2933553" y="210496"/>
                  </a:lnTo>
                  <a:lnTo>
                    <a:pt x="2933553" y="210885"/>
                  </a:lnTo>
                  <a:lnTo>
                    <a:pt x="2929314" y="210885"/>
                  </a:lnTo>
                  <a:lnTo>
                    <a:pt x="2925075" y="210885"/>
                  </a:lnTo>
                  <a:lnTo>
                    <a:pt x="2925075" y="211273"/>
                  </a:lnTo>
                  <a:lnTo>
                    <a:pt x="2920836" y="211273"/>
                  </a:lnTo>
                  <a:lnTo>
                    <a:pt x="2916596" y="211273"/>
                  </a:lnTo>
                  <a:lnTo>
                    <a:pt x="2912357" y="211273"/>
                  </a:lnTo>
                  <a:lnTo>
                    <a:pt x="2912357" y="211660"/>
                  </a:lnTo>
                  <a:lnTo>
                    <a:pt x="2908118" y="211660"/>
                  </a:lnTo>
                  <a:lnTo>
                    <a:pt x="2903879" y="211660"/>
                  </a:lnTo>
                  <a:lnTo>
                    <a:pt x="2903879" y="212047"/>
                  </a:lnTo>
                  <a:lnTo>
                    <a:pt x="2899639" y="212047"/>
                  </a:lnTo>
                  <a:lnTo>
                    <a:pt x="2895400" y="212047"/>
                  </a:lnTo>
                  <a:lnTo>
                    <a:pt x="2895400" y="212820"/>
                  </a:lnTo>
                  <a:lnTo>
                    <a:pt x="2891161" y="212820"/>
                  </a:lnTo>
                  <a:lnTo>
                    <a:pt x="2891161" y="213206"/>
                  </a:lnTo>
                  <a:lnTo>
                    <a:pt x="2886922" y="213206"/>
                  </a:lnTo>
                  <a:lnTo>
                    <a:pt x="2886922" y="214363"/>
                  </a:lnTo>
                  <a:lnTo>
                    <a:pt x="2882682" y="214363"/>
                  </a:lnTo>
                  <a:lnTo>
                    <a:pt x="2878443" y="214363"/>
                  </a:lnTo>
                  <a:lnTo>
                    <a:pt x="2874204" y="214363"/>
                  </a:lnTo>
                  <a:lnTo>
                    <a:pt x="2874204" y="214748"/>
                  </a:lnTo>
                  <a:lnTo>
                    <a:pt x="2869965" y="214748"/>
                  </a:lnTo>
                  <a:lnTo>
                    <a:pt x="2865725" y="214748"/>
                  </a:lnTo>
                  <a:lnTo>
                    <a:pt x="2865725" y="215516"/>
                  </a:lnTo>
                  <a:lnTo>
                    <a:pt x="2861486" y="215516"/>
                  </a:lnTo>
                  <a:lnTo>
                    <a:pt x="2861486" y="215900"/>
                  </a:lnTo>
                  <a:lnTo>
                    <a:pt x="2857247" y="215900"/>
                  </a:lnTo>
                  <a:lnTo>
                    <a:pt x="2857247" y="216284"/>
                  </a:lnTo>
                  <a:lnTo>
                    <a:pt x="2853008" y="216284"/>
                  </a:lnTo>
                  <a:lnTo>
                    <a:pt x="2848768" y="216284"/>
                  </a:lnTo>
                  <a:lnTo>
                    <a:pt x="2848768" y="216667"/>
                  </a:lnTo>
                  <a:lnTo>
                    <a:pt x="2844529" y="216667"/>
                  </a:lnTo>
                  <a:lnTo>
                    <a:pt x="2840290" y="216667"/>
                  </a:lnTo>
                  <a:lnTo>
                    <a:pt x="2836051" y="216667"/>
                  </a:lnTo>
                  <a:lnTo>
                    <a:pt x="2836051" y="217049"/>
                  </a:lnTo>
                  <a:lnTo>
                    <a:pt x="2831812" y="217049"/>
                  </a:lnTo>
                  <a:lnTo>
                    <a:pt x="2827572" y="217049"/>
                  </a:lnTo>
                  <a:lnTo>
                    <a:pt x="2823333" y="217049"/>
                  </a:lnTo>
                  <a:lnTo>
                    <a:pt x="2819094" y="217049"/>
                  </a:lnTo>
                  <a:lnTo>
                    <a:pt x="2819094" y="218194"/>
                  </a:lnTo>
                  <a:lnTo>
                    <a:pt x="2814855" y="218194"/>
                  </a:lnTo>
                  <a:lnTo>
                    <a:pt x="2814855" y="218576"/>
                  </a:lnTo>
                  <a:lnTo>
                    <a:pt x="2810615" y="218576"/>
                  </a:lnTo>
                  <a:lnTo>
                    <a:pt x="2806376" y="218576"/>
                  </a:lnTo>
                  <a:lnTo>
                    <a:pt x="2806376" y="218957"/>
                  </a:lnTo>
                  <a:lnTo>
                    <a:pt x="2802137" y="218957"/>
                  </a:lnTo>
                  <a:lnTo>
                    <a:pt x="2797898" y="218957"/>
                  </a:lnTo>
                  <a:lnTo>
                    <a:pt x="2797898" y="219337"/>
                  </a:lnTo>
                  <a:lnTo>
                    <a:pt x="2793658" y="219337"/>
                  </a:lnTo>
                  <a:lnTo>
                    <a:pt x="2789419" y="219337"/>
                  </a:lnTo>
                  <a:lnTo>
                    <a:pt x="2789419" y="219716"/>
                  </a:lnTo>
                  <a:lnTo>
                    <a:pt x="2785180" y="219716"/>
                  </a:lnTo>
                  <a:lnTo>
                    <a:pt x="2780941" y="219716"/>
                  </a:lnTo>
                  <a:lnTo>
                    <a:pt x="2776701" y="219716"/>
                  </a:lnTo>
                  <a:lnTo>
                    <a:pt x="2776701" y="220473"/>
                  </a:lnTo>
                  <a:lnTo>
                    <a:pt x="2772462" y="220473"/>
                  </a:lnTo>
                  <a:lnTo>
                    <a:pt x="2768223" y="220473"/>
                  </a:lnTo>
                  <a:lnTo>
                    <a:pt x="2768223" y="220851"/>
                  </a:lnTo>
                  <a:lnTo>
                    <a:pt x="2763984" y="220851"/>
                  </a:lnTo>
                  <a:lnTo>
                    <a:pt x="2759744" y="220851"/>
                  </a:lnTo>
                  <a:lnTo>
                    <a:pt x="2759744" y="221228"/>
                  </a:lnTo>
                  <a:lnTo>
                    <a:pt x="2755505" y="221228"/>
                  </a:lnTo>
                  <a:lnTo>
                    <a:pt x="2755505" y="221605"/>
                  </a:lnTo>
                  <a:lnTo>
                    <a:pt x="2751266" y="221605"/>
                  </a:lnTo>
                  <a:lnTo>
                    <a:pt x="2747027" y="221605"/>
                  </a:lnTo>
                  <a:lnTo>
                    <a:pt x="2747027" y="222735"/>
                  </a:lnTo>
                  <a:lnTo>
                    <a:pt x="2742787" y="222735"/>
                  </a:lnTo>
                  <a:lnTo>
                    <a:pt x="2742787" y="223110"/>
                  </a:lnTo>
                  <a:lnTo>
                    <a:pt x="2738548" y="223110"/>
                  </a:lnTo>
                  <a:lnTo>
                    <a:pt x="2734309" y="223110"/>
                  </a:lnTo>
                  <a:lnTo>
                    <a:pt x="2730070" y="223110"/>
                  </a:lnTo>
                  <a:lnTo>
                    <a:pt x="2725831" y="223110"/>
                  </a:lnTo>
                  <a:lnTo>
                    <a:pt x="2725831" y="223485"/>
                  </a:lnTo>
                  <a:lnTo>
                    <a:pt x="2721591" y="223485"/>
                  </a:lnTo>
                  <a:lnTo>
                    <a:pt x="2721591" y="223860"/>
                  </a:lnTo>
                  <a:lnTo>
                    <a:pt x="2717352" y="223860"/>
                  </a:lnTo>
                  <a:lnTo>
                    <a:pt x="2717352" y="224234"/>
                  </a:lnTo>
                  <a:lnTo>
                    <a:pt x="2713113" y="224234"/>
                  </a:lnTo>
                  <a:lnTo>
                    <a:pt x="2713113" y="224608"/>
                  </a:lnTo>
                  <a:lnTo>
                    <a:pt x="2708874" y="224608"/>
                  </a:lnTo>
                  <a:lnTo>
                    <a:pt x="2708874" y="224981"/>
                  </a:lnTo>
                  <a:lnTo>
                    <a:pt x="2704634" y="224981"/>
                  </a:lnTo>
                  <a:lnTo>
                    <a:pt x="2704634" y="225727"/>
                  </a:lnTo>
                  <a:lnTo>
                    <a:pt x="2700395" y="225727"/>
                  </a:lnTo>
                  <a:lnTo>
                    <a:pt x="2696156" y="225727"/>
                  </a:lnTo>
                  <a:lnTo>
                    <a:pt x="2691917" y="225727"/>
                  </a:lnTo>
                  <a:lnTo>
                    <a:pt x="2691917" y="226846"/>
                  </a:lnTo>
                  <a:lnTo>
                    <a:pt x="2687677" y="226846"/>
                  </a:lnTo>
                  <a:lnTo>
                    <a:pt x="2687677" y="227962"/>
                  </a:lnTo>
                  <a:lnTo>
                    <a:pt x="2683438" y="227962"/>
                  </a:lnTo>
                  <a:lnTo>
                    <a:pt x="2683438" y="229450"/>
                  </a:lnTo>
                  <a:lnTo>
                    <a:pt x="2679199" y="229450"/>
                  </a:lnTo>
                  <a:lnTo>
                    <a:pt x="2674960" y="229450"/>
                  </a:lnTo>
                  <a:lnTo>
                    <a:pt x="2670720" y="229450"/>
                  </a:lnTo>
                  <a:lnTo>
                    <a:pt x="2666481" y="229450"/>
                  </a:lnTo>
                  <a:lnTo>
                    <a:pt x="2662242" y="229450"/>
                  </a:lnTo>
                  <a:lnTo>
                    <a:pt x="2658003" y="229450"/>
                  </a:lnTo>
                  <a:lnTo>
                    <a:pt x="2653763" y="229450"/>
                  </a:lnTo>
                  <a:lnTo>
                    <a:pt x="2653763" y="229820"/>
                  </a:lnTo>
                  <a:lnTo>
                    <a:pt x="2649524" y="229820"/>
                  </a:lnTo>
                  <a:lnTo>
                    <a:pt x="2645285" y="229820"/>
                  </a:lnTo>
                  <a:lnTo>
                    <a:pt x="2641046" y="229820"/>
                  </a:lnTo>
                  <a:lnTo>
                    <a:pt x="2636806" y="229820"/>
                  </a:lnTo>
                  <a:lnTo>
                    <a:pt x="2632567" y="229820"/>
                  </a:lnTo>
                  <a:lnTo>
                    <a:pt x="2628328" y="229820"/>
                  </a:lnTo>
                  <a:lnTo>
                    <a:pt x="2628328" y="231295"/>
                  </a:lnTo>
                  <a:lnTo>
                    <a:pt x="2624089" y="231295"/>
                  </a:lnTo>
                  <a:lnTo>
                    <a:pt x="2619850" y="231295"/>
                  </a:lnTo>
                  <a:lnTo>
                    <a:pt x="2619850" y="231663"/>
                  </a:lnTo>
                  <a:lnTo>
                    <a:pt x="2615610" y="231663"/>
                  </a:lnTo>
                  <a:lnTo>
                    <a:pt x="2611371" y="231663"/>
                  </a:lnTo>
                  <a:lnTo>
                    <a:pt x="2607132" y="231663"/>
                  </a:lnTo>
                  <a:lnTo>
                    <a:pt x="2607132" y="232030"/>
                  </a:lnTo>
                  <a:lnTo>
                    <a:pt x="2602893" y="232030"/>
                  </a:lnTo>
                  <a:lnTo>
                    <a:pt x="2598653" y="232030"/>
                  </a:lnTo>
                  <a:lnTo>
                    <a:pt x="2598653" y="232764"/>
                  </a:lnTo>
                  <a:lnTo>
                    <a:pt x="2594414" y="232764"/>
                  </a:lnTo>
                  <a:lnTo>
                    <a:pt x="2590175" y="232764"/>
                  </a:lnTo>
                  <a:lnTo>
                    <a:pt x="2585936" y="232764"/>
                  </a:lnTo>
                  <a:lnTo>
                    <a:pt x="2585936" y="233130"/>
                  </a:lnTo>
                  <a:lnTo>
                    <a:pt x="2581696" y="233130"/>
                  </a:lnTo>
                  <a:lnTo>
                    <a:pt x="2581696" y="233497"/>
                  </a:lnTo>
                  <a:lnTo>
                    <a:pt x="2577457" y="233497"/>
                  </a:lnTo>
                  <a:lnTo>
                    <a:pt x="2577457" y="233863"/>
                  </a:lnTo>
                  <a:lnTo>
                    <a:pt x="2573218" y="233863"/>
                  </a:lnTo>
                  <a:lnTo>
                    <a:pt x="2568979" y="233863"/>
                  </a:lnTo>
                  <a:lnTo>
                    <a:pt x="2568979" y="234959"/>
                  </a:lnTo>
                  <a:lnTo>
                    <a:pt x="2564739" y="234959"/>
                  </a:lnTo>
                  <a:lnTo>
                    <a:pt x="2560500" y="234959"/>
                  </a:lnTo>
                  <a:lnTo>
                    <a:pt x="2560500" y="235324"/>
                  </a:lnTo>
                  <a:lnTo>
                    <a:pt x="2556261" y="235324"/>
                  </a:lnTo>
                  <a:lnTo>
                    <a:pt x="2556261" y="235689"/>
                  </a:lnTo>
                  <a:lnTo>
                    <a:pt x="2552022" y="235689"/>
                  </a:lnTo>
                  <a:lnTo>
                    <a:pt x="2552022" y="236053"/>
                  </a:lnTo>
                  <a:lnTo>
                    <a:pt x="2547782" y="236053"/>
                  </a:lnTo>
                  <a:lnTo>
                    <a:pt x="2547782" y="236417"/>
                  </a:lnTo>
                  <a:lnTo>
                    <a:pt x="2543543" y="236417"/>
                  </a:lnTo>
                  <a:lnTo>
                    <a:pt x="2543543" y="236781"/>
                  </a:lnTo>
                  <a:lnTo>
                    <a:pt x="2539304" y="236781"/>
                  </a:lnTo>
                  <a:lnTo>
                    <a:pt x="2539304" y="237144"/>
                  </a:lnTo>
                  <a:lnTo>
                    <a:pt x="2535065" y="237144"/>
                  </a:lnTo>
                  <a:lnTo>
                    <a:pt x="2530825" y="237144"/>
                  </a:lnTo>
                  <a:lnTo>
                    <a:pt x="2530825" y="237507"/>
                  </a:lnTo>
                  <a:lnTo>
                    <a:pt x="2526586" y="237507"/>
                  </a:lnTo>
                  <a:lnTo>
                    <a:pt x="2522347" y="237507"/>
                  </a:lnTo>
                  <a:lnTo>
                    <a:pt x="2522347" y="237870"/>
                  </a:lnTo>
                  <a:lnTo>
                    <a:pt x="2518108" y="237870"/>
                  </a:lnTo>
                  <a:lnTo>
                    <a:pt x="2513869" y="237870"/>
                  </a:lnTo>
                  <a:lnTo>
                    <a:pt x="2509629" y="237870"/>
                  </a:lnTo>
                  <a:lnTo>
                    <a:pt x="2509629" y="238231"/>
                  </a:lnTo>
                  <a:lnTo>
                    <a:pt x="2505390" y="238231"/>
                  </a:lnTo>
                  <a:lnTo>
                    <a:pt x="2505390" y="238954"/>
                  </a:lnTo>
                  <a:lnTo>
                    <a:pt x="2501151" y="238954"/>
                  </a:lnTo>
                  <a:lnTo>
                    <a:pt x="2496912" y="238954"/>
                  </a:lnTo>
                  <a:lnTo>
                    <a:pt x="2492672" y="238954"/>
                  </a:lnTo>
                  <a:lnTo>
                    <a:pt x="2488433" y="238954"/>
                  </a:lnTo>
                  <a:lnTo>
                    <a:pt x="2484194" y="238954"/>
                  </a:lnTo>
                  <a:lnTo>
                    <a:pt x="2479955" y="238954"/>
                  </a:lnTo>
                  <a:lnTo>
                    <a:pt x="2479955" y="239673"/>
                  </a:lnTo>
                  <a:lnTo>
                    <a:pt x="2475715" y="239673"/>
                  </a:lnTo>
                  <a:lnTo>
                    <a:pt x="2471476" y="239673"/>
                  </a:lnTo>
                  <a:lnTo>
                    <a:pt x="2467237" y="239673"/>
                  </a:lnTo>
                  <a:lnTo>
                    <a:pt x="2462998" y="239673"/>
                  </a:lnTo>
                  <a:lnTo>
                    <a:pt x="2458758" y="239673"/>
                  </a:lnTo>
                  <a:lnTo>
                    <a:pt x="2458758" y="240032"/>
                  </a:lnTo>
                  <a:lnTo>
                    <a:pt x="2454519" y="240032"/>
                  </a:lnTo>
                  <a:lnTo>
                    <a:pt x="2454519" y="240390"/>
                  </a:lnTo>
                  <a:lnTo>
                    <a:pt x="2450280" y="240390"/>
                  </a:lnTo>
                  <a:lnTo>
                    <a:pt x="2446041" y="240390"/>
                  </a:lnTo>
                  <a:lnTo>
                    <a:pt x="2446041" y="240749"/>
                  </a:lnTo>
                  <a:lnTo>
                    <a:pt x="2441801" y="240749"/>
                  </a:lnTo>
                  <a:lnTo>
                    <a:pt x="2437562" y="240749"/>
                  </a:lnTo>
                  <a:lnTo>
                    <a:pt x="2433323" y="240749"/>
                  </a:lnTo>
                  <a:lnTo>
                    <a:pt x="2429084" y="240749"/>
                  </a:lnTo>
                  <a:lnTo>
                    <a:pt x="2429084" y="241464"/>
                  </a:lnTo>
                  <a:lnTo>
                    <a:pt x="2424845" y="241464"/>
                  </a:lnTo>
                  <a:lnTo>
                    <a:pt x="2420605" y="241464"/>
                  </a:lnTo>
                  <a:lnTo>
                    <a:pt x="2416366" y="241464"/>
                  </a:lnTo>
                  <a:lnTo>
                    <a:pt x="2412127" y="241464"/>
                  </a:lnTo>
                  <a:lnTo>
                    <a:pt x="2407888" y="241464"/>
                  </a:lnTo>
                  <a:lnTo>
                    <a:pt x="2403648" y="241464"/>
                  </a:lnTo>
                  <a:lnTo>
                    <a:pt x="2399409" y="241464"/>
                  </a:lnTo>
                  <a:lnTo>
                    <a:pt x="2395170" y="241464"/>
                  </a:lnTo>
                  <a:lnTo>
                    <a:pt x="2395170" y="241821"/>
                  </a:lnTo>
                  <a:lnTo>
                    <a:pt x="2390931" y="241821"/>
                  </a:lnTo>
                  <a:lnTo>
                    <a:pt x="2390931" y="242534"/>
                  </a:lnTo>
                  <a:lnTo>
                    <a:pt x="2386691" y="242534"/>
                  </a:lnTo>
                  <a:lnTo>
                    <a:pt x="2382452" y="242534"/>
                  </a:lnTo>
                  <a:lnTo>
                    <a:pt x="2382452" y="242890"/>
                  </a:lnTo>
                  <a:lnTo>
                    <a:pt x="2378213" y="242890"/>
                  </a:lnTo>
                  <a:lnTo>
                    <a:pt x="2373974" y="242890"/>
                  </a:lnTo>
                  <a:lnTo>
                    <a:pt x="2369734" y="242890"/>
                  </a:lnTo>
                  <a:lnTo>
                    <a:pt x="2365495" y="242890"/>
                  </a:lnTo>
                  <a:lnTo>
                    <a:pt x="2361256" y="242890"/>
                  </a:lnTo>
                  <a:lnTo>
                    <a:pt x="2357017" y="242890"/>
                  </a:lnTo>
                  <a:lnTo>
                    <a:pt x="2352777" y="242890"/>
                  </a:lnTo>
                  <a:lnTo>
                    <a:pt x="2348538" y="242890"/>
                  </a:lnTo>
                  <a:lnTo>
                    <a:pt x="2348538" y="243600"/>
                  </a:lnTo>
                  <a:lnTo>
                    <a:pt x="2344299" y="243600"/>
                  </a:lnTo>
                  <a:lnTo>
                    <a:pt x="2344299" y="244311"/>
                  </a:lnTo>
                  <a:lnTo>
                    <a:pt x="2340060" y="244311"/>
                  </a:lnTo>
                  <a:lnTo>
                    <a:pt x="2340060" y="244666"/>
                  </a:lnTo>
                  <a:lnTo>
                    <a:pt x="2335820" y="244666"/>
                  </a:lnTo>
                  <a:lnTo>
                    <a:pt x="2331581" y="244666"/>
                  </a:lnTo>
                  <a:lnTo>
                    <a:pt x="2331581" y="245375"/>
                  </a:lnTo>
                  <a:lnTo>
                    <a:pt x="2327342" y="245375"/>
                  </a:lnTo>
                  <a:lnTo>
                    <a:pt x="2327342" y="245730"/>
                  </a:lnTo>
                  <a:lnTo>
                    <a:pt x="2323103" y="245730"/>
                  </a:lnTo>
                  <a:lnTo>
                    <a:pt x="2323103" y="246438"/>
                  </a:lnTo>
                  <a:lnTo>
                    <a:pt x="2318864" y="246438"/>
                  </a:lnTo>
                  <a:lnTo>
                    <a:pt x="2318864" y="246792"/>
                  </a:lnTo>
                  <a:lnTo>
                    <a:pt x="2314624" y="246792"/>
                  </a:lnTo>
                  <a:lnTo>
                    <a:pt x="2310385" y="246792"/>
                  </a:lnTo>
                  <a:lnTo>
                    <a:pt x="2310385" y="247146"/>
                  </a:lnTo>
                  <a:lnTo>
                    <a:pt x="2306146" y="247146"/>
                  </a:lnTo>
                  <a:lnTo>
                    <a:pt x="2306146" y="247500"/>
                  </a:lnTo>
                  <a:lnTo>
                    <a:pt x="2301907" y="247500"/>
                  </a:lnTo>
                  <a:lnTo>
                    <a:pt x="2301907" y="247854"/>
                  </a:lnTo>
                  <a:lnTo>
                    <a:pt x="2297667" y="247854"/>
                  </a:lnTo>
                  <a:lnTo>
                    <a:pt x="2293428" y="247854"/>
                  </a:lnTo>
                  <a:lnTo>
                    <a:pt x="2293428" y="248560"/>
                  </a:lnTo>
                  <a:lnTo>
                    <a:pt x="2289189" y="248560"/>
                  </a:lnTo>
                  <a:lnTo>
                    <a:pt x="2289189" y="248913"/>
                  </a:lnTo>
                  <a:lnTo>
                    <a:pt x="2284950" y="248913"/>
                  </a:lnTo>
                  <a:lnTo>
                    <a:pt x="2280710" y="248913"/>
                  </a:lnTo>
                  <a:lnTo>
                    <a:pt x="2276471" y="248913"/>
                  </a:lnTo>
                  <a:lnTo>
                    <a:pt x="2272232" y="248913"/>
                  </a:lnTo>
                  <a:lnTo>
                    <a:pt x="2272232" y="249266"/>
                  </a:lnTo>
                  <a:lnTo>
                    <a:pt x="2267993" y="249266"/>
                  </a:lnTo>
                  <a:lnTo>
                    <a:pt x="2267993" y="249618"/>
                  </a:lnTo>
                  <a:lnTo>
                    <a:pt x="2263753" y="249618"/>
                  </a:lnTo>
                  <a:lnTo>
                    <a:pt x="2259514" y="249618"/>
                  </a:lnTo>
                  <a:lnTo>
                    <a:pt x="2259514" y="250322"/>
                  </a:lnTo>
                  <a:lnTo>
                    <a:pt x="2255275" y="250322"/>
                  </a:lnTo>
                  <a:lnTo>
                    <a:pt x="2255275" y="251026"/>
                  </a:lnTo>
                  <a:lnTo>
                    <a:pt x="2251036" y="251026"/>
                  </a:lnTo>
                  <a:lnTo>
                    <a:pt x="2246796" y="251026"/>
                  </a:lnTo>
                  <a:lnTo>
                    <a:pt x="2246796" y="251729"/>
                  </a:lnTo>
                  <a:lnTo>
                    <a:pt x="2242557" y="251729"/>
                  </a:lnTo>
                  <a:lnTo>
                    <a:pt x="2242557" y="252432"/>
                  </a:lnTo>
                  <a:lnTo>
                    <a:pt x="2238318" y="252432"/>
                  </a:lnTo>
                  <a:lnTo>
                    <a:pt x="2234079" y="252432"/>
                  </a:lnTo>
                  <a:lnTo>
                    <a:pt x="2234079" y="252783"/>
                  </a:lnTo>
                  <a:lnTo>
                    <a:pt x="2229839" y="252783"/>
                  </a:lnTo>
                  <a:lnTo>
                    <a:pt x="2225600" y="252783"/>
                  </a:lnTo>
                  <a:lnTo>
                    <a:pt x="2221361" y="252783"/>
                  </a:lnTo>
                  <a:lnTo>
                    <a:pt x="2217122" y="252783"/>
                  </a:lnTo>
                  <a:lnTo>
                    <a:pt x="2217122" y="253134"/>
                  </a:lnTo>
                  <a:lnTo>
                    <a:pt x="2212883" y="253134"/>
                  </a:lnTo>
                  <a:lnTo>
                    <a:pt x="2208643" y="253134"/>
                  </a:lnTo>
                  <a:lnTo>
                    <a:pt x="2208643" y="254184"/>
                  </a:lnTo>
                  <a:lnTo>
                    <a:pt x="2204404" y="254184"/>
                  </a:lnTo>
                  <a:lnTo>
                    <a:pt x="2204404" y="254884"/>
                  </a:lnTo>
                  <a:lnTo>
                    <a:pt x="2200165" y="254884"/>
                  </a:lnTo>
                  <a:lnTo>
                    <a:pt x="2195926" y="254884"/>
                  </a:lnTo>
                  <a:lnTo>
                    <a:pt x="2191686" y="254884"/>
                  </a:lnTo>
                  <a:lnTo>
                    <a:pt x="2191686" y="255234"/>
                  </a:lnTo>
                  <a:lnTo>
                    <a:pt x="2187447" y="255234"/>
                  </a:lnTo>
                  <a:lnTo>
                    <a:pt x="2187447" y="255584"/>
                  </a:lnTo>
                  <a:lnTo>
                    <a:pt x="2183208" y="255584"/>
                  </a:lnTo>
                  <a:lnTo>
                    <a:pt x="2183208" y="256632"/>
                  </a:lnTo>
                  <a:lnTo>
                    <a:pt x="2178969" y="256632"/>
                  </a:lnTo>
                  <a:lnTo>
                    <a:pt x="2174729" y="256632"/>
                  </a:lnTo>
                  <a:lnTo>
                    <a:pt x="2174729" y="257330"/>
                  </a:lnTo>
                  <a:lnTo>
                    <a:pt x="2170490" y="257330"/>
                  </a:lnTo>
                  <a:lnTo>
                    <a:pt x="2170490" y="258028"/>
                  </a:lnTo>
                  <a:lnTo>
                    <a:pt x="2166251" y="258028"/>
                  </a:lnTo>
                  <a:lnTo>
                    <a:pt x="2162012" y="258028"/>
                  </a:lnTo>
                  <a:lnTo>
                    <a:pt x="2157772" y="258028"/>
                  </a:lnTo>
                  <a:lnTo>
                    <a:pt x="2157772" y="259075"/>
                  </a:lnTo>
                  <a:lnTo>
                    <a:pt x="2153533" y="259075"/>
                  </a:lnTo>
                  <a:lnTo>
                    <a:pt x="2149294" y="259075"/>
                  </a:lnTo>
                  <a:lnTo>
                    <a:pt x="2149294" y="259424"/>
                  </a:lnTo>
                  <a:lnTo>
                    <a:pt x="2145055" y="259424"/>
                  </a:lnTo>
                  <a:lnTo>
                    <a:pt x="2145055" y="259773"/>
                  </a:lnTo>
                  <a:lnTo>
                    <a:pt x="2140815" y="259773"/>
                  </a:lnTo>
                  <a:lnTo>
                    <a:pt x="2136576" y="259773"/>
                  </a:lnTo>
                  <a:lnTo>
                    <a:pt x="2136576" y="260121"/>
                  </a:lnTo>
                  <a:lnTo>
                    <a:pt x="2132337" y="260121"/>
                  </a:lnTo>
                  <a:lnTo>
                    <a:pt x="2128098" y="260121"/>
                  </a:lnTo>
                  <a:lnTo>
                    <a:pt x="2123859" y="260121"/>
                  </a:lnTo>
                  <a:lnTo>
                    <a:pt x="2123859" y="260818"/>
                  </a:lnTo>
                  <a:lnTo>
                    <a:pt x="2119619" y="260818"/>
                  </a:lnTo>
                  <a:lnTo>
                    <a:pt x="2115380" y="260818"/>
                  </a:lnTo>
                  <a:lnTo>
                    <a:pt x="2115380" y="261166"/>
                  </a:lnTo>
                  <a:lnTo>
                    <a:pt x="2111141" y="261166"/>
                  </a:lnTo>
                  <a:lnTo>
                    <a:pt x="2111141" y="261862"/>
                  </a:lnTo>
                  <a:lnTo>
                    <a:pt x="2106902" y="261862"/>
                  </a:lnTo>
                  <a:lnTo>
                    <a:pt x="2106902" y="262558"/>
                  </a:lnTo>
                  <a:lnTo>
                    <a:pt x="2102662" y="262558"/>
                  </a:lnTo>
                  <a:lnTo>
                    <a:pt x="2102662" y="262906"/>
                  </a:lnTo>
                  <a:lnTo>
                    <a:pt x="2098423" y="262906"/>
                  </a:lnTo>
                  <a:lnTo>
                    <a:pt x="2094184" y="262906"/>
                  </a:lnTo>
                  <a:lnTo>
                    <a:pt x="2089945" y="262906"/>
                  </a:lnTo>
                  <a:lnTo>
                    <a:pt x="2085705" y="262906"/>
                  </a:lnTo>
                  <a:lnTo>
                    <a:pt x="2081466" y="262906"/>
                  </a:lnTo>
                  <a:lnTo>
                    <a:pt x="2081466" y="263253"/>
                  </a:lnTo>
                  <a:lnTo>
                    <a:pt x="2077227" y="263253"/>
                  </a:lnTo>
                  <a:lnTo>
                    <a:pt x="2077227" y="263601"/>
                  </a:lnTo>
                  <a:lnTo>
                    <a:pt x="2072988" y="263601"/>
                  </a:lnTo>
                  <a:lnTo>
                    <a:pt x="2072988" y="263948"/>
                  </a:lnTo>
                  <a:lnTo>
                    <a:pt x="2068748" y="263948"/>
                  </a:lnTo>
                  <a:lnTo>
                    <a:pt x="2064509" y="263948"/>
                  </a:lnTo>
                  <a:lnTo>
                    <a:pt x="2064509" y="264642"/>
                  </a:lnTo>
                  <a:lnTo>
                    <a:pt x="2060270" y="264642"/>
                  </a:lnTo>
                  <a:lnTo>
                    <a:pt x="2060270" y="265683"/>
                  </a:lnTo>
                  <a:lnTo>
                    <a:pt x="2056031" y="265683"/>
                  </a:lnTo>
                  <a:lnTo>
                    <a:pt x="2051791" y="265683"/>
                  </a:lnTo>
                  <a:lnTo>
                    <a:pt x="2051791" y="266029"/>
                  </a:lnTo>
                  <a:lnTo>
                    <a:pt x="2047552" y="266029"/>
                  </a:lnTo>
                  <a:lnTo>
                    <a:pt x="2043313" y="266029"/>
                  </a:lnTo>
                  <a:lnTo>
                    <a:pt x="2039074" y="266029"/>
                  </a:lnTo>
                  <a:lnTo>
                    <a:pt x="2039074" y="266376"/>
                  </a:lnTo>
                  <a:lnTo>
                    <a:pt x="2034834" y="266376"/>
                  </a:lnTo>
                  <a:lnTo>
                    <a:pt x="2034834" y="267068"/>
                  </a:lnTo>
                  <a:lnTo>
                    <a:pt x="2030595" y="267068"/>
                  </a:lnTo>
                  <a:lnTo>
                    <a:pt x="2030595" y="267760"/>
                  </a:lnTo>
                  <a:lnTo>
                    <a:pt x="2026356" y="267760"/>
                  </a:lnTo>
                  <a:lnTo>
                    <a:pt x="2022117" y="267760"/>
                  </a:lnTo>
                  <a:lnTo>
                    <a:pt x="2017878" y="267760"/>
                  </a:lnTo>
                  <a:lnTo>
                    <a:pt x="2013638" y="267760"/>
                  </a:lnTo>
                  <a:lnTo>
                    <a:pt x="2009399" y="267760"/>
                  </a:lnTo>
                  <a:lnTo>
                    <a:pt x="2009399" y="268106"/>
                  </a:lnTo>
                  <a:lnTo>
                    <a:pt x="2005160" y="268106"/>
                  </a:lnTo>
                  <a:lnTo>
                    <a:pt x="2005160" y="269142"/>
                  </a:lnTo>
                  <a:lnTo>
                    <a:pt x="2000921" y="269142"/>
                  </a:lnTo>
                  <a:lnTo>
                    <a:pt x="1996681" y="269142"/>
                  </a:lnTo>
                  <a:lnTo>
                    <a:pt x="1996681" y="269833"/>
                  </a:lnTo>
                  <a:lnTo>
                    <a:pt x="1992442" y="269833"/>
                  </a:lnTo>
                  <a:lnTo>
                    <a:pt x="1988203" y="269833"/>
                  </a:lnTo>
                  <a:lnTo>
                    <a:pt x="1988203" y="270179"/>
                  </a:lnTo>
                  <a:lnTo>
                    <a:pt x="1983964" y="270179"/>
                  </a:lnTo>
                  <a:lnTo>
                    <a:pt x="1979724" y="270179"/>
                  </a:lnTo>
                  <a:lnTo>
                    <a:pt x="1979724" y="270524"/>
                  </a:lnTo>
                  <a:lnTo>
                    <a:pt x="1975485" y="270524"/>
                  </a:lnTo>
                  <a:lnTo>
                    <a:pt x="1975485" y="272248"/>
                  </a:lnTo>
                  <a:lnTo>
                    <a:pt x="1971246" y="272248"/>
                  </a:lnTo>
                  <a:lnTo>
                    <a:pt x="1971246" y="272937"/>
                  </a:lnTo>
                  <a:lnTo>
                    <a:pt x="1967007" y="272937"/>
                  </a:lnTo>
                  <a:lnTo>
                    <a:pt x="1962767" y="272937"/>
                  </a:lnTo>
                  <a:lnTo>
                    <a:pt x="1958528" y="272937"/>
                  </a:lnTo>
                  <a:lnTo>
                    <a:pt x="1958528" y="273626"/>
                  </a:lnTo>
                  <a:lnTo>
                    <a:pt x="1954289" y="273626"/>
                  </a:lnTo>
                  <a:lnTo>
                    <a:pt x="1950050" y="273626"/>
                  </a:lnTo>
                  <a:lnTo>
                    <a:pt x="1950050" y="274315"/>
                  </a:lnTo>
                  <a:lnTo>
                    <a:pt x="1945810" y="274315"/>
                  </a:lnTo>
                  <a:lnTo>
                    <a:pt x="1945810" y="275003"/>
                  </a:lnTo>
                  <a:lnTo>
                    <a:pt x="1941571" y="275003"/>
                  </a:lnTo>
                  <a:lnTo>
                    <a:pt x="1941571" y="275347"/>
                  </a:lnTo>
                  <a:lnTo>
                    <a:pt x="1937332" y="275347"/>
                  </a:lnTo>
                  <a:lnTo>
                    <a:pt x="1933093" y="275347"/>
                  </a:lnTo>
                  <a:lnTo>
                    <a:pt x="1928853" y="275347"/>
                  </a:lnTo>
                  <a:lnTo>
                    <a:pt x="1924614" y="275347"/>
                  </a:lnTo>
                  <a:lnTo>
                    <a:pt x="1924614" y="275691"/>
                  </a:lnTo>
                  <a:lnTo>
                    <a:pt x="1920375" y="275691"/>
                  </a:lnTo>
                  <a:lnTo>
                    <a:pt x="1920375" y="276034"/>
                  </a:lnTo>
                  <a:lnTo>
                    <a:pt x="1916136" y="276034"/>
                  </a:lnTo>
                  <a:lnTo>
                    <a:pt x="1916136" y="277065"/>
                  </a:lnTo>
                  <a:lnTo>
                    <a:pt x="1911897" y="277065"/>
                  </a:lnTo>
                  <a:lnTo>
                    <a:pt x="1911897" y="277409"/>
                  </a:lnTo>
                  <a:lnTo>
                    <a:pt x="1907657" y="277409"/>
                  </a:lnTo>
                  <a:lnTo>
                    <a:pt x="1903418" y="277409"/>
                  </a:lnTo>
                  <a:lnTo>
                    <a:pt x="1903418" y="277752"/>
                  </a:lnTo>
                  <a:lnTo>
                    <a:pt x="1899179" y="277752"/>
                  </a:lnTo>
                  <a:lnTo>
                    <a:pt x="1894940" y="277752"/>
                  </a:lnTo>
                  <a:lnTo>
                    <a:pt x="1894940" y="278095"/>
                  </a:lnTo>
                  <a:lnTo>
                    <a:pt x="1890700" y="278095"/>
                  </a:lnTo>
                  <a:lnTo>
                    <a:pt x="1890700" y="278781"/>
                  </a:lnTo>
                  <a:lnTo>
                    <a:pt x="1886461" y="278781"/>
                  </a:lnTo>
                  <a:lnTo>
                    <a:pt x="1886461" y="279810"/>
                  </a:lnTo>
                  <a:lnTo>
                    <a:pt x="1882222" y="279810"/>
                  </a:lnTo>
                  <a:lnTo>
                    <a:pt x="1877983" y="279810"/>
                  </a:lnTo>
                  <a:lnTo>
                    <a:pt x="1873743" y="279810"/>
                  </a:lnTo>
                  <a:lnTo>
                    <a:pt x="1869504" y="279810"/>
                  </a:lnTo>
                  <a:lnTo>
                    <a:pt x="1869504" y="280152"/>
                  </a:lnTo>
                  <a:lnTo>
                    <a:pt x="1865265" y="280152"/>
                  </a:lnTo>
                  <a:lnTo>
                    <a:pt x="1865265" y="280495"/>
                  </a:lnTo>
                  <a:lnTo>
                    <a:pt x="1861026" y="280495"/>
                  </a:lnTo>
                  <a:lnTo>
                    <a:pt x="1861026" y="281180"/>
                  </a:lnTo>
                  <a:lnTo>
                    <a:pt x="1856786" y="281180"/>
                  </a:lnTo>
                  <a:lnTo>
                    <a:pt x="1856786" y="282548"/>
                  </a:lnTo>
                  <a:lnTo>
                    <a:pt x="1852547" y="282548"/>
                  </a:lnTo>
                  <a:lnTo>
                    <a:pt x="1852547" y="283231"/>
                  </a:lnTo>
                  <a:lnTo>
                    <a:pt x="1848308" y="283231"/>
                  </a:lnTo>
                  <a:lnTo>
                    <a:pt x="1848308" y="283915"/>
                  </a:lnTo>
                  <a:lnTo>
                    <a:pt x="1844069" y="283915"/>
                  </a:lnTo>
                  <a:lnTo>
                    <a:pt x="1839829" y="283915"/>
                  </a:lnTo>
                  <a:lnTo>
                    <a:pt x="1835590" y="283915"/>
                  </a:lnTo>
                  <a:lnTo>
                    <a:pt x="1831351" y="283915"/>
                  </a:lnTo>
                  <a:lnTo>
                    <a:pt x="1831351" y="284257"/>
                  </a:lnTo>
                  <a:lnTo>
                    <a:pt x="1827112" y="284257"/>
                  </a:lnTo>
                  <a:lnTo>
                    <a:pt x="1827112" y="285622"/>
                  </a:lnTo>
                  <a:lnTo>
                    <a:pt x="1822872" y="285622"/>
                  </a:lnTo>
                  <a:lnTo>
                    <a:pt x="1822872" y="286305"/>
                  </a:lnTo>
                  <a:lnTo>
                    <a:pt x="1818633" y="286305"/>
                  </a:lnTo>
                  <a:lnTo>
                    <a:pt x="1818633" y="286646"/>
                  </a:lnTo>
                  <a:lnTo>
                    <a:pt x="1814394" y="286646"/>
                  </a:lnTo>
                  <a:lnTo>
                    <a:pt x="1814394" y="287670"/>
                  </a:lnTo>
                  <a:lnTo>
                    <a:pt x="1810155" y="287670"/>
                  </a:lnTo>
                  <a:lnTo>
                    <a:pt x="1805916" y="287670"/>
                  </a:lnTo>
                  <a:lnTo>
                    <a:pt x="1805916" y="288011"/>
                  </a:lnTo>
                  <a:lnTo>
                    <a:pt x="1801676" y="288011"/>
                  </a:lnTo>
                  <a:lnTo>
                    <a:pt x="1797437" y="288011"/>
                  </a:lnTo>
                  <a:lnTo>
                    <a:pt x="1797437" y="290397"/>
                  </a:lnTo>
                  <a:lnTo>
                    <a:pt x="1793198" y="290397"/>
                  </a:lnTo>
                  <a:lnTo>
                    <a:pt x="1788959" y="290397"/>
                  </a:lnTo>
                  <a:lnTo>
                    <a:pt x="1784719" y="290397"/>
                  </a:lnTo>
                  <a:lnTo>
                    <a:pt x="1784719" y="290738"/>
                  </a:lnTo>
                  <a:lnTo>
                    <a:pt x="1780480" y="290738"/>
                  </a:lnTo>
                  <a:lnTo>
                    <a:pt x="1776241" y="290738"/>
                  </a:lnTo>
                  <a:lnTo>
                    <a:pt x="1776241" y="291078"/>
                  </a:lnTo>
                  <a:lnTo>
                    <a:pt x="1772002" y="291078"/>
                  </a:lnTo>
                  <a:lnTo>
                    <a:pt x="1772002" y="291759"/>
                  </a:lnTo>
                  <a:lnTo>
                    <a:pt x="1767762" y="291759"/>
                  </a:lnTo>
                  <a:lnTo>
                    <a:pt x="1767762" y="292780"/>
                  </a:lnTo>
                  <a:lnTo>
                    <a:pt x="1763523" y="292780"/>
                  </a:lnTo>
                  <a:lnTo>
                    <a:pt x="1763523" y="293120"/>
                  </a:lnTo>
                  <a:lnTo>
                    <a:pt x="1759284" y="293120"/>
                  </a:lnTo>
                  <a:lnTo>
                    <a:pt x="1755045" y="293120"/>
                  </a:lnTo>
                  <a:lnTo>
                    <a:pt x="1750805" y="293120"/>
                  </a:lnTo>
                  <a:lnTo>
                    <a:pt x="1746566" y="293120"/>
                  </a:lnTo>
                  <a:lnTo>
                    <a:pt x="1746566" y="293799"/>
                  </a:lnTo>
                  <a:lnTo>
                    <a:pt x="1742327" y="293799"/>
                  </a:lnTo>
                  <a:lnTo>
                    <a:pt x="1742327" y="294818"/>
                  </a:lnTo>
                  <a:lnTo>
                    <a:pt x="1738088" y="294818"/>
                  </a:lnTo>
                  <a:lnTo>
                    <a:pt x="1738088" y="296175"/>
                  </a:lnTo>
                  <a:lnTo>
                    <a:pt x="1733848" y="296175"/>
                  </a:lnTo>
                  <a:lnTo>
                    <a:pt x="1733848" y="296514"/>
                  </a:lnTo>
                  <a:lnTo>
                    <a:pt x="1729609" y="296514"/>
                  </a:lnTo>
                  <a:lnTo>
                    <a:pt x="1729609" y="297193"/>
                  </a:lnTo>
                  <a:lnTo>
                    <a:pt x="1725370" y="297193"/>
                  </a:lnTo>
                  <a:lnTo>
                    <a:pt x="1721131" y="297193"/>
                  </a:lnTo>
                  <a:lnTo>
                    <a:pt x="1721131" y="297532"/>
                  </a:lnTo>
                  <a:lnTo>
                    <a:pt x="1716892" y="297532"/>
                  </a:lnTo>
                  <a:lnTo>
                    <a:pt x="1712652" y="297532"/>
                  </a:lnTo>
                  <a:lnTo>
                    <a:pt x="1708413" y="297532"/>
                  </a:lnTo>
                  <a:lnTo>
                    <a:pt x="1704174" y="297532"/>
                  </a:lnTo>
                  <a:lnTo>
                    <a:pt x="1699935" y="297532"/>
                  </a:lnTo>
                  <a:lnTo>
                    <a:pt x="1695695" y="297532"/>
                  </a:lnTo>
                  <a:lnTo>
                    <a:pt x="1695695" y="297870"/>
                  </a:lnTo>
                  <a:lnTo>
                    <a:pt x="1691456" y="297870"/>
                  </a:lnTo>
                  <a:lnTo>
                    <a:pt x="1691456" y="298546"/>
                  </a:lnTo>
                  <a:lnTo>
                    <a:pt x="1687217" y="298546"/>
                  </a:lnTo>
                  <a:lnTo>
                    <a:pt x="1687217" y="299223"/>
                  </a:lnTo>
                  <a:lnTo>
                    <a:pt x="1682978" y="299223"/>
                  </a:lnTo>
                  <a:lnTo>
                    <a:pt x="1682978" y="299899"/>
                  </a:lnTo>
                  <a:lnTo>
                    <a:pt x="1678738" y="299899"/>
                  </a:lnTo>
                  <a:lnTo>
                    <a:pt x="1678738" y="300574"/>
                  </a:lnTo>
                  <a:lnTo>
                    <a:pt x="1674499" y="300574"/>
                  </a:lnTo>
                  <a:lnTo>
                    <a:pt x="1674499" y="300912"/>
                  </a:lnTo>
                  <a:lnTo>
                    <a:pt x="1670260" y="300912"/>
                  </a:lnTo>
                  <a:lnTo>
                    <a:pt x="1666021" y="300912"/>
                  </a:lnTo>
                  <a:lnTo>
                    <a:pt x="1666021" y="301250"/>
                  </a:lnTo>
                  <a:lnTo>
                    <a:pt x="1661781" y="301250"/>
                  </a:lnTo>
                  <a:lnTo>
                    <a:pt x="1661781" y="301587"/>
                  </a:lnTo>
                  <a:lnTo>
                    <a:pt x="1657542" y="301587"/>
                  </a:lnTo>
                  <a:lnTo>
                    <a:pt x="1653303" y="301587"/>
                  </a:lnTo>
                  <a:lnTo>
                    <a:pt x="1649064" y="301587"/>
                  </a:lnTo>
                  <a:lnTo>
                    <a:pt x="1649064" y="302936"/>
                  </a:lnTo>
                  <a:lnTo>
                    <a:pt x="1644824" y="302936"/>
                  </a:lnTo>
                  <a:lnTo>
                    <a:pt x="1644824" y="303610"/>
                  </a:lnTo>
                  <a:lnTo>
                    <a:pt x="1640585" y="303610"/>
                  </a:lnTo>
                  <a:lnTo>
                    <a:pt x="1640585" y="304284"/>
                  </a:lnTo>
                  <a:lnTo>
                    <a:pt x="1636346" y="304284"/>
                  </a:lnTo>
                  <a:lnTo>
                    <a:pt x="1636346" y="304621"/>
                  </a:lnTo>
                  <a:lnTo>
                    <a:pt x="1632107" y="304621"/>
                  </a:lnTo>
                  <a:lnTo>
                    <a:pt x="1627867" y="304621"/>
                  </a:lnTo>
                  <a:lnTo>
                    <a:pt x="1627867" y="305295"/>
                  </a:lnTo>
                  <a:lnTo>
                    <a:pt x="1623628" y="305295"/>
                  </a:lnTo>
                  <a:lnTo>
                    <a:pt x="1623628" y="305631"/>
                  </a:lnTo>
                  <a:lnTo>
                    <a:pt x="1619389" y="305631"/>
                  </a:lnTo>
                  <a:lnTo>
                    <a:pt x="1619389" y="306305"/>
                  </a:lnTo>
                  <a:lnTo>
                    <a:pt x="1615150" y="306305"/>
                  </a:lnTo>
                  <a:lnTo>
                    <a:pt x="1610911" y="306305"/>
                  </a:lnTo>
                  <a:lnTo>
                    <a:pt x="1610911" y="306978"/>
                  </a:lnTo>
                  <a:lnTo>
                    <a:pt x="1606671" y="306978"/>
                  </a:lnTo>
                  <a:lnTo>
                    <a:pt x="1602432" y="306978"/>
                  </a:lnTo>
                  <a:lnTo>
                    <a:pt x="1602432" y="307314"/>
                  </a:lnTo>
                  <a:lnTo>
                    <a:pt x="1598193" y="307314"/>
                  </a:lnTo>
                  <a:lnTo>
                    <a:pt x="1593954" y="307314"/>
                  </a:lnTo>
                  <a:lnTo>
                    <a:pt x="1589714" y="307314"/>
                  </a:lnTo>
                  <a:lnTo>
                    <a:pt x="1589714" y="307986"/>
                  </a:lnTo>
                  <a:lnTo>
                    <a:pt x="1585475" y="307986"/>
                  </a:lnTo>
                  <a:lnTo>
                    <a:pt x="1585475" y="308322"/>
                  </a:lnTo>
                  <a:lnTo>
                    <a:pt x="1581236" y="308322"/>
                  </a:lnTo>
                  <a:lnTo>
                    <a:pt x="1581236" y="308658"/>
                  </a:lnTo>
                  <a:lnTo>
                    <a:pt x="1576997" y="308658"/>
                  </a:lnTo>
                  <a:lnTo>
                    <a:pt x="1572757" y="308658"/>
                  </a:lnTo>
                  <a:lnTo>
                    <a:pt x="1572757" y="308993"/>
                  </a:lnTo>
                  <a:lnTo>
                    <a:pt x="1568518" y="308993"/>
                  </a:lnTo>
                  <a:lnTo>
                    <a:pt x="1568518" y="309329"/>
                  </a:lnTo>
                  <a:lnTo>
                    <a:pt x="1564279" y="309329"/>
                  </a:lnTo>
                  <a:lnTo>
                    <a:pt x="1560040" y="309329"/>
                  </a:lnTo>
                  <a:lnTo>
                    <a:pt x="1560040" y="309664"/>
                  </a:lnTo>
                  <a:lnTo>
                    <a:pt x="1555800" y="309664"/>
                  </a:lnTo>
                  <a:lnTo>
                    <a:pt x="1551561" y="309664"/>
                  </a:lnTo>
                  <a:lnTo>
                    <a:pt x="1547322" y="309664"/>
                  </a:lnTo>
                  <a:lnTo>
                    <a:pt x="1543083" y="309664"/>
                  </a:lnTo>
                  <a:lnTo>
                    <a:pt x="1538843" y="309664"/>
                  </a:lnTo>
                  <a:lnTo>
                    <a:pt x="1538843" y="309998"/>
                  </a:lnTo>
                  <a:lnTo>
                    <a:pt x="1534604" y="309998"/>
                  </a:lnTo>
                  <a:lnTo>
                    <a:pt x="1530365" y="309998"/>
                  </a:lnTo>
                  <a:lnTo>
                    <a:pt x="1530365" y="311002"/>
                  </a:lnTo>
                  <a:lnTo>
                    <a:pt x="1526126" y="311002"/>
                  </a:lnTo>
                  <a:lnTo>
                    <a:pt x="1526126" y="312005"/>
                  </a:lnTo>
                  <a:lnTo>
                    <a:pt x="1521886" y="312005"/>
                  </a:lnTo>
                  <a:lnTo>
                    <a:pt x="1517647" y="312005"/>
                  </a:lnTo>
                  <a:lnTo>
                    <a:pt x="1517647" y="312339"/>
                  </a:lnTo>
                  <a:lnTo>
                    <a:pt x="1513408" y="312339"/>
                  </a:lnTo>
                  <a:lnTo>
                    <a:pt x="1509169" y="312339"/>
                  </a:lnTo>
                  <a:lnTo>
                    <a:pt x="1509169" y="312673"/>
                  </a:lnTo>
                  <a:lnTo>
                    <a:pt x="1504930" y="312673"/>
                  </a:lnTo>
                  <a:lnTo>
                    <a:pt x="1500690" y="312673"/>
                  </a:lnTo>
                  <a:lnTo>
                    <a:pt x="1500690" y="314341"/>
                  </a:lnTo>
                  <a:lnTo>
                    <a:pt x="1496451" y="314341"/>
                  </a:lnTo>
                  <a:lnTo>
                    <a:pt x="1496451" y="314675"/>
                  </a:lnTo>
                  <a:lnTo>
                    <a:pt x="1492212" y="314675"/>
                  </a:lnTo>
                  <a:lnTo>
                    <a:pt x="1492212" y="315008"/>
                  </a:lnTo>
                  <a:lnTo>
                    <a:pt x="1487973" y="315008"/>
                  </a:lnTo>
                  <a:lnTo>
                    <a:pt x="1487973" y="315342"/>
                  </a:lnTo>
                  <a:lnTo>
                    <a:pt x="1483733" y="315342"/>
                  </a:lnTo>
                  <a:lnTo>
                    <a:pt x="1479494" y="315342"/>
                  </a:lnTo>
                  <a:lnTo>
                    <a:pt x="1479494" y="316341"/>
                  </a:lnTo>
                  <a:lnTo>
                    <a:pt x="1475255" y="316341"/>
                  </a:lnTo>
                  <a:lnTo>
                    <a:pt x="1471016" y="316341"/>
                  </a:lnTo>
                  <a:lnTo>
                    <a:pt x="1471016" y="317672"/>
                  </a:lnTo>
                  <a:lnTo>
                    <a:pt x="1466776" y="317672"/>
                  </a:lnTo>
                  <a:lnTo>
                    <a:pt x="1466776" y="318005"/>
                  </a:lnTo>
                  <a:lnTo>
                    <a:pt x="1462537" y="318005"/>
                  </a:lnTo>
                  <a:lnTo>
                    <a:pt x="1462537" y="318670"/>
                  </a:lnTo>
                  <a:lnTo>
                    <a:pt x="1458298" y="318670"/>
                  </a:lnTo>
                  <a:lnTo>
                    <a:pt x="1458298" y="319002"/>
                  </a:lnTo>
                  <a:lnTo>
                    <a:pt x="1454059" y="319002"/>
                  </a:lnTo>
                  <a:lnTo>
                    <a:pt x="1454059" y="319667"/>
                  </a:lnTo>
                  <a:lnTo>
                    <a:pt x="1449819" y="319667"/>
                  </a:lnTo>
                  <a:lnTo>
                    <a:pt x="1445580" y="319667"/>
                  </a:lnTo>
                  <a:lnTo>
                    <a:pt x="1445580" y="319999"/>
                  </a:lnTo>
                  <a:lnTo>
                    <a:pt x="1441341" y="319999"/>
                  </a:lnTo>
                  <a:lnTo>
                    <a:pt x="1441341" y="320995"/>
                  </a:lnTo>
                  <a:lnTo>
                    <a:pt x="1437102" y="320995"/>
                  </a:lnTo>
                  <a:lnTo>
                    <a:pt x="1437102" y="321327"/>
                  </a:lnTo>
                  <a:lnTo>
                    <a:pt x="1432862" y="321327"/>
                  </a:lnTo>
                  <a:lnTo>
                    <a:pt x="1432862" y="321659"/>
                  </a:lnTo>
                  <a:lnTo>
                    <a:pt x="1428623" y="321659"/>
                  </a:lnTo>
                  <a:lnTo>
                    <a:pt x="1424384" y="321659"/>
                  </a:lnTo>
                  <a:lnTo>
                    <a:pt x="1420145" y="321659"/>
                  </a:lnTo>
                  <a:lnTo>
                    <a:pt x="1415906" y="321659"/>
                  </a:lnTo>
                  <a:lnTo>
                    <a:pt x="1415906" y="322322"/>
                  </a:lnTo>
                  <a:lnTo>
                    <a:pt x="1411666" y="322322"/>
                  </a:lnTo>
                  <a:lnTo>
                    <a:pt x="1411666" y="322654"/>
                  </a:lnTo>
                  <a:lnTo>
                    <a:pt x="1407427" y="322654"/>
                  </a:lnTo>
                  <a:lnTo>
                    <a:pt x="1407427" y="322985"/>
                  </a:lnTo>
                  <a:lnTo>
                    <a:pt x="1403188" y="322985"/>
                  </a:lnTo>
                  <a:lnTo>
                    <a:pt x="1403188" y="323316"/>
                  </a:lnTo>
                  <a:lnTo>
                    <a:pt x="1398949" y="323316"/>
                  </a:lnTo>
                  <a:lnTo>
                    <a:pt x="1398949" y="323647"/>
                  </a:lnTo>
                  <a:lnTo>
                    <a:pt x="1394709" y="323647"/>
                  </a:lnTo>
                  <a:lnTo>
                    <a:pt x="1390470" y="323647"/>
                  </a:lnTo>
                  <a:lnTo>
                    <a:pt x="1390470" y="323978"/>
                  </a:lnTo>
                  <a:lnTo>
                    <a:pt x="1386231" y="323978"/>
                  </a:lnTo>
                  <a:lnTo>
                    <a:pt x="1386231" y="324309"/>
                  </a:lnTo>
                  <a:lnTo>
                    <a:pt x="1381992" y="324309"/>
                  </a:lnTo>
                  <a:lnTo>
                    <a:pt x="1381992" y="324639"/>
                  </a:lnTo>
                  <a:lnTo>
                    <a:pt x="1377752" y="324639"/>
                  </a:lnTo>
                  <a:lnTo>
                    <a:pt x="1373513" y="324639"/>
                  </a:lnTo>
                  <a:lnTo>
                    <a:pt x="1373513" y="324970"/>
                  </a:lnTo>
                  <a:lnTo>
                    <a:pt x="1369274" y="324970"/>
                  </a:lnTo>
                  <a:lnTo>
                    <a:pt x="1365035" y="324970"/>
                  </a:lnTo>
                  <a:lnTo>
                    <a:pt x="1365035" y="325631"/>
                  </a:lnTo>
                  <a:lnTo>
                    <a:pt x="1360795" y="325631"/>
                  </a:lnTo>
                  <a:lnTo>
                    <a:pt x="1360795" y="325961"/>
                  </a:lnTo>
                  <a:lnTo>
                    <a:pt x="1356556" y="325961"/>
                  </a:lnTo>
                  <a:lnTo>
                    <a:pt x="1352317" y="325961"/>
                  </a:lnTo>
                  <a:lnTo>
                    <a:pt x="1352317" y="326291"/>
                  </a:lnTo>
                  <a:lnTo>
                    <a:pt x="1348078" y="326291"/>
                  </a:lnTo>
                  <a:lnTo>
                    <a:pt x="1348078" y="326621"/>
                  </a:lnTo>
                  <a:lnTo>
                    <a:pt x="1343838" y="326621"/>
                  </a:lnTo>
                  <a:lnTo>
                    <a:pt x="1339599" y="326621"/>
                  </a:lnTo>
                  <a:lnTo>
                    <a:pt x="1339599" y="326951"/>
                  </a:lnTo>
                  <a:lnTo>
                    <a:pt x="1335360" y="326951"/>
                  </a:lnTo>
                  <a:lnTo>
                    <a:pt x="1335360" y="327281"/>
                  </a:lnTo>
                  <a:lnTo>
                    <a:pt x="1331121" y="327281"/>
                  </a:lnTo>
                  <a:lnTo>
                    <a:pt x="1326881" y="327281"/>
                  </a:lnTo>
                  <a:lnTo>
                    <a:pt x="1322642" y="327281"/>
                  </a:lnTo>
                  <a:lnTo>
                    <a:pt x="1322642" y="328929"/>
                  </a:lnTo>
                  <a:lnTo>
                    <a:pt x="1318403" y="328929"/>
                  </a:lnTo>
                  <a:lnTo>
                    <a:pt x="1318403" y="329587"/>
                  </a:lnTo>
                  <a:lnTo>
                    <a:pt x="1314164" y="329587"/>
                  </a:lnTo>
                  <a:lnTo>
                    <a:pt x="1309925" y="329587"/>
                  </a:lnTo>
                  <a:lnTo>
                    <a:pt x="1305685" y="329587"/>
                  </a:lnTo>
                  <a:lnTo>
                    <a:pt x="1301446" y="329587"/>
                  </a:lnTo>
                  <a:lnTo>
                    <a:pt x="1297207" y="329587"/>
                  </a:lnTo>
                  <a:lnTo>
                    <a:pt x="1297207" y="330245"/>
                  </a:lnTo>
                  <a:lnTo>
                    <a:pt x="1292968" y="330245"/>
                  </a:lnTo>
                  <a:lnTo>
                    <a:pt x="1292968" y="330903"/>
                  </a:lnTo>
                  <a:lnTo>
                    <a:pt x="1288728" y="330903"/>
                  </a:lnTo>
                  <a:lnTo>
                    <a:pt x="1284489" y="330903"/>
                  </a:lnTo>
                  <a:lnTo>
                    <a:pt x="1280250" y="330903"/>
                  </a:lnTo>
                  <a:lnTo>
                    <a:pt x="1280250" y="331232"/>
                  </a:lnTo>
                  <a:lnTo>
                    <a:pt x="1276011" y="331232"/>
                  </a:lnTo>
                  <a:lnTo>
                    <a:pt x="1276011" y="331561"/>
                  </a:lnTo>
                  <a:lnTo>
                    <a:pt x="1271771" y="331561"/>
                  </a:lnTo>
                  <a:lnTo>
                    <a:pt x="1267532" y="331561"/>
                  </a:lnTo>
                  <a:lnTo>
                    <a:pt x="1267532" y="332218"/>
                  </a:lnTo>
                  <a:lnTo>
                    <a:pt x="1263293" y="332218"/>
                  </a:lnTo>
                  <a:lnTo>
                    <a:pt x="1263293" y="333203"/>
                  </a:lnTo>
                  <a:lnTo>
                    <a:pt x="1259054" y="333203"/>
                  </a:lnTo>
                  <a:lnTo>
                    <a:pt x="1259054" y="333531"/>
                  </a:lnTo>
                  <a:lnTo>
                    <a:pt x="1254814" y="333531"/>
                  </a:lnTo>
                  <a:lnTo>
                    <a:pt x="1254814" y="333860"/>
                  </a:lnTo>
                  <a:lnTo>
                    <a:pt x="1250575" y="333860"/>
                  </a:lnTo>
                  <a:lnTo>
                    <a:pt x="1250575" y="334516"/>
                  </a:lnTo>
                  <a:lnTo>
                    <a:pt x="1246336" y="334516"/>
                  </a:lnTo>
                  <a:lnTo>
                    <a:pt x="1246336" y="334844"/>
                  </a:lnTo>
                  <a:lnTo>
                    <a:pt x="1242097" y="334844"/>
                  </a:lnTo>
                  <a:lnTo>
                    <a:pt x="1237857" y="334844"/>
                  </a:lnTo>
                  <a:lnTo>
                    <a:pt x="1237857" y="335171"/>
                  </a:lnTo>
                  <a:lnTo>
                    <a:pt x="1233618" y="335171"/>
                  </a:lnTo>
                  <a:lnTo>
                    <a:pt x="1233618" y="336154"/>
                  </a:lnTo>
                  <a:lnTo>
                    <a:pt x="1229379" y="336154"/>
                  </a:lnTo>
                  <a:lnTo>
                    <a:pt x="1225140" y="336154"/>
                  </a:lnTo>
                  <a:lnTo>
                    <a:pt x="1225140" y="336809"/>
                  </a:lnTo>
                  <a:lnTo>
                    <a:pt x="1220900" y="336809"/>
                  </a:lnTo>
                  <a:lnTo>
                    <a:pt x="1220900" y="337136"/>
                  </a:lnTo>
                  <a:lnTo>
                    <a:pt x="1216661" y="337136"/>
                  </a:lnTo>
                  <a:lnTo>
                    <a:pt x="1216661" y="337463"/>
                  </a:lnTo>
                  <a:lnTo>
                    <a:pt x="1212422" y="337463"/>
                  </a:lnTo>
                  <a:lnTo>
                    <a:pt x="1212422" y="337790"/>
                  </a:lnTo>
                  <a:lnTo>
                    <a:pt x="1208183" y="337790"/>
                  </a:lnTo>
                  <a:lnTo>
                    <a:pt x="1203944" y="337790"/>
                  </a:lnTo>
                  <a:lnTo>
                    <a:pt x="1203944" y="339425"/>
                  </a:lnTo>
                  <a:lnTo>
                    <a:pt x="1199704" y="339425"/>
                  </a:lnTo>
                  <a:lnTo>
                    <a:pt x="1199704" y="339752"/>
                  </a:lnTo>
                  <a:lnTo>
                    <a:pt x="1195465" y="339752"/>
                  </a:lnTo>
                  <a:lnTo>
                    <a:pt x="1191226" y="339752"/>
                  </a:lnTo>
                  <a:lnTo>
                    <a:pt x="1191226" y="340079"/>
                  </a:lnTo>
                  <a:lnTo>
                    <a:pt x="1186987" y="340079"/>
                  </a:lnTo>
                  <a:lnTo>
                    <a:pt x="1182747" y="340079"/>
                  </a:lnTo>
                  <a:lnTo>
                    <a:pt x="1178508" y="340079"/>
                  </a:lnTo>
                  <a:lnTo>
                    <a:pt x="1174269" y="340079"/>
                  </a:lnTo>
                  <a:lnTo>
                    <a:pt x="1174269" y="340405"/>
                  </a:lnTo>
                  <a:lnTo>
                    <a:pt x="1170030" y="340405"/>
                  </a:lnTo>
                  <a:lnTo>
                    <a:pt x="1170030" y="340732"/>
                  </a:lnTo>
                  <a:lnTo>
                    <a:pt x="1165790" y="340732"/>
                  </a:lnTo>
                  <a:lnTo>
                    <a:pt x="1161551" y="340732"/>
                  </a:lnTo>
                  <a:lnTo>
                    <a:pt x="1157312" y="340732"/>
                  </a:lnTo>
                  <a:lnTo>
                    <a:pt x="1157312" y="341384"/>
                  </a:lnTo>
                  <a:lnTo>
                    <a:pt x="1153073" y="341384"/>
                  </a:lnTo>
                  <a:lnTo>
                    <a:pt x="1153073" y="341710"/>
                  </a:lnTo>
                  <a:lnTo>
                    <a:pt x="1148833" y="341710"/>
                  </a:lnTo>
                  <a:lnTo>
                    <a:pt x="1144594" y="341710"/>
                  </a:lnTo>
                  <a:lnTo>
                    <a:pt x="1144594" y="342362"/>
                  </a:lnTo>
                  <a:lnTo>
                    <a:pt x="1140355" y="342362"/>
                  </a:lnTo>
                  <a:lnTo>
                    <a:pt x="1136116" y="342362"/>
                  </a:lnTo>
                  <a:lnTo>
                    <a:pt x="1136116" y="342688"/>
                  </a:lnTo>
                  <a:lnTo>
                    <a:pt x="1131876" y="342688"/>
                  </a:lnTo>
                  <a:lnTo>
                    <a:pt x="1131876" y="343013"/>
                  </a:lnTo>
                  <a:lnTo>
                    <a:pt x="1127637" y="343013"/>
                  </a:lnTo>
                  <a:lnTo>
                    <a:pt x="1123398" y="343013"/>
                  </a:lnTo>
                  <a:lnTo>
                    <a:pt x="1119159" y="343013"/>
                  </a:lnTo>
                  <a:lnTo>
                    <a:pt x="1119159" y="343339"/>
                  </a:lnTo>
                  <a:lnTo>
                    <a:pt x="1114919" y="343339"/>
                  </a:lnTo>
                  <a:lnTo>
                    <a:pt x="1114919" y="345290"/>
                  </a:lnTo>
                  <a:lnTo>
                    <a:pt x="1110680" y="345290"/>
                  </a:lnTo>
                  <a:lnTo>
                    <a:pt x="1110680" y="345615"/>
                  </a:lnTo>
                  <a:lnTo>
                    <a:pt x="1106441" y="345615"/>
                  </a:lnTo>
                  <a:lnTo>
                    <a:pt x="1106441" y="346264"/>
                  </a:lnTo>
                  <a:lnTo>
                    <a:pt x="1102202" y="346264"/>
                  </a:lnTo>
                  <a:lnTo>
                    <a:pt x="1102202" y="346589"/>
                  </a:lnTo>
                  <a:lnTo>
                    <a:pt x="1097963" y="346589"/>
                  </a:lnTo>
                  <a:lnTo>
                    <a:pt x="1093723" y="346589"/>
                  </a:lnTo>
                  <a:lnTo>
                    <a:pt x="1093723" y="346914"/>
                  </a:lnTo>
                  <a:lnTo>
                    <a:pt x="1089484" y="346914"/>
                  </a:lnTo>
                  <a:lnTo>
                    <a:pt x="1089484" y="347563"/>
                  </a:lnTo>
                  <a:lnTo>
                    <a:pt x="1085245" y="347563"/>
                  </a:lnTo>
                  <a:lnTo>
                    <a:pt x="1085245" y="348861"/>
                  </a:lnTo>
                  <a:lnTo>
                    <a:pt x="1081006" y="348861"/>
                  </a:lnTo>
                  <a:lnTo>
                    <a:pt x="1076766" y="348861"/>
                  </a:lnTo>
                  <a:lnTo>
                    <a:pt x="1072527" y="348861"/>
                  </a:lnTo>
                  <a:lnTo>
                    <a:pt x="1068288" y="348861"/>
                  </a:lnTo>
                  <a:lnTo>
                    <a:pt x="1068288" y="349833"/>
                  </a:lnTo>
                  <a:lnTo>
                    <a:pt x="1064049" y="349833"/>
                  </a:lnTo>
                  <a:lnTo>
                    <a:pt x="1064049" y="350157"/>
                  </a:lnTo>
                  <a:lnTo>
                    <a:pt x="1059809" y="350157"/>
                  </a:lnTo>
                  <a:lnTo>
                    <a:pt x="1059809" y="351129"/>
                  </a:lnTo>
                  <a:lnTo>
                    <a:pt x="1055570" y="351129"/>
                  </a:lnTo>
                  <a:lnTo>
                    <a:pt x="1055570" y="352100"/>
                  </a:lnTo>
                  <a:lnTo>
                    <a:pt x="1051331" y="352100"/>
                  </a:lnTo>
                  <a:lnTo>
                    <a:pt x="1051331" y="352423"/>
                  </a:lnTo>
                  <a:lnTo>
                    <a:pt x="1047092" y="352423"/>
                  </a:lnTo>
                  <a:lnTo>
                    <a:pt x="1047092" y="353070"/>
                  </a:lnTo>
                  <a:lnTo>
                    <a:pt x="1042852" y="353070"/>
                  </a:lnTo>
                  <a:lnTo>
                    <a:pt x="1038613" y="353070"/>
                  </a:lnTo>
                  <a:lnTo>
                    <a:pt x="1038613" y="353393"/>
                  </a:lnTo>
                  <a:lnTo>
                    <a:pt x="1034374" y="353393"/>
                  </a:lnTo>
                  <a:lnTo>
                    <a:pt x="1030135" y="353393"/>
                  </a:lnTo>
                  <a:lnTo>
                    <a:pt x="1030135" y="353716"/>
                  </a:lnTo>
                  <a:lnTo>
                    <a:pt x="1025895" y="353716"/>
                  </a:lnTo>
                  <a:lnTo>
                    <a:pt x="1025895" y="354039"/>
                  </a:lnTo>
                  <a:lnTo>
                    <a:pt x="1021656" y="354039"/>
                  </a:lnTo>
                  <a:lnTo>
                    <a:pt x="1017417" y="354039"/>
                  </a:lnTo>
                  <a:lnTo>
                    <a:pt x="1017417" y="354362"/>
                  </a:lnTo>
                  <a:lnTo>
                    <a:pt x="1013178" y="354362"/>
                  </a:lnTo>
                  <a:lnTo>
                    <a:pt x="1008939" y="354362"/>
                  </a:lnTo>
                  <a:lnTo>
                    <a:pt x="1008939" y="354685"/>
                  </a:lnTo>
                  <a:lnTo>
                    <a:pt x="1004699" y="354685"/>
                  </a:lnTo>
                  <a:lnTo>
                    <a:pt x="1004699" y="355008"/>
                  </a:lnTo>
                  <a:lnTo>
                    <a:pt x="1000460" y="355008"/>
                  </a:lnTo>
                  <a:lnTo>
                    <a:pt x="1000460" y="355330"/>
                  </a:lnTo>
                  <a:lnTo>
                    <a:pt x="996221" y="355330"/>
                  </a:lnTo>
                  <a:lnTo>
                    <a:pt x="996221" y="355975"/>
                  </a:lnTo>
                  <a:lnTo>
                    <a:pt x="991982" y="355975"/>
                  </a:lnTo>
                  <a:lnTo>
                    <a:pt x="991982" y="357263"/>
                  </a:lnTo>
                  <a:lnTo>
                    <a:pt x="987742" y="357263"/>
                  </a:lnTo>
                  <a:lnTo>
                    <a:pt x="987742" y="357585"/>
                  </a:lnTo>
                  <a:lnTo>
                    <a:pt x="983503" y="357585"/>
                  </a:lnTo>
                  <a:lnTo>
                    <a:pt x="983503" y="357907"/>
                  </a:lnTo>
                  <a:lnTo>
                    <a:pt x="979264" y="357907"/>
                  </a:lnTo>
                  <a:lnTo>
                    <a:pt x="979264" y="358229"/>
                  </a:lnTo>
                  <a:lnTo>
                    <a:pt x="975025" y="358229"/>
                  </a:lnTo>
                  <a:lnTo>
                    <a:pt x="975025" y="358551"/>
                  </a:lnTo>
                  <a:lnTo>
                    <a:pt x="970785" y="358551"/>
                  </a:lnTo>
                  <a:lnTo>
                    <a:pt x="966546" y="358551"/>
                  </a:lnTo>
                  <a:lnTo>
                    <a:pt x="966546" y="358872"/>
                  </a:lnTo>
                  <a:lnTo>
                    <a:pt x="962307" y="358872"/>
                  </a:lnTo>
                  <a:lnTo>
                    <a:pt x="962307" y="360157"/>
                  </a:lnTo>
                  <a:lnTo>
                    <a:pt x="958068" y="360157"/>
                  </a:lnTo>
                  <a:lnTo>
                    <a:pt x="958068" y="360478"/>
                  </a:lnTo>
                  <a:lnTo>
                    <a:pt x="953828" y="360478"/>
                  </a:lnTo>
                  <a:lnTo>
                    <a:pt x="953828" y="360799"/>
                  </a:lnTo>
                  <a:lnTo>
                    <a:pt x="949589" y="360799"/>
                  </a:lnTo>
                  <a:lnTo>
                    <a:pt x="949589" y="361120"/>
                  </a:lnTo>
                  <a:lnTo>
                    <a:pt x="945350" y="361120"/>
                  </a:lnTo>
                  <a:lnTo>
                    <a:pt x="945350" y="361762"/>
                  </a:lnTo>
                  <a:lnTo>
                    <a:pt x="941111" y="361762"/>
                  </a:lnTo>
                  <a:lnTo>
                    <a:pt x="941111" y="362083"/>
                  </a:lnTo>
                  <a:lnTo>
                    <a:pt x="936871" y="362083"/>
                  </a:lnTo>
                  <a:lnTo>
                    <a:pt x="936871" y="363685"/>
                  </a:lnTo>
                  <a:lnTo>
                    <a:pt x="932632" y="363685"/>
                  </a:lnTo>
                  <a:lnTo>
                    <a:pt x="928393" y="363685"/>
                  </a:lnTo>
                  <a:lnTo>
                    <a:pt x="924154" y="363685"/>
                  </a:lnTo>
                  <a:lnTo>
                    <a:pt x="919914" y="363685"/>
                  </a:lnTo>
                  <a:lnTo>
                    <a:pt x="919914" y="364005"/>
                  </a:lnTo>
                  <a:lnTo>
                    <a:pt x="915675" y="364005"/>
                  </a:lnTo>
                  <a:lnTo>
                    <a:pt x="915675" y="364645"/>
                  </a:lnTo>
                  <a:lnTo>
                    <a:pt x="911436" y="364645"/>
                  </a:lnTo>
                  <a:lnTo>
                    <a:pt x="907197" y="364645"/>
                  </a:lnTo>
                  <a:lnTo>
                    <a:pt x="907197" y="364965"/>
                  </a:lnTo>
                  <a:lnTo>
                    <a:pt x="902958" y="364965"/>
                  </a:lnTo>
                  <a:lnTo>
                    <a:pt x="902958" y="365285"/>
                  </a:lnTo>
                  <a:lnTo>
                    <a:pt x="898718" y="365285"/>
                  </a:lnTo>
                  <a:lnTo>
                    <a:pt x="898718" y="366244"/>
                  </a:lnTo>
                  <a:lnTo>
                    <a:pt x="894479" y="366244"/>
                  </a:lnTo>
                  <a:lnTo>
                    <a:pt x="894479" y="366563"/>
                  </a:lnTo>
                  <a:lnTo>
                    <a:pt x="890240" y="366563"/>
                  </a:lnTo>
                  <a:lnTo>
                    <a:pt x="890240" y="366883"/>
                  </a:lnTo>
                  <a:lnTo>
                    <a:pt x="886001" y="366883"/>
                  </a:lnTo>
                  <a:lnTo>
                    <a:pt x="881761" y="366883"/>
                  </a:lnTo>
                  <a:lnTo>
                    <a:pt x="881761" y="368160"/>
                  </a:lnTo>
                  <a:lnTo>
                    <a:pt x="877522" y="368160"/>
                  </a:lnTo>
                  <a:lnTo>
                    <a:pt x="877522" y="369435"/>
                  </a:lnTo>
                  <a:lnTo>
                    <a:pt x="873283" y="369435"/>
                  </a:lnTo>
                  <a:lnTo>
                    <a:pt x="873283" y="369754"/>
                  </a:lnTo>
                  <a:lnTo>
                    <a:pt x="869044" y="369754"/>
                  </a:lnTo>
                  <a:lnTo>
                    <a:pt x="869044" y="370710"/>
                  </a:lnTo>
                  <a:lnTo>
                    <a:pt x="864804" y="370710"/>
                  </a:lnTo>
                  <a:lnTo>
                    <a:pt x="864804" y="371665"/>
                  </a:lnTo>
                  <a:lnTo>
                    <a:pt x="860565" y="371665"/>
                  </a:lnTo>
                  <a:lnTo>
                    <a:pt x="860565" y="371983"/>
                  </a:lnTo>
                  <a:lnTo>
                    <a:pt x="856326" y="371983"/>
                  </a:lnTo>
                  <a:lnTo>
                    <a:pt x="852087" y="371983"/>
                  </a:lnTo>
                  <a:lnTo>
                    <a:pt x="852087" y="372301"/>
                  </a:lnTo>
                  <a:lnTo>
                    <a:pt x="847847" y="372301"/>
                  </a:lnTo>
                  <a:lnTo>
                    <a:pt x="847847" y="372938"/>
                  </a:lnTo>
                  <a:lnTo>
                    <a:pt x="843608" y="372938"/>
                  </a:lnTo>
                  <a:lnTo>
                    <a:pt x="839369" y="372938"/>
                  </a:lnTo>
                  <a:lnTo>
                    <a:pt x="839369" y="373255"/>
                  </a:lnTo>
                  <a:lnTo>
                    <a:pt x="835130" y="373255"/>
                  </a:lnTo>
                  <a:lnTo>
                    <a:pt x="835130" y="373573"/>
                  </a:lnTo>
                  <a:lnTo>
                    <a:pt x="830890" y="373573"/>
                  </a:lnTo>
                  <a:lnTo>
                    <a:pt x="830890" y="373891"/>
                  </a:lnTo>
                  <a:lnTo>
                    <a:pt x="826651" y="373891"/>
                  </a:lnTo>
                  <a:lnTo>
                    <a:pt x="826651" y="374209"/>
                  </a:lnTo>
                  <a:lnTo>
                    <a:pt x="822412" y="374209"/>
                  </a:lnTo>
                  <a:lnTo>
                    <a:pt x="818173" y="374209"/>
                  </a:lnTo>
                  <a:lnTo>
                    <a:pt x="818173" y="375478"/>
                  </a:lnTo>
                  <a:lnTo>
                    <a:pt x="813933" y="375478"/>
                  </a:lnTo>
                  <a:lnTo>
                    <a:pt x="809694" y="375478"/>
                  </a:lnTo>
                  <a:lnTo>
                    <a:pt x="809694" y="376112"/>
                  </a:lnTo>
                  <a:lnTo>
                    <a:pt x="805455" y="376112"/>
                  </a:lnTo>
                  <a:lnTo>
                    <a:pt x="805455" y="377380"/>
                  </a:lnTo>
                  <a:lnTo>
                    <a:pt x="801216" y="377380"/>
                  </a:lnTo>
                  <a:lnTo>
                    <a:pt x="796977" y="377380"/>
                  </a:lnTo>
                  <a:lnTo>
                    <a:pt x="796977" y="378014"/>
                  </a:lnTo>
                  <a:lnTo>
                    <a:pt x="792737" y="378014"/>
                  </a:lnTo>
                  <a:lnTo>
                    <a:pt x="792737" y="378647"/>
                  </a:lnTo>
                  <a:lnTo>
                    <a:pt x="788498" y="378647"/>
                  </a:lnTo>
                  <a:lnTo>
                    <a:pt x="788498" y="381178"/>
                  </a:lnTo>
                  <a:lnTo>
                    <a:pt x="784259" y="381178"/>
                  </a:lnTo>
                  <a:lnTo>
                    <a:pt x="780020" y="381178"/>
                  </a:lnTo>
                  <a:lnTo>
                    <a:pt x="775780" y="381178"/>
                  </a:lnTo>
                  <a:lnTo>
                    <a:pt x="775780" y="381494"/>
                  </a:lnTo>
                  <a:lnTo>
                    <a:pt x="771541" y="381494"/>
                  </a:lnTo>
                  <a:lnTo>
                    <a:pt x="767302" y="381494"/>
                  </a:lnTo>
                  <a:lnTo>
                    <a:pt x="767302" y="381810"/>
                  </a:lnTo>
                  <a:lnTo>
                    <a:pt x="763063" y="381810"/>
                  </a:lnTo>
                  <a:lnTo>
                    <a:pt x="763063" y="382126"/>
                  </a:lnTo>
                  <a:lnTo>
                    <a:pt x="758823" y="382126"/>
                  </a:lnTo>
                  <a:lnTo>
                    <a:pt x="758823" y="383072"/>
                  </a:lnTo>
                  <a:lnTo>
                    <a:pt x="754584" y="383072"/>
                  </a:lnTo>
                  <a:lnTo>
                    <a:pt x="754584" y="383387"/>
                  </a:lnTo>
                  <a:lnTo>
                    <a:pt x="750345" y="383387"/>
                  </a:lnTo>
                  <a:lnTo>
                    <a:pt x="750345" y="383702"/>
                  </a:lnTo>
                  <a:lnTo>
                    <a:pt x="746106" y="383702"/>
                  </a:lnTo>
                  <a:lnTo>
                    <a:pt x="746106" y="384017"/>
                  </a:lnTo>
                  <a:lnTo>
                    <a:pt x="741866" y="384017"/>
                  </a:lnTo>
                  <a:lnTo>
                    <a:pt x="737627" y="384017"/>
                  </a:lnTo>
                  <a:lnTo>
                    <a:pt x="733388" y="384017"/>
                  </a:lnTo>
                  <a:lnTo>
                    <a:pt x="733388" y="384332"/>
                  </a:lnTo>
                  <a:lnTo>
                    <a:pt x="729149" y="384332"/>
                  </a:lnTo>
                  <a:lnTo>
                    <a:pt x="729149" y="385276"/>
                  </a:lnTo>
                  <a:lnTo>
                    <a:pt x="724909" y="385276"/>
                  </a:lnTo>
                  <a:lnTo>
                    <a:pt x="724909" y="385590"/>
                  </a:lnTo>
                  <a:lnTo>
                    <a:pt x="720670" y="385590"/>
                  </a:lnTo>
                  <a:lnTo>
                    <a:pt x="720670" y="386219"/>
                  </a:lnTo>
                  <a:lnTo>
                    <a:pt x="716431" y="386219"/>
                  </a:lnTo>
                  <a:lnTo>
                    <a:pt x="716431" y="386847"/>
                  </a:lnTo>
                  <a:lnTo>
                    <a:pt x="712192" y="386847"/>
                  </a:lnTo>
                  <a:lnTo>
                    <a:pt x="707953" y="386847"/>
                  </a:lnTo>
                  <a:lnTo>
                    <a:pt x="703713" y="386847"/>
                  </a:lnTo>
                  <a:lnTo>
                    <a:pt x="703713" y="387474"/>
                  </a:lnTo>
                  <a:lnTo>
                    <a:pt x="699474" y="387474"/>
                  </a:lnTo>
                  <a:lnTo>
                    <a:pt x="699474" y="389667"/>
                  </a:lnTo>
                  <a:lnTo>
                    <a:pt x="695235" y="389667"/>
                  </a:lnTo>
                  <a:lnTo>
                    <a:pt x="690996" y="389667"/>
                  </a:lnTo>
                  <a:lnTo>
                    <a:pt x="690996" y="390293"/>
                  </a:lnTo>
                  <a:lnTo>
                    <a:pt x="686756" y="390293"/>
                  </a:lnTo>
                  <a:lnTo>
                    <a:pt x="682517" y="390293"/>
                  </a:lnTo>
                  <a:lnTo>
                    <a:pt x="682517" y="390606"/>
                  </a:lnTo>
                  <a:lnTo>
                    <a:pt x="678278" y="390606"/>
                  </a:lnTo>
                  <a:lnTo>
                    <a:pt x="674039" y="390606"/>
                  </a:lnTo>
                  <a:lnTo>
                    <a:pt x="674039" y="390918"/>
                  </a:lnTo>
                  <a:lnTo>
                    <a:pt x="669799" y="390918"/>
                  </a:lnTo>
                  <a:lnTo>
                    <a:pt x="669799" y="391855"/>
                  </a:lnTo>
                  <a:lnTo>
                    <a:pt x="665560" y="391855"/>
                  </a:lnTo>
                  <a:lnTo>
                    <a:pt x="665560" y="392167"/>
                  </a:lnTo>
                  <a:lnTo>
                    <a:pt x="661321" y="392167"/>
                  </a:lnTo>
                  <a:lnTo>
                    <a:pt x="661321" y="392479"/>
                  </a:lnTo>
                  <a:lnTo>
                    <a:pt x="657082" y="392479"/>
                  </a:lnTo>
                  <a:lnTo>
                    <a:pt x="652842" y="392479"/>
                  </a:lnTo>
                  <a:lnTo>
                    <a:pt x="652842" y="393103"/>
                  </a:lnTo>
                  <a:lnTo>
                    <a:pt x="648603" y="393103"/>
                  </a:lnTo>
                  <a:lnTo>
                    <a:pt x="644364" y="393103"/>
                  </a:lnTo>
                  <a:lnTo>
                    <a:pt x="644364" y="393726"/>
                  </a:lnTo>
                  <a:lnTo>
                    <a:pt x="640125" y="393726"/>
                  </a:lnTo>
                  <a:lnTo>
                    <a:pt x="640125" y="394971"/>
                  </a:lnTo>
                  <a:lnTo>
                    <a:pt x="635885" y="394971"/>
                  </a:lnTo>
                  <a:lnTo>
                    <a:pt x="635885" y="395593"/>
                  </a:lnTo>
                  <a:lnTo>
                    <a:pt x="631646" y="395593"/>
                  </a:lnTo>
                  <a:lnTo>
                    <a:pt x="631646" y="395903"/>
                  </a:lnTo>
                  <a:lnTo>
                    <a:pt x="627407" y="395903"/>
                  </a:lnTo>
                  <a:lnTo>
                    <a:pt x="627407" y="396214"/>
                  </a:lnTo>
                  <a:lnTo>
                    <a:pt x="623168" y="396214"/>
                  </a:lnTo>
                  <a:lnTo>
                    <a:pt x="618928" y="396214"/>
                  </a:lnTo>
                  <a:lnTo>
                    <a:pt x="618928" y="396835"/>
                  </a:lnTo>
                  <a:lnTo>
                    <a:pt x="614689" y="396835"/>
                  </a:lnTo>
                  <a:lnTo>
                    <a:pt x="614689" y="397145"/>
                  </a:lnTo>
                  <a:lnTo>
                    <a:pt x="610450" y="397145"/>
                  </a:lnTo>
                  <a:lnTo>
                    <a:pt x="610450" y="399315"/>
                  </a:lnTo>
                  <a:lnTo>
                    <a:pt x="606211" y="399315"/>
                  </a:lnTo>
                  <a:lnTo>
                    <a:pt x="606211" y="399934"/>
                  </a:lnTo>
                  <a:lnTo>
                    <a:pt x="601972" y="399934"/>
                  </a:lnTo>
                  <a:lnTo>
                    <a:pt x="601972" y="400243"/>
                  </a:lnTo>
                  <a:lnTo>
                    <a:pt x="597732" y="400243"/>
                  </a:lnTo>
                  <a:lnTo>
                    <a:pt x="597732" y="400552"/>
                  </a:lnTo>
                  <a:lnTo>
                    <a:pt x="593493" y="400552"/>
                  </a:lnTo>
                  <a:lnTo>
                    <a:pt x="593493" y="401480"/>
                  </a:lnTo>
                  <a:lnTo>
                    <a:pt x="589254" y="401480"/>
                  </a:lnTo>
                  <a:lnTo>
                    <a:pt x="589254" y="401789"/>
                  </a:lnTo>
                  <a:lnTo>
                    <a:pt x="585015" y="401789"/>
                  </a:lnTo>
                  <a:lnTo>
                    <a:pt x="585015" y="402097"/>
                  </a:lnTo>
                  <a:lnTo>
                    <a:pt x="580775" y="402097"/>
                  </a:lnTo>
                  <a:lnTo>
                    <a:pt x="580775" y="402714"/>
                  </a:lnTo>
                  <a:lnTo>
                    <a:pt x="576536" y="402714"/>
                  </a:lnTo>
                  <a:lnTo>
                    <a:pt x="576536" y="403639"/>
                  </a:lnTo>
                  <a:lnTo>
                    <a:pt x="572297" y="403639"/>
                  </a:lnTo>
                  <a:lnTo>
                    <a:pt x="572297" y="403947"/>
                  </a:lnTo>
                  <a:lnTo>
                    <a:pt x="568058" y="403947"/>
                  </a:lnTo>
                  <a:lnTo>
                    <a:pt x="568058" y="404563"/>
                  </a:lnTo>
                  <a:lnTo>
                    <a:pt x="563818" y="404563"/>
                  </a:lnTo>
                  <a:lnTo>
                    <a:pt x="563818" y="404871"/>
                  </a:lnTo>
                  <a:lnTo>
                    <a:pt x="559579" y="404871"/>
                  </a:lnTo>
                  <a:lnTo>
                    <a:pt x="559579" y="405179"/>
                  </a:lnTo>
                  <a:lnTo>
                    <a:pt x="555340" y="405179"/>
                  </a:lnTo>
                  <a:lnTo>
                    <a:pt x="555340" y="406409"/>
                  </a:lnTo>
                  <a:lnTo>
                    <a:pt x="551101" y="406409"/>
                  </a:lnTo>
                  <a:lnTo>
                    <a:pt x="551101" y="407636"/>
                  </a:lnTo>
                  <a:lnTo>
                    <a:pt x="546861" y="407636"/>
                  </a:lnTo>
                  <a:lnTo>
                    <a:pt x="546861" y="408249"/>
                  </a:lnTo>
                  <a:lnTo>
                    <a:pt x="542622" y="408249"/>
                  </a:lnTo>
                  <a:lnTo>
                    <a:pt x="542622" y="408556"/>
                  </a:lnTo>
                  <a:lnTo>
                    <a:pt x="538383" y="408556"/>
                  </a:lnTo>
                  <a:lnTo>
                    <a:pt x="538383" y="408862"/>
                  </a:lnTo>
                  <a:lnTo>
                    <a:pt x="534144" y="408862"/>
                  </a:lnTo>
                  <a:lnTo>
                    <a:pt x="534144" y="409474"/>
                  </a:lnTo>
                  <a:lnTo>
                    <a:pt x="529904" y="409474"/>
                  </a:lnTo>
                  <a:lnTo>
                    <a:pt x="529904" y="409780"/>
                  </a:lnTo>
                  <a:lnTo>
                    <a:pt x="525665" y="409780"/>
                  </a:lnTo>
                  <a:lnTo>
                    <a:pt x="525665" y="411612"/>
                  </a:lnTo>
                  <a:lnTo>
                    <a:pt x="521426" y="411612"/>
                  </a:lnTo>
                  <a:lnTo>
                    <a:pt x="521426" y="412831"/>
                  </a:lnTo>
                  <a:lnTo>
                    <a:pt x="517187" y="412831"/>
                  </a:lnTo>
                  <a:lnTo>
                    <a:pt x="517187" y="413136"/>
                  </a:lnTo>
                  <a:lnTo>
                    <a:pt x="512947" y="413136"/>
                  </a:lnTo>
                  <a:lnTo>
                    <a:pt x="512947" y="413440"/>
                  </a:lnTo>
                  <a:lnTo>
                    <a:pt x="508708" y="413440"/>
                  </a:lnTo>
                  <a:lnTo>
                    <a:pt x="508708" y="413744"/>
                  </a:lnTo>
                  <a:lnTo>
                    <a:pt x="504469" y="413744"/>
                  </a:lnTo>
                  <a:lnTo>
                    <a:pt x="500230" y="413744"/>
                  </a:lnTo>
                  <a:lnTo>
                    <a:pt x="500230" y="414048"/>
                  </a:lnTo>
                  <a:lnTo>
                    <a:pt x="495991" y="414048"/>
                  </a:lnTo>
                  <a:lnTo>
                    <a:pt x="491751" y="414048"/>
                  </a:lnTo>
                  <a:lnTo>
                    <a:pt x="491751" y="414655"/>
                  </a:lnTo>
                  <a:lnTo>
                    <a:pt x="487512" y="414655"/>
                  </a:lnTo>
                  <a:lnTo>
                    <a:pt x="487512" y="414958"/>
                  </a:lnTo>
                  <a:lnTo>
                    <a:pt x="483273" y="414958"/>
                  </a:lnTo>
                  <a:lnTo>
                    <a:pt x="479034" y="414958"/>
                  </a:lnTo>
                  <a:lnTo>
                    <a:pt x="479034" y="415261"/>
                  </a:lnTo>
                  <a:lnTo>
                    <a:pt x="474794" y="415261"/>
                  </a:lnTo>
                  <a:lnTo>
                    <a:pt x="470555" y="415261"/>
                  </a:lnTo>
                  <a:lnTo>
                    <a:pt x="470555" y="415866"/>
                  </a:lnTo>
                  <a:lnTo>
                    <a:pt x="466316" y="415866"/>
                  </a:lnTo>
                  <a:lnTo>
                    <a:pt x="462077" y="415866"/>
                  </a:lnTo>
                  <a:lnTo>
                    <a:pt x="462077" y="416773"/>
                  </a:lnTo>
                  <a:lnTo>
                    <a:pt x="457837" y="416773"/>
                  </a:lnTo>
                  <a:lnTo>
                    <a:pt x="457837" y="417377"/>
                  </a:lnTo>
                  <a:lnTo>
                    <a:pt x="453598" y="417377"/>
                  </a:lnTo>
                  <a:lnTo>
                    <a:pt x="453598" y="417678"/>
                  </a:lnTo>
                  <a:lnTo>
                    <a:pt x="449359" y="417678"/>
                  </a:lnTo>
                  <a:lnTo>
                    <a:pt x="445120" y="417678"/>
                  </a:lnTo>
                  <a:lnTo>
                    <a:pt x="445120" y="418582"/>
                  </a:lnTo>
                  <a:lnTo>
                    <a:pt x="440880" y="418582"/>
                  </a:lnTo>
                  <a:lnTo>
                    <a:pt x="440880" y="418883"/>
                  </a:lnTo>
                  <a:lnTo>
                    <a:pt x="436641" y="418883"/>
                  </a:lnTo>
                  <a:lnTo>
                    <a:pt x="436641" y="419485"/>
                  </a:lnTo>
                  <a:lnTo>
                    <a:pt x="432402" y="419485"/>
                  </a:lnTo>
                  <a:lnTo>
                    <a:pt x="432402" y="421284"/>
                  </a:lnTo>
                  <a:lnTo>
                    <a:pt x="428163" y="421284"/>
                  </a:lnTo>
                  <a:lnTo>
                    <a:pt x="428163" y="421883"/>
                  </a:lnTo>
                  <a:lnTo>
                    <a:pt x="423923" y="421883"/>
                  </a:lnTo>
                  <a:lnTo>
                    <a:pt x="423923" y="422182"/>
                  </a:lnTo>
                  <a:lnTo>
                    <a:pt x="419684" y="422182"/>
                  </a:lnTo>
                  <a:lnTo>
                    <a:pt x="415445" y="422182"/>
                  </a:lnTo>
                  <a:lnTo>
                    <a:pt x="415445" y="422481"/>
                  </a:lnTo>
                  <a:lnTo>
                    <a:pt x="411206" y="422481"/>
                  </a:lnTo>
                  <a:lnTo>
                    <a:pt x="406966" y="422481"/>
                  </a:lnTo>
                  <a:lnTo>
                    <a:pt x="402727" y="422481"/>
                  </a:lnTo>
                  <a:lnTo>
                    <a:pt x="402727" y="423077"/>
                  </a:lnTo>
                  <a:lnTo>
                    <a:pt x="398488" y="423077"/>
                  </a:lnTo>
                  <a:lnTo>
                    <a:pt x="394249" y="423077"/>
                  </a:lnTo>
                  <a:lnTo>
                    <a:pt x="390010" y="423077"/>
                  </a:lnTo>
                  <a:lnTo>
                    <a:pt x="385770" y="423077"/>
                  </a:lnTo>
                  <a:lnTo>
                    <a:pt x="385770" y="423375"/>
                  </a:lnTo>
                  <a:lnTo>
                    <a:pt x="381531" y="423375"/>
                  </a:lnTo>
                  <a:lnTo>
                    <a:pt x="381531" y="423673"/>
                  </a:lnTo>
                  <a:lnTo>
                    <a:pt x="377292" y="423673"/>
                  </a:lnTo>
                  <a:lnTo>
                    <a:pt x="373053" y="423673"/>
                  </a:lnTo>
                  <a:lnTo>
                    <a:pt x="373053" y="424564"/>
                  </a:lnTo>
                  <a:lnTo>
                    <a:pt x="368813" y="424564"/>
                  </a:lnTo>
                  <a:lnTo>
                    <a:pt x="368813" y="425158"/>
                  </a:lnTo>
                  <a:lnTo>
                    <a:pt x="364574" y="425158"/>
                  </a:lnTo>
                  <a:lnTo>
                    <a:pt x="360335" y="425158"/>
                  </a:lnTo>
                  <a:lnTo>
                    <a:pt x="360335" y="425454"/>
                  </a:lnTo>
                  <a:lnTo>
                    <a:pt x="356096" y="425454"/>
                  </a:lnTo>
                  <a:lnTo>
                    <a:pt x="351856" y="425454"/>
                  </a:lnTo>
                  <a:lnTo>
                    <a:pt x="351856" y="425751"/>
                  </a:lnTo>
                  <a:lnTo>
                    <a:pt x="347617" y="425751"/>
                  </a:lnTo>
                  <a:lnTo>
                    <a:pt x="347617" y="426047"/>
                  </a:lnTo>
                  <a:lnTo>
                    <a:pt x="343378" y="426047"/>
                  </a:lnTo>
                  <a:lnTo>
                    <a:pt x="343378" y="429287"/>
                  </a:lnTo>
                  <a:lnTo>
                    <a:pt x="339139" y="429287"/>
                  </a:lnTo>
                  <a:lnTo>
                    <a:pt x="339139" y="429581"/>
                  </a:lnTo>
                  <a:lnTo>
                    <a:pt x="334899" y="429581"/>
                  </a:lnTo>
                  <a:lnTo>
                    <a:pt x="334899" y="429874"/>
                  </a:lnTo>
                  <a:lnTo>
                    <a:pt x="330660" y="429874"/>
                  </a:lnTo>
                  <a:lnTo>
                    <a:pt x="330660" y="430166"/>
                  </a:lnTo>
                  <a:lnTo>
                    <a:pt x="326421" y="430166"/>
                  </a:lnTo>
                  <a:lnTo>
                    <a:pt x="322182" y="430166"/>
                  </a:lnTo>
                  <a:lnTo>
                    <a:pt x="317942" y="430166"/>
                  </a:lnTo>
                  <a:lnTo>
                    <a:pt x="317942" y="430751"/>
                  </a:lnTo>
                  <a:lnTo>
                    <a:pt x="313703" y="430751"/>
                  </a:lnTo>
                  <a:lnTo>
                    <a:pt x="313703" y="431043"/>
                  </a:lnTo>
                  <a:lnTo>
                    <a:pt x="309464" y="431043"/>
                  </a:lnTo>
                  <a:lnTo>
                    <a:pt x="309464" y="432499"/>
                  </a:lnTo>
                  <a:lnTo>
                    <a:pt x="305225" y="432499"/>
                  </a:lnTo>
                  <a:lnTo>
                    <a:pt x="305225" y="433080"/>
                  </a:lnTo>
                  <a:lnTo>
                    <a:pt x="300986" y="433080"/>
                  </a:lnTo>
                  <a:lnTo>
                    <a:pt x="296746" y="433080"/>
                  </a:lnTo>
                  <a:lnTo>
                    <a:pt x="296746" y="433369"/>
                  </a:lnTo>
                  <a:lnTo>
                    <a:pt x="292507" y="433369"/>
                  </a:lnTo>
                  <a:lnTo>
                    <a:pt x="292507" y="433659"/>
                  </a:lnTo>
                  <a:lnTo>
                    <a:pt x="288268" y="433659"/>
                  </a:lnTo>
                  <a:lnTo>
                    <a:pt x="288268" y="433948"/>
                  </a:lnTo>
                  <a:lnTo>
                    <a:pt x="284029" y="433948"/>
                  </a:lnTo>
                  <a:lnTo>
                    <a:pt x="284029" y="435102"/>
                  </a:lnTo>
                  <a:lnTo>
                    <a:pt x="279789" y="435102"/>
                  </a:lnTo>
                  <a:lnTo>
                    <a:pt x="279789" y="435677"/>
                  </a:lnTo>
                  <a:lnTo>
                    <a:pt x="275550" y="435677"/>
                  </a:lnTo>
                  <a:lnTo>
                    <a:pt x="275550" y="435964"/>
                  </a:lnTo>
                  <a:lnTo>
                    <a:pt x="271311" y="435964"/>
                  </a:lnTo>
                  <a:lnTo>
                    <a:pt x="267072" y="435964"/>
                  </a:lnTo>
                  <a:lnTo>
                    <a:pt x="267072" y="436537"/>
                  </a:lnTo>
                  <a:lnTo>
                    <a:pt x="262832" y="436537"/>
                  </a:lnTo>
                  <a:lnTo>
                    <a:pt x="262832" y="436823"/>
                  </a:lnTo>
                  <a:lnTo>
                    <a:pt x="258593" y="436823"/>
                  </a:lnTo>
                  <a:lnTo>
                    <a:pt x="254354" y="436823"/>
                  </a:lnTo>
                  <a:lnTo>
                    <a:pt x="254354" y="438530"/>
                  </a:lnTo>
                  <a:lnTo>
                    <a:pt x="250115" y="438530"/>
                  </a:lnTo>
                  <a:lnTo>
                    <a:pt x="250115" y="439095"/>
                  </a:lnTo>
                  <a:lnTo>
                    <a:pt x="245875" y="439095"/>
                  </a:lnTo>
                  <a:lnTo>
                    <a:pt x="241636" y="439095"/>
                  </a:lnTo>
                  <a:lnTo>
                    <a:pt x="237397" y="439095"/>
                  </a:lnTo>
                  <a:lnTo>
                    <a:pt x="233158" y="439095"/>
                  </a:lnTo>
                  <a:lnTo>
                    <a:pt x="233158" y="439378"/>
                  </a:lnTo>
                  <a:lnTo>
                    <a:pt x="228918" y="439378"/>
                  </a:lnTo>
                  <a:lnTo>
                    <a:pt x="224679" y="439378"/>
                  </a:lnTo>
                  <a:lnTo>
                    <a:pt x="224679" y="440501"/>
                  </a:lnTo>
                  <a:lnTo>
                    <a:pt x="220440" y="440501"/>
                  </a:lnTo>
                  <a:lnTo>
                    <a:pt x="220440" y="441339"/>
                  </a:lnTo>
                  <a:lnTo>
                    <a:pt x="216201" y="441339"/>
                  </a:lnTo>
                  <a:lnTo>
                    <a:pt x="211961" y="441339"/>
                  </a:lnTo>
                  <a:lnTo>
                    <a:pt x="211961" y="441617"/>
                  </a:lnTo>
                  <a:lnTo>
                    <a:pt x="207722" y="441617"/>
                  </a:lnTo>
                  <a:lnTo>
                    <a:pt x="203483" y="441617"/>
                  </a:lnTo>
                  <a:lnTo>
                    <a:pt x="199244" y="441617"/>
                  </a:lnTo>
                  <a:lnTo>
                    <a:pt x="195005" y="441617"/>
                  </a:lnTo>
                  <a:lnTo>
                    <a:pt x="190765" y="441617"/>
                  </a:lnTo>
                  <a:lnTo>
                    <a:pt x="190765" y="442172"/>
                  </a:lnTo>
                  <a:lnTo>
                    <a:pt x="186526" y="442172"/>
                  </a:lnTo>
                  <a:lnTo>
                    <a:pt x="186526" y="442449"/>
                  </a:lnTo>
                  <a:lnTo>
                    <a:pt x="182287" y="442449"/>
                  </a:lnTo>
                  <a:lnTo>
                    <a:pt x="178048" y="442449"/>
                  </a:lnTo>
                  <a:lnTo>
                    <a:pt x="178048" y="442724"/>
                  </a:lnTo>
                  <a:lnTo>
                    <a:pt x="173808" y="442724"/>
                  </a:lnTo>
                  <a:lnTo>
                    <a:pt x="169569" y="442724"/>
                  </a:lnTo>
                  <a:lnTo>
                    <a:pt x="169569" y="443274"/>
                  </a:lnTo>
                  <a:lnTo>
                    <a:pt x="165330" y="443274"/>
                  </a:lnTo>
                  <a:lnTo>
                    <a:pt x="165330" y="445713"/>
                  </a:lnTo>
                  <a:lnTo>
                    <a:pt x="161091" y="445713"/>
                  </a:lnTo>
                  <a:lnTo>
                    <a:pt x="161091" y="446247"/>
                  </a:lnTo>
                  <a:lnTo>
                    <a:pt x="156851" y="446247"/>
                  </a:lnTo>
                  <a:lnTo>
                    <a:pt x="156851" y="446513"/>
                  </a:lnTo>
                  <a:lnTo>
                    <a:pt x="152612" y="446513"/>
                  </a:lnTo>
                  <a:lnTo>
                    <a:pt x="152612" y="446777"/>
                  </a:lnTo>
                  <a:lnTo>
                    <a:pt x="148373" y="446777"/>
                  </a:lnTo>
                  <a:lnTo>
                    <a:pt x="144134" y="446777"/>
                  </a:lnTo>
                  <a:lnTo>
                    <a:pt x="139894" y="446777"/>
                  </a:lnTo>
                  <a:lnTo>
                    <a:pt x="135655" y="446777"/>
                  </a:lnTo>
                  <a:lnTo>
                    <a:pt x="135655" y="447303"/>
                  </a:lnTo>
                  <a:lnTo>
                    <a:pt x="131416" y="447303"/>
                  </a:lnTo>
                  <a:lnTo>
                    <a:pt x="131416" y="447564"/>
                  </a:lnTo>
                  <a:lnTo>
                    <a:pt x="127177" y="447564"/>
                  </a:lnTo>
                  <a:lnTo>
                    <a:pt x="122937" y="447564"/>
                  </a:lnTo>
                  <a:lnTo>
                    <a:pt x="118698" y="447564"/>
                  </a:lnTo>
                  <a:lnTo>
                    <a:pt x="114459" y="447564"/>
                  </a:lnTo>
                  <a:lnTo>
                    <a:pt x="110220" y="447564"/>
                  </a:lnTo>
                  <a:lnTo>
                    <a:pt x="105980" y="447564"/>
                  </a:lnTo>
                  <a:lnTo>
                    <a:pt x="105980" y="448082"/>
                  </a:lnTo>
                  <a:lnTo>
                    <a:pt x="101741" y="448082"/>
                  </a:lnTo>
                  <a:lnTo>
                    <a:pt x="97502" y="448082"/>
                  </a:lnTo>
                  <a:lnTo>
                    <a:pt x="93263" y="448082"/>
                  </a:lnTo>
                  <a:lnTo>
                    <a:pt x="93263" y="448339"/>
                  </a:lnTo>
                  <a:lnTo>
                    <a:pt x="89024" y="448339"/>
                  </a:lnTo>
                  <a:lnTo>
                    <a:pt x="84784" y="448339"/>
                  </a:lnTo>
                  <a:lnTo>
                    <a:pt x="80545" y="448339"/>
                  </a:lnTo>
                  <a:lnTo>
                    <a:pt x="76306" y="448339"/>
                  </a:lnTo>
                  <a:lnTo>
                    <a:pt x="76306" y="449601"/>
                  </a:lnTo>
                  <a:lnTo>
                    <a:pt x="72067" y="449601"/>
                  </a:lnTo>
                  <a:lnTo>
                    <a:pt x="67827" y="449601"/>
                  </a:lnTo>
                  <a:lnTo>
                    <a:pt x="63588" y="449601"/>
                  </a:lnTo>
                  <a:lnTo>
                    <a:pt x="59349" y="449601"/>
                  </a:lnTo>
                  <a:lnTo>
                    <a:pt x="55110" y="449601"/>
                  </a:lnTo>
                  <a:lnTo>
                    <a:pt x="55110" y="450093"/>
                  </a:lnTo>
                  <a:lnTo>
                    <a:pt x="50870" y="450093"/>
                  </a:lnTo>
                  <a:lnTo>
                    <a:pt x="50870" y="450576"/>
                  </a:lnTo>
                  <a:lnTo>
                    <a:pt x="46631" y="450576"/>
                  </a:lnTo>
                  <a:lnTo>
                    <a:pt x="46631" y="451509"/>
                  </a:lnTo>
                  <a:lnTo>
                    <a:pt x="42392" y="451509"/>
                  </a:lnTo>
                  <a:lnTo>
                    <a:pt x="42392" y="451953"/>
                  </a:lnTo>
                  <a:lnTo>
                    <a:pt x="38153" y="451953"/>
                  </a:lnTo>
                  <a:lnTo>
                    <a:pt x="38153" y="452578"/>
                  </a:lnTo>
                  <a:lnTo>
                    <a:pt x="33913" y="452578"/>
                  </a:lnTo>
                  <a:lnTo>
                    <a:pt x="29674" y="452578"/>
                  </a:lnTo>
                  <a:lnTo>
                    <a:pt x="29674" y="452770"/>
                  </a:lnTo>
                  <a:lnTo>
                    <a:pt x="25435" y="452770"/>
                  </a:lnTo>
                  <a:lnTo>
                    <a:pt x="25435" y="452950"/>
                  </a:lnTo>
                  <a:lnTo>
                    <a:pt x="21196" y="452950"/>
                  </a:lnTo>
                  <a:lnTo>
                    <a:pt x="21196" y="453258"/>
                  </a:lnTo>
                  <a:lnTo>
                    <a:pt x="16956" y="453364"/>
                  </a:lnTo>
                  <a:lnTo>
                    <a:pt x="12717" y="453364"/>
                  </a:lnTo>
                  <a:lnTo>
                    <a:pt x="8478" y="453364"/>
                  </a:lnTo>
                  <a:lnTo>
                    <a:pt x="4239" y="453364"/>
                  </a:lnTo>
                  <a:lnTo>
                    <a:pt x="0" y="453364"/>
                  </a:lnTo>
                  <a:close/>
                </a:path>
              </a:pathLst>
            </a:custGeom>
            <a:solidFill>
              <a:srgbClr val="33333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92285" y="4227535"/>
              <a:ext cx="7723894" cy="451524"/>
            </a:xfrm>
            <a:custGeom>
              <a:avLst/>
              <a:pathLst>
                <a:path w="7723894" h="451524">
                  <a:moveTo>
                    <a:pt x="0" y="451524"/>
                  </a:moveTo>
                  <a:lnTo>
                    <a:pt x="4239" y="451524"/>
                  </a:lnTo>
                  <a:lnTo>
                    <a:pt x="4239" y="451524"/>
                  </a:lnTo>
                  <a:lnTo>
                    <a:pt x="8478" y="451524"/>
                  </a:lnTo>
                  <a:lnTo>
                    <a:pt x="8478" y="451524"/>
                  </a:lnTo>
                  <a:lnTo>
                    <a:pt x="12717" y="451524"/>
                  </a:lnTo>
                  <a:lnTo>
                    <a:pt x="12717" y="451524"/>
                  </a:lnTo>
                  <a:lnTo>
                    <a:pt x="16956" y="451524"/>
                  </a:lnTo>
                  <a:lnTo>
                    <a:pt x="16956" y="451103"/>
                  </a:lnTo>
                  <a:lnTo>
                    <a:pt x="21196" y="451103"/>
                  </a:lnTo>
                  <a:lnTo>
                    <a:pt x="21196" y="450195"/>
                  </a:lnTo>
                  <a:lnTo>
                    <a:pt x="25435" y="450195"/>
                  </a:lnTo>
                  <a:lnTo>
                    <a:pt x="25435" y="449752"/>
                  </a:lnTo>
                  <a:lnTo>
                    <a:pt x="29674" y="449752"/>
                  </a:lnTo>
                  <a:lnTo>
                    <a:pt x="29674" y="449316"/>
                  </a:lnTo>
                  <a:lnTo>
                    <a:pt x="33913" y="449316"/>
                  </a:lnTo>
                  <a:lnTo>
                    <a:pt x="33913" y="449316"/>
                  </a:lnTo>
                  <a:lnTo>
                    <a:pt x="38153" y="449316"/>
                  </a:lnTo>
                  <a:lnTo>
                    <a:pt x="38153" y="448049"/>
                  </a:lnTo>
                  <a:lnTo>
                    <a:pt x="42392" y="448049"/>
                  </a:lnTo>
                  <a:lnTo>
                    <a:pt x="42392" y="447228"/>
                  </a:lnTo>
                  <a:lnTo>
                    <a:pt x="46631" y="447228"/>
                  </a:lnTo>
                  <a:lnTo>
                    <a:pt x="46631" y="445626"/>
                  </a:lnTo>
                  <a:lnTo>
                    <a:pt x="50870" y="445626"/>
                  </a:lnTo>
                  <a:lnTo>
                    <a:pt x="50870" y="444839"/>
                  </a:lnTo>
                  <a:lnTo>
                    <a:pt x="55110" y="444839"/>
                  </a:lnTo>
                  <a:lnTo>
                    <a:pt x="55110" y="444060"/>
                  </a:lnTo>
                  <a:lnTo>
                    <a:pt x="59349" y="444060"/>
                  </a:lnTo>
                  <a:lnTo>
                    <a:pt x="59349" y="444060"/>
                  </a:lnTo>
                  <a:lnTo>
                    <a:pt x="63588" y="444060"/>
                  </a:lnTo>
                  <a:lnTo>
                    <a:pt x="63588" y="444060"/>
                  </a:lnTo>
                  <a:lnTo>
                    <a:pt x="67827" y="444060"/>
                  </a:lnTo>
                  <a:lnTo>
                    <a:pt x="67827" y="444060"/>
                  </a:lnTo>
                  <a:lnTo>
                    <a:pt x="72067" y="444060"/>
                  </a:lnTo>
                  <a:lnTo>
                    <a:pt x="72067" y="444060"/>
                  </a:lnTo>
                  <a:lnTo>
                    <a:pt x="76306" y="444060"/>
                  </a:lnTo>
                  <a:lnTo>
                    <a:pt x="76306" y="442136"/>
                  </a:lnTo>
                  <a:lnTo>
                    <a:pt x="80545" y="442136"/>
                  </a:lnTo>
                  <a:lnTo>
                    <a:pt x="80545" y="442136"/>
                  </a:lnTo>
                  <a:lnTo>
                    <a:pt x="84784" y="442136"/>
                  </a:lnTo>
                  <a:lnTo>
                    <a:pt x="84784" y="442136"/>
                  </a:lnTo>
                  <a:lnTo>
                    <a:pt x="89024" y="442136"/>
                  </a:lnTo>
                  <a:lnTo>
                    <a:pt x="89024" y="442136"/>
                  </a:lnTo>
                  <a:lnTo>
                    <a:pt x="93263" y="442136"/>
                  </a:lnTo>
                  <a:lnTo>
                    <a:pt x="93263" y="441754"/>
                  </a:lnTo>
                  <a:lnTo>
                    <a:pt x="97502" y="441754"/>
                  </a:lnTo>
                  <a:lnTo>
                    <a:pt x="97502" y="441754"/>
                  </a:lnTo>
                  <a:lnTo>
                    <a:pt x="101741" y="441754"/>
                  </a:lnTo>
                  <a:lnTo>
                    <a:pt x="101741" y="441754"/>
                  </a:lnTo>
                  <a:lnTo>
                    <a:pt x="105980" y="441754"/>
                  </a:lnTo>
                  <a:lnTo>
                    <a:pt x="105980" y="440993"/>
                  </a:lnTo>
                  <a:lnTo>
                    <a:pt x="110220" y="440993"/>
                  </a:lnTo>
                  <a:lnTo>
                    <a:pt x="110220" y="440993"/>
                  </a:lnTo>
                  <a:lnTo>
                    <a:pt x="114459" y="440993"/>
                  </a:lnTo>
                  <a:lnTo>
                    <a:pt x="114459" y="440993"/>
                  </a:lnTo>
                  <a:lnTo>
                    <a:pt x="118698" y="440993"/>
                  </a:lnTo>
                  <a:lnTo>
                    <a:pt x="118698" y="440993"/>
                  </a:lnTo>
                  <a:lnTo>
                    <a:pt x="122937" y="440993"/>
                  </a:lnTo>
                  <a:lnTo>
                    <a:pt x="122937" y="440993"/>
                  </a:lnTo>
                  <a:lnTo>
                    <a:pt x="127177" y="440993"/>
                  </a:lnTo>
                  <a:lnTo>
                    <a:pt x="127177" y="440993"/>
                  </a:lnTo>
                  <a:lnTo>
                    <a:pt x="131416" y="440993"/>
                  </a:lnTo>
                  <a:lnTo>
                    <a:pt x="131416" y="440613"/>
                  </a:lnTo>
                  <a:lnTo>
                    <a:pt x="135655" y="440613"/>
                  </a:lnTo>
                  <a:lnTo>
                    <a:pt x="135655" y="439856"/>
                  </a:lnTo>
                  <a:lnTo>
                    <a:pt x="139894" y="439856"/>
                  </a:lnTo>
                  <a:lnTo>
                    <a:pt x="139894" y="439856"/>
                  </a:lnTo>
                  <a:lnTo>
                    <a:pt x="144134" y="439856"/>
                  </a:lnTo>
                  <a:lnTo>
                    <a:pt x="144134" y="439856"/>
                  </a:lnTo>
                  <a:lnTo>
                    <a:pt x="148373" y="439856"/>
                  </a:lnTo>
                  <a:lnTo>
                    <a:pt x="148373" y="439856"/>
                  </a:lnTo>
                  <a:lnTo>
                    <a:pt x="152612" y="439856"/>
                  </a:lnTo>
                  <a:lnTo>
                    <a:pt x="152612" y="439478"/>
                  </a:lnTo>
                  <a:lnTo>
                    <a:pt x="156851" y="439478"/>
                  </a:lnTo>
                  <a:lnTo>
                    <a:pt x="156851" y="439101"/>
                  </a:lnTo>
                  <a:lnTo>
                    <a:pt x="161091" y="439101"/>
                  </a:lnTo>
                  <a:lnTo>
                    <a:pt x="161091" y="438349"/>
                  </a:lnTo>
                  <a:lnTo>
                    <a:pt x="165330" y="438349"/>
                  </a:lnTo>
                  <a:lnTo>
                    <a:pt x="165330" y="434999"/>
                  </a:lnTo>
                  <a:lnTo>
                    <a:pt x="169569" y="434999"/>
                  </a:lnTo>
                  <a:lnTo>
                    <a:pt x="169569" y="434259"/>
                  </a:lnTo>
                  <a:lnTo>
                    <a:pt x="173808" y="434259"/>
                  </a:lnTo>
                  <a:lnTo>
                    <a:pt x="173808" y="434259"/>
                  </a:lnTo>
                  <a:lnTo>
                    <a:pt x="178048" y="434259"/>
                  </a:lnTo>
                  <a:lnTo>
                    <a:pt x="178048" y="433890"/>
                  </a:lnTo>
                  <a:lnTo>
                    <a:pt x="182287" y="433890"/>
                  </a:lnTo>
                  <a:lnTo>
                    <a:pt x="182287" y="433890"/>
                  </a:lnTo>
                  <a:lnTo>
                    <a:pt x="186526" y="433890"/>
                  </a:lnTo>
                  <a:lnTo>
                    <a:pt x="186526" y="433521"/>
                  </a:lnTo>
                  <a:lnTo>
                    <a:pt x="190765" y="433521"/>
                  </a:lnTo>
                  <a:lnTo>
                    <a:pt x="190765" y="432784"/>
                  </a:lnTo>
                  <a:lnTo>
                    <a:pt x="195005" y="432784"/>
                  </a:lnTo>
                  <a:lnTo>
                    <a:pt x="195005" y="432784"/>
                  </a:lnTo>
                  <a:lnTo>
                    <a:pt x="199244" y="432784"/>
                  </a:lnTo>
                  <a:lnTo>
                    <a:pt x="199244" y="432784"/>
                  </a:lnTo>
                  <a:lnTo>
                    <a:pt x="203483" y="432784"/>
                  </a:lnTo>
                  <a:lnTo>
                    <a:pt x="203483" y="432784"/>
                  </a:lnTo>
                  <a:lnTo>
                    <a:pt x="207722" y="432784"/>
                  </a:lnTo>
                  <a:lnTo>
                    <a:pt x="207722" y="432784"/>
                  </a:lnTo>
                  <a:lnTo>
                    <a:pt x="211961" y="432784"/>
                  </a:lnTo>
                  <a:lnTo>
                    <a:pt x="211961" y="432415"/>
                  </a:lnTo>
                  <a:lnTo>
                    <a:pt x="216201" y="432415"/>
                  </a:lnTo>
                  <a:lnTo>
                    <a:pt x="216201" y="432415"/>
                  </a:lnTo>
                  <a:lnTo>
                    <a:pt x="220440" y="432415"/>
                  </a:lnTo>
                  <a:lnTo>
                    <a:pt x="220440" y="431312"/>
                  </a:lnTo>
                  <a:lnTo>
                    <a:pt x="224679" y="431312"/>
                  </a:lnTo>
                  <a:lnTo>
                    <a:pt x="224679" y="429848"/>
                  </a:lnTo>
                  <a:lnTo>
                    <a:pt x="228918" y="429848"/>
                  </a:lnTo>
                  <a:lnTo>
                    <a:pt x="228918" y="429848"/>
                  </a:lnTo>
                  <a:lnTo>
                    <a:pt x="233158" y="429848"/>
                  </a:lnTo>
                  <a:lnTo>
                    <a:pt x="233158" y="429482"/>
                  </a:lnTo>
                  <a:lnTo>
                    <a:pt x="237397" y="429482"/>
                  </a:lnTo>
                  <a:lnTo>
                    <a:pt x="237397" y="429482"/>
                  </a:lnTo>
                  <a:lnTo>
                    <a:pt x="241636" y="429482"/>
                  </a:lnTo>
                  <a:lnTo>
                    <a:pt x="241636" y="429482"/>
                  </a:lnTo>
                  <a:lnTo>
                    <a:pt x="245875" y="429482"/>
                  </a:lnTo>
                  <a:lnTo>
                    <a:pt x="245875" y="429482"/>
                  </a:lnTo>
                  <a:lnTo>
                    <a:pt x="250115" y="429482"/>
                  </a:lnTo>
                  <a:lnTo>
                    <a:pt x="250115" y="428750"/>
                  </a:lnTo>
                  <a:lnTo>
                    <a:pt x="254354" y="428750"/>
                  </a:lnTo>
                  <a:lnTo>
                    <a:pt x="254354" y="426563"/>
                  </a:lnTo>
                  <a:lnTo>
                    <a:pt x="258593" y="426563"/>
                  </a:lnTo>
                  <a:lnTo>
                    <a:pt x="258593" y="426563"/>
                  </a:lnTo>
                  <a:lnTo>
                    <a:pt x="262832" y="426563"/>
                  </a:lnTo>
                  <a:lnTo>
                    <a:pt x="262832" y="426199"/>
                  </a:lnTo>
                  <a:lnTo>
                    <a:pt x="267072" y="426199"/>
                  </a:lnTo>
                  <a:lnTo>
                    <a:pt x="267072" y="425471"/>
                  </a:lnTo>
                  <a:lnTo>
                    <a:pt x="271311" y="425471"/>
                  </a:lnTo>
                  <a:lnTo>
                    <a:pt x="271311" y="425471"/>
                  </a:lnTo>
                  <a:lnTo>
                    <a:pt x="275550" y="425471"/>
                  </a:lnTo>
                  <a:lnTo>
                    <a:pt x="275550" y="425107"/>
                  </a:lnTo>
                  <a:lnTo>
                    <a:pt x="279789" y="425107"/>
                  </a:lnTo>
                  <a:lnTo>
                    <a:pt x="279789" y="424380"/>
                  </a:lnTo>
                  <a:lnTo>
                    <a:pt x="284029" y="424380"/>
                  </a:lnTo>
                  <a:lnTo>
                    <a:pt x="284029" y="422929"/>
                  </a:lnTo>
                  <a:lnTo>
                    <a:pt x="288268" y="422929"/>
                  </a:lnTo>
                  <a:lnTo>
                    <a:pt x="288268" y="422567"/>
                  </a:lnTo>
                  <a:lnTo>
                    <a:pt x="292507" y="422567"/>
                  </a:lnTo>
                  <a:lnTo>
                    <a:pt x="292507" y="422205"/>
                  </a:lnTo>
                  <a:lnTo>
                    <a:pt x="296746" y="422205"/>
                  </a:lnTo>
                  <a:lnTo>
                    <a:pt x="296746" y="421843"/>
                  </a:lnTo>
                  <a:lnTo>
                    <a:pt x="300986" y="421843"/>
                  </a:lnTo>
                  <a:lnTo>
                    <a:pt x="300986" y="421843"/>
                  </a:lnTo>
                  <a:lnTo>
                    <a:pt x="305225" y="421843"/>
                  </a:lnTo>
                  <a:lnTo>
                    <a:pt x="305225" y="421119"/>
                  </a:lnTo>
                  <a:lnTo>
                    <a:pt x="309464" y="421119"/>
                  </a:lnTo>
                  <a:lnTo>
                    <a:pt x="309464" y="419312"/>
                  </a:lnTo>
                  <a:lnTo>
                    <a:pt x="313703" y="419312"/>
                  </a:lnTo>
                  <a:lnTo>
                    <a:pt x="313703" y="418951"/>
                  </a:lnTo>
                  <a:lnTo>
                    <a:pt x="317942" y="418951"/>
                  </a:lnTo>
                  <a:lnTo>
                    <a:pt x="317942" y="418230"/>
                  </a:lnTo>
                  <a:lnTo>
                    <a:pt x="322182" y="418230"/>
                  </a:lnTo>
                  <a:lnTo>
                    <a:pt x="322182" y="418230"/>
                  </a:lnTo>
                  <a:lnTo>
                    <a:pt x="326421" y="418230"/>
                  </a:lnTo>
                  <a:lnTo>
                    <a:pt x="326421" y="418230"/>
                  </a:lnTo>
                  <a:lnTo>
                    <a:pt x="330660" y="418230"/>
                  </a:lnTo>
                  <a:lnTo>
                    <a:pt x="330660" y="417870"/>
                  </a:lnTo>
                  <a:lnTo>
                    <a:pt x="334899" y="417870"/>
                  </a:lnTo>
                  <a:lnTo>
                    <a:pt x="334899" y="417509"/>
                  </a:lnTo>
                  <a:lnTo>
                    <a:pt x="339139" y="417509"/>
                  </a:lnTo>
                  <a:lnTo>
                    <a:pt x="339139" y="417149"/>
                  </a:lnTo>
                  <a:lnTo>
                    <a:pt x="343378" y="417149"/>
                  </a:lnTo>
                  <a:lnTo>
                    <a:pt x="343378" y="413192"/>
                  </a:lnTo>
                  <a:lnTo>
                    <a:pt x="347617" y="413192"/>
                  </a:lnTo>
                  <a:lnTo>
                    <a:pt x="347617" y="412833"/>
                  </a:lnTo>
                  <a:lnTo>
                    <a:pt x="351856" y="412833"/>
                  </a:lnTo>
                  <a:lnTo>
                    <a:pt x="351856" y="412474"/>
                  </a:lnTo>
                  <a:lnTo>
                    <a:pt x="356096" y="412474"/>
                  </a:lnTo>
                  <a:lnTo>
                    <a:pt x="356096" y="412474"/>
                  </a:lnTo>
                  <a:lnTo>
                    <a:pt x="360335" y="412474"/>
                  </a:lnTo>
                  <a:lnTo>
                    <a:pt x="360335" y="412115"/>
                  </a:lnTo>
                  <a:lnTo>
                    <a:pt x="364574" y="412115"/>
                  </a:lnTo>
                  <a:lnTo>
                    <a:pt x="364574" y="412115"/>
                  </a:lnTo>
                  <a:lnTo>
                    <a:pt x="368813" y="412115"/>
                  </a:lnTo>
                  <a:lnTo>
                    <a:pt x="368813" y="411397"/>
                  </a:lnTo>
                  <a:lnTo>
                    <a:pt x="373053" y="411397"/>
                  </a:lnTo>
                  <a:lnTo>
                    <a:pt x="373053" y="410320"/>
                  </a:lnTo>
                  <a:lnTo>
                    <a:pt x="377292" y="410320"/>
                  </a:lnTo>
                  <a:lnTo>
                    <a:pt x="377292" y="410320"/>
                  </a:lnTo>
                  <a:lnTo>
                    <a:pt x="381531" y="410320"/>
                  </a:lnTo>
                  <a:lnTo>
                    <a:pt x="381531" y="409961"/>
                  </a:lnTo>
                  <a:lnTo>
                    <a:pt x="385770" y="409961"/>
                  </a:lnTo>
                  <a:lnTo>
                    <a:pt x="385770" y="409603"/>
                  </a:lnTo>
                  <a:lnTo>
                    <a:pt x="390010" y="409603"/>
                  </a:lnTo>
                  <a:lnTo>
                    <a:pt x="390010" y="409603"/>
                  </a:lnTo>
                  <a:lnTo>
                    <a:pt x="394249" y="409603"/>
                  </a:lnTo>
                  <a:lnTo>
                    <a:pt x="394249" y="409603"/>
                  </a:lnTo>
                  <a:lnTo>
                    <a:pt x="398488" y="409603"/>
                  </a:lnTo>
                  <a:lnTo>
                    <a:pt x="398488" y="409603"/>
                  </a:lnTo>
                  <a:lnTo>
                    <a:pt x="402727" y="409603"/>
                  </a:lnTo>
                  <a:lnTo>
                    <a:pt x="402727" y="408885"/>
                  </a:lnTo>
                  <a:lnTo>
                    <a:pt x="406966" y="408885"/>
                  </a:lnTo>
                  <a:lnTo>
                    <a:pt x="406966" y="408885"/>
                  </a:lnTo>
                  <a:lnTo>
                    <a:pt x="411206" y="408885"/>
                  </a:lnTo>
                  <a:lnTo>
                    <a:pt x="411206" y="408885"/>
                  </a:lnTo>
                  <a:lnTo>
                    <a:pt x="415445" y="408885"/>
                  </a:lnTo>
                  <a:lnTo>
                    <a:pt x="415445" y="408526"/>
                  </a:lnTo>
                  <a:lnTo>
                    <a:pt x="419684" y="408526"/>
                  </a:lnTo>
                  <a:lnTo>
                    <a:pt x="419684" y="408526"/>
                  </a:lnTo>
                  <a:lnTo>
                    <a:pt x="423923" y="408526"/>
                  </a:lnTo>
                  <a:lnTo>
                    <a:pt x="423923" y="408167"/>
                  </a:lnTo>
                  <a:lnTo>
                    <a:pt x="428163" y="408167"/>
                  </a:lnTo>
                  <a:lnTo>
                    <a:pt x="428163" y="407450"/>
                  </a:lnTo>
                  <a:lnTo>
                    <a:pt x="432402" y="407450"/>
                  </a:lnTo>
                  <a:lnTo>
                    <a:pt x="432402" y="405298"/>
                  </a:lnTo>
                  <a:lnTo>
                    <a:pt x="436641" y="405298"/>
                  </a:lnTo>
                  <a:lnTo>
                    <a:pt x="436641" y="404581"/>
                  </a:lnTo>
                  <a:lnTo>
                    <a:pt x="440880" y="404581"/>
                  </a:lnTo>
                  <a:lnTo>
                    <a:pt x="440880" y="404223"/>
                  </a:lnTo>
                  <a:lnTo>
                    <a:pt x="445120" y="404223"/>
                  </a:lnTo>
                  <a:lnTo>
                    <a:pt x="445120" y="403148"/>
                  </a:lnTo>
                  <a:lnTo>
                    <a:pt x="449359" y="403148"/>
                  </a:lnTo>
                  <a:lnTo>
                    <a:pt x="449359" y="403148"/>
                  </a:lnTo>
                  <a:lnTo>
                    <a:pt x="453598" y="403148"/>
                  </a:lnTo>
                  <a:lnTo>
                    <a:pt x="453598" y="402790"/>
                  </a:lnTo>
                  <a:lnTo>
                    <a:pt x="457837" y="402790"/>
                  </a:lnTo>
                  <a:lnTo>
                    <a:pt x="457837" y="402074"/>
                  </a:lnTo>
                  <a:lnTo>
                    <a:pt x="462077" y="402074"/>
                  </a:lnTo>
                  <a:lnTo>
                    <a:pt x="462077" y="401000"/>
                  </a:lnTo>
                  <a:lnTo>
                    <a:pt x="466316" y="401000"/>
                  </a:lnTo>
                  <a:lnTo>
                    <a:pt x="466316" y="401000"/>
                  </a:lnTo>
                  <a:lnTo>
                    <a:pt x="470555" y="401000"/>
                  </a:lnTo>
                  <a:lnTo>
                    <a:pt x="470555" y="400284"/>
                  </a:lnTo>
                  <a:lnTo>
                    <a:pt x="474794" y="400284"/>
                  </a:lnTo>
                  <a:lnTo>
                    <a:pt x="474794" y="400284"/>
                  </a:lnTo>
                  <a:lnTo>
                    <a:pt x="479034" y="400284"/>
                  </a:lnTo>
                  <a:lnTo>
                    <a:pt x="479034" y="399926"/>
                  </a:lnTo>
                  <a:lnTo>
                    <a:pt x="483273" y="399926"/>
                  </a:lnTo>
                  <a:lnTo>
                    <a:pt x="483273" y="399926"/>
                  </a:lnTo>
                  <a:lnTo>
                    <a:pt x="487512" y="399926"/>
                  </a:lnTo>
                  <a:lnTo>
                    <a:pt x="487512" y="399567"/>
                  </a:lnTo>
                  <a:lnTo>
                    <a:pt x="491751" y="399567"/>
                  </a:lnTo>
                  <a:lnTo>
                    <a:pt x="491751" y="398851"/>
                  </a:lnTo>
                  <a:lnTo>
                    <a:pt x="495991" y="398851"/>
                  </a:lnTo>
                  <a:lnTo>
                    <a:pt x="495991" y="398851"/>
                  </a:lnTo>
                  <a:lnTo>
                    <a:pt x="500230" y="398851"/>
                  </a:lnTo>
                  <a:lnTo>
                    <a:pt x="500230" y="398493"/>
                  </a:lnTo>
                  <a:lnTo>
                    <a:pt x="504469" y="398493"/>
                  </a:lnTo>
                  <a:lnTo>
                    <a:pt x="504469" y="398493"/>
                  </a:lnTo>
                  <a:lnTo>
                    <a:pt x="508708" y="398493"/>
                  </a:lnTo>
                  <a:lnTo>
                    <a:pt x="508708" y="398135"/>
                  </a:lnTo>
                  <a:lnTo>
                    <a:pt x="512947" y="398135"/>
                  </a:lnTo>
                  <a:lnTo>
                    <a:pt x="512947" y="397776"/>
                  </a:lnTo>
                  <a:lnTo>
                    <a:pt x="517187" y="397776"/>
                  </a:lnTo>
                  <a:lnTo>
                    <a:pt x="517187" y="397418"/>
                  </a:lnTo>
                  <a:lnTo>
                    <a:pt x="521426" y="397418"/>
                  </a:lnTo>
                  <a:lnTo>
                    <a:pt x="521426" y="395985"/>
                  </a:lnTo>
                  <a:lnTo>
                    <a:pt x="525665" y="395985"/>
                  </a:lnTo>
                  <a:lnTo>
                    <a:pt x="525665" y="393837"/>
                  </a:lnTo>
                  <a:lnTo>
                    <a:pt x="529904" y="393837"/>
                  </a:lnTo>
                  <a:lnTo>
                    <a:pt x="529904" y="393479"/>
                  </a:lnTo>
                  <a:lnTo>
                    <a:pt x="534144" y="393479"/>
                  </a:lnTo>
                  <a:lnTo>
                    <a:pt x="534144" y="392763"/>
                  </a:lnTo>
                  <a:lnTo>
                    <a:pt x="538383" y="392763"/>
                  </a:lnTo>
                  <a:lnTo>
                    <a:pt x="538383" y="392406"/>
                  </a:lnTo>
                  <a:lnTo>
                    <a:pt x="542622" y="392406"/>
                  </a:lnTo>
                  <a:lnTo>
                    <a:pt x="542622" y="392048"/>
                  </a:lnTo>
                  <a:lnTo>
                    <a:pt x="546861" y="392048"/>
                  </a:lnTo>
                  <a:lnTo>
                    <a:pt x="546861" y="391332"/>
                  </a:lnTo>
                  <a:lnTo>
                    <a:pt x="551101" y="391332"/>
                  </a:lnTo>
                  <a:lnTo>
                    <a:pt x="551101" y="389902"/>
                  </a:lnTo>
                  <a:lnTo>
                    <a:pt x="555340" y="389902"/>
                  </a:lnTo>
                  <a:lnTo>
                    <a:pt x="555340" y="388471"/>
                  </a:lnTo>
                  <a:lnTo>
                    <a:pt x="559579" y="388471"/>
                  </a:lnTo>
                  <a:lnTo>
                    <a:pt x="559579" y="388114"/>
                  </a:lnTo>
                  <a:lnTo>
                    <a:pt x="563818" y="388114"/>
                  </a:lnTo>
                  <a:lnTo>
                    <a:pt x="563818" y="387756"/>
                  </a:lnTo>
                  <a:lnTo>
                    <a:pt x="568058" y="387756"/>
                  </a:lnTo>
                  <a:lnTo>
                    <a:pt x="568058" y="387042"/>
                  </a:lnTo>
                  <a:lnTo>
                    <a:pt x="572297" y="387042"/>
                  </a:lnTo>
                  <a:lnTo>
                    <a:pt x="572297" y="386684"/>
                  </a:lnTo>
                  <a:lnTo>
                    <a:pt x="576536" y="386684"/>
                  </a:lnTo>
                  <a:lnTo>
                    <a:pt x="576536" y="385613"/>
                  </a:lnTo>
                  <a:lnTo>
                    <a:pt x="580775" y="385613"/>
                  </a:lnTo>
                  <a:lnTo>
                    <a:pt x="580775" y="384899"/>
                  </a:lnTo>
                  <a:lnTo>
                    <a:pt x="585015" y="384899"/>
                  </a:lnTo>
                  <a:lnTo>
                    <a:pt x="585015" y="384541"/>
                  </a:lnTo>
                  <a:lnTo>
                    <a:pt x="589254" y="384541"/>
                  </a:lnTo>
                  <a:lnTo>
                    <a:pt x="589254" y="384184"/>
                  </a:lnTo>
                  <a:lnTo>
                    <a:pt x="593493" y="384184"/>
                  </a:lnTo>
                  <a:lnTo>
                    <a:pt x="593493" y="383112"/>
                  </a:lnTo>
                  <a:lnTo>
                    <a:pt x="597732" y="383112"/>
                  </a:lnTo>
                  <a:lnTo>
                    <a:pt x="597732" y="382755"/>
                  </a:lnTo>
                  <a:lnTo>
                    <a:pt x="601972" y="382755"/>
                  </a:lnTo>
                  <a:lnTo>
                    <a:pt x="601972" y="382398"/>
                  </a:lnTo>
                  <a:lnTo>
                    <a:pt x="606211" y="382398"/>
                  </a:lnTo>
                  <a:lnTo>
                    <a:pt x="606211" y="381684"/>
                  </a:lnTo>
                  <a:lnTo>
                    <a:pt x="610450" y="381684"/>
                  </a:lnTo>
                  <a:lnTo>
                    <a:pt x="610450" y="379187"/>
                  </a:lnTo>
                  <a:lnTo>
                    <a:pt x="614689" y="379187"/>
                  </a:lnTo>
                  <a:lnTo>
                    <a:pt x="614689" y="378830"/>
                  </a:lnTo>
                  <a:lnTo>
                    <a:pt x="618928" y="378830"/>
                  </a:lnTo>
                  <a:lnTo>
                    <a:pt x="618928" y="378116"/>
                  </a:lnTo>
                  <a:lnTo>
                    <a:pt x="623168" y="378116"/>
                  </a:lnTo>
                  <a:lnTo>
                    <a:pt x="623168" y="378116"/>
                  </a:lnTo>
                  <a:lnTo>
                    <a:pt x="627407" y="378116"/>
                  </a:lnTo>
                  <a:lnTo>
                    <a:pt x="627407" y="377760"/>
                  </a:lnTo>
                  <a:lnTo>
                    <a:pt x="631646" y="377760"/>
                  </a:lnTo>
                  <a:lnTo>
                    <a:pt x="631646" y="377403"/>
                  </a:lnTo>
                  <a:lnTo>
                    <a:pt x="635885" y="377403"/>
                  </a:lnTo>
                  <a:lnTo>
                    <a:pt x="635885" y="376689"/>
                  </a:lnTo>
                  <a:lnTo>
                    <a:pt x="640125" y="376689"/>
                  </a:lnTo>
                  <a:lnTo>
                    <a:pt x="640125" y="375263"/>
                  </a:lnTo>
                  <a:lnTo>
                    <a:pt x="644364" y="375263"/>
                  </a:lnTo>
                  <a:lnTo>
                    <a:pt x="644364" y="374549"/>
                  </a:lnTo>
                  <a:lnTo>
                    <a:pt x="648603" y="374549"/>
                  </a:lnTo>
                  <a:lnTo>
                    <a:pt x="648603" y="374549"/>
                  </a:lnTo>
                  <a:lnTo>
                    <a:pt x="652842" y="374549"/>
                  </a:lnTo>
                  <a:lnTo>
                    <a:pt x="652842" y="373835"/>
                  </a:lnTo>
                  <a:lnTo>
                    <a:pt x="657082" y="373835"/>
                  </a:lnTo>
                  <a:lnTo>
                    <a:pt x="657082" y="373835"/>
                  </a:lnTo>
                  <a:lnTo>
                    <a:pt x="661321" y="373835"/>
                  </a:lnTo>
                  <a:lnTo>
                    <a:pt x="661321" y="373478"/>
                  </a:lnTo>
                  <a:lnTo>
                    <a:pt x="665560" y="373478"/>
                  </a:lnTo>
                  <a:lnTo>
                    <a:pt x="665560" y="373121"/>
                  </a:lnTo>
                  <a:lnTo>
                    <a:pt x="669799" y="373121"/>
                  </a:lnTo>
                  <a:lnTo>
                    <a:pt x="669799" y="372050"/>
                  </a:lnTo>
                  <a:lnTo>
                    <a:pt x="674039" y="372050"/>
                  </a:lnTo>
                  <a:lnTo>
                    <a:pt x="674039" y="371693"/>
                  </a:lnTo>
                  <a:lnTo>
                    <a:pt x="678278" y="371693"/>
                  </a:lnTo>
                  <a:lnTo>
                    <a:pt x="678278" y="371693"/>
                  </a:lnTo>
                  <a:lnTo>
                    <a:pt x="682517" y="371693"/>
                  </a:lnTo>
                  <a:lnTo>
                    <a:pt x="682517" y="371336"/>
                  </a:lnTo>
                  <a:lnTo>
                    <a:pt x="686756" y="371336"/>
                  </a:lnTo>
                  <a:lnTo>
                    <a:pt x="686756" y="371336"/>
                  </a:lnTo>
                  <a:lnTo>
                    <a:pt x="690996" y="371336"/>
                  </a:lnTo>
                  <a:lnTo>
                    <a:pt x="690996" y="370622"/>
                  </a:lnTo>
                  <a:lnTo>
                    <a:pt x="695235" y="370622"/>
                  </a:lnTo>
                  <a:lnTo>
                    <a:pt x="695235" y="370622"/>
                  </a:lnTo>
                  <a:lnTo>
                    <a:pt x="699474" y="370622"/>
                  </a:lnTo>
                  <a:lnTo>
                    <a:pt x="699474" y="368123"/>
                  </a:lnTo>
                  <a:lnTo>
                    <a:pt x="703713" y="368123"/>
                  </a:lnTo>
                  <a:lnTo>
                    <a:pt x="703713" y="367408"/>
                  </a:lnTo>
                  <a:lnTo>
                    <a:pt x="707953" y="367408"/>
                  </a:lnTo>
                  <a:lnTo>
                    <a:pt x="707953" y="367408"/>
                  </a:lnTo>
                  <a:lnTo>
                    <a:pt x="712192" y="367408"/>
                  </a:lnTo>
                  <a:lnTo>
                    <a:pt x="712192" y="367408"/>
                  </a:lnTo>
                  <a:lnTo>
                    <a:pt x="716431" y="367408"/>
                  </a:lnTo>
                  <a:lnTo>
                    <a:pt x="716431" y="366694"/>
                  </a:lnTo>
                  <a:lnTo>
                    <a:pt x="720670" y="366694"/>
                  </a:lnTo>
                  <a:lnTo>
                    <a:pt x="720670" y="365979"/>
                  </a:lnTo>
                  <a:lnTo>
                    <a:pt x="724909" y="365979"/>
                  </a:lnTo>
                  <a:lnTo>
                    <a:pt x="724909" y="365622"/>
                  </a:lnTo>
                  <a:lnTo>
                    <a:pt x="729149" y="365622"/>
                  </a:lnTo>
                  <a:lnTo>
                    <a:pt x="729149" y="364550"/>
                  </a:lnTo>
                  <a:lnTo>
                    <a:pt x="733388" y="364550"/>
                  </a:lnTo>
                  <a:lnTo>
                    <a:pt x="733388" y="364192"/>
                  </a:lnTo>
                  <a:lnTo>
                    <a:pt x="737627" y="364192"/>
                  </a:lnTo>
                  <a:lnTo>
                    <a:pt x="737627" y="364192"/>
                  </a:lnTo>
                  <a:lnTo>
                    <a:pt x="741866" y="364192"/>
                  </a:lnTo>
                  <a:lnTo>
                    <a:pt x="741866" y="364192"/>
                  </a:lnTo>
                  <a:lnTo>
                    <a:pt x="746106" y="364192"/>
                  </a:lnTo>
                  <a:lnTo>
                    <a:pt x="746106" y="363835"/>
                  </a:lnTo>
                  <a:lnTo>
                    <a:pt x="750345" y="363835"/>
                  </a:lnTo>
                  <a:lnTo>
                    <a:pt x="750345" y="363477"/>
                  </a:lnTo>
                  <a:lnTo>
                    <a:pt x="754584" y="363477"/>
                  </a:lnTo>
                  <a:lnTo>
                    <a:pt x="754584" y="363119"/>
                  </a:lnTo>
                  <a:lnTo>
                    <a:pt x="758823" y="363119"/>
                  </a:lnTo>
                  <a:lnTo>
                    <a:pt x="758823" y="362046"/>
                  </a:lnTo>
                  <a:lnTo>
                    <a:pt x="763063" y="362046"/>
                  </a:lnTo>
                  <a:lnTo>
                    <a:pt x="763063" y="361688"/>
                  </a:lnTo>
                  <a:lnTo>
                    <a:pt x="767302" y="361688"/>
                  </a:lnTo>
                  <a:lnTo>
                    <a:pt x="767302" y="361331"/>
                  </a:lnTo>
                  <a:lnTo>
                    <a:pt x="771541" y="361331"/>
                  </a:lnTo>
                  <a:lnTo>
                    <a:pt x="771541" y="361331"/>
                  </a:lnTo>
                  <a:lnTo>
                    <a:pt x="775780" y="361331"/>
                  </a:lnTo>
                  <a:lnTo>
                    <a:pt x="775780" y="360973"/>
                  </a:lnTo>
                  <a:lnTo>
                    <a:pt x="780020" y="360973"/>
                  </a:lnTo>
                  <a:lnTo>
                    <a:pt x="780020" y="360973"/>
                  </a:lnTo>
                  <a:lnTo>
                    <a:pt x="784259" y="360973"/>
                  </a:lnTo>
                  <a:lnTo>
                    <a:pt x="784259" y="360973"/>
                  </a:lnTo>
                  <a:lnTo>
                    <a:pt x="788498" y="360973"/>
                  </a:lnTo>
                  <a:lnTo>
                    <a:pt x="788498" y="358109"/>
                  </a:lnTo>
                  <a:lnTo>
                    <a:pt x="792737" y="358109"/>
                  </a:lnTo>
                  <a:lnTo>
                    <a:pt x="792737" y="357393"/>
                  </a:lnTo>
                  <a:lnTo>
                    <a:pt x="796977" y="357393"/>
                  </a:lnTo>
                  <a:lnTo>
                    <a:pt x="796977" y="356677"/>
                  </a:lnTo>
                  <a:lnTo>
                    <a:pt x="801216" y="356677"/>
                  </a:lnTo>
                  <a:lnTo>
                    <a:pt x="801216" y="356677"/>
                  </a:lnTo>
                  <a:lnTo>
                    <a:pt x="805455" y="356677"/>
                  </a:lnTo>
                  <a:lnTo>
                    <a:pt x="805455" y="355246"/>
                  </a:lnTo>
                  <a:lnTo>
                    <a:pt x="809694" y="355246"/>
                  </a:lnTo>
                  <a:lnTo>
                    <a:pt x="809694" y="354531"/>
                  </a:lnTo>
                  <a:lnTo>
                    <a:pt x="813933" y="354531"/>
                  </a:lnTo>
                  <a:lnTo>
                    <a:pt x="813933" y="354531"/>
                  </a:lnTo>
                  <a:lnTo>
                    <a:pt x="818173" y="354531"/>
                  </a:lnTo>
                  <a:lnTo>
                    <a:pt x="818173" y="353100"/>
                  </a:lnTo>
                  <a:lnTo>
                    <a:pt x="822412" y="353100"/>
                  </a:lnTo>
                  <a:lnTo>
                    <a:pt x="822412" y="353100"/>
                  </a:lnTo>
                  <a:lnTo>
                    <a:pt x="826651" y="353100"/>
                  </a:lnTo>
                  <a:lnTo>
                    <a:pt x="826651" y="352742"/>
                  </a:lnTo>
                  <a:lnTo>
                    <a:pt x="830890" y="352742"/>
                  </a:lnTo>
                  <a:lnTo>
                    <a:pt x="830890" y="352384"/>
                  </a:lnTo>
                  <a:lnTo>
                    <a:pt x="835130" y="352384"/>
                  </a:lnTo>
                  <a:lnTo>
                    <a:pt x="835130" y="352026"/>
                  </a:lnTo>
                  <a:lnTo>
                    <a:pt x="839369" y="352026"/>
                  </a:lnTo>
                  <a:lnTo>
                    <a:pt x="839369" y="351668"/>
                  </a:lnTo>
                  <a:lnTo>
                    <a:pt x="843608" y="351668"/>
                  </a:lnTo>
                  <a:lnTo>
                    <a:pt x="843608" y="351668"/>
                  </a:lnTo>
                  <a:lnTo>
                    <a:pt x="847847" y="351668"/>
                  </a:lnTo>
                  <a:lnTo>
                    <a:pt x="847847" y="350953"/>
                  </a:lnTo>
                  <a:lnTo>
                    <a:pt x="852087" y="350953"/>
                  </a:lnTo>
                  <a:lnTo>
                    <a:pt x="852087" y="350595"/>
                  </a:lnTo>
                  <a:lnTo>
                    <a:pt x="856326" y="350595"/>
                  </a:lnTo>
                  <a:lnTo>
                    <a:pt x="856326" y="350595"/>
                  </a:lnTo>
                  <a:lnTo>
                    <a:pt x="860565" y="350595"/>
                  </a:lnTo>
                  <a:lnTo>
                    <a:pt x="860565" y="350237"/>
                  </a:lnTo>
                  <a:lnTo>
                    <a:pt x="864804" y="350237"/>
                  </a:lnTo>
                  <a:lnTo>
                    <a:pt x="864804" y="349163"/>
                  </a:lnTo>
                  <a:lnTo>
                    <a:pt x="869044" y="349163"/>
                  </a:lnTo>
                  <a:lnTo>
                    <a:pt x="869044" y="348089"/>
                  </a:lnTo>
                  <a:lnTo>
                    <a:pt x="873283" y="348089"/>
                  </a:lnTo>
                  <a:lnTo>
                    <a:pt x="873283" y="347731"/>
                  </a:lnTo>
                  <a:lnTo>
                    <a:pt x="877522" y="347731"/>
                  </a:lnTo>
                  <a:lnTo>
                    <a:pt x="877522" y="346299"/>
                  </a:lnTo>
                  <a:lnTo>
                    <a:pt x="881761" y="346299"/>
                  </a:lnTo>
                  <a:lnTo>
                    <a:pt x="881761" y="344867"/>
                  </a:lnTo>
                  <a:lnTo>
                    <a:pt x="886001" y="344867"/>
                  </a:lnTo>
                  <a:lnTo>
                    <a:pt x="886001" y="344867"/>
                  </a:lnTo>
                  <a:lnTo>
                    <a:pt x="890240" y="344867"/>
                  </a:lnTo>
                  <a:lnTo>
                    <a:pt x="890240" y="344509"/>
                  </a:lnTo>
                  <a:lnTo>
                    <a:pt x="894479" y="344509"/>
                  </a:lnTo>
                  <a:lnTo>
                    <a:pt x="894479" y="344150"/>
                  </a:lnTo>
                  <a:lnTo>
                    <a:pt x="898718" y="344150"/>
                  </a:lnTo>
                  <a:lnTo>
                    <a:pt x="898718" y="343076"/>
                  </a:lnTo>
                  <a:lnTo>
                    <a:pt x="902958" y="343076"/>
                  </a:lnTo>
                  <a:lnTo>
                    <a:pt x="902958" y="342718"/>
                  </a:lnTo>
                  <a:lnTo>
                    <a:pt x="907197" y="342718"/>
                  </a:lnTo>
                  <a:lnTo>
                    <a:pt x="907197" y="342360"/>
                  </a:lnTo>
                  <a:lnTo>
                    <a:pt x="911436" y="342360"/>
                  </a:lnTo>
                  <a:lnTo>
                    <a:pt x="911436" y="342360"/>
                  </a:lnTo>
                  <a:lnTo>
                    <a:pt x="915675" y="342360"/>
                  </a:lnTo>
                  <a:lnTo>
                    <a:pt x="915675" y="341643"/>
                  </a:lnTo>
                  <a:lnTo>
                    <a:pt x="919914" y="341643"/>
                  </a:lnTo>
                  <a:lnTo>
                    <a:pt x="919914" y="341285"/>
                  </a:lnTo>
                  <a:lnTo>
                    <a:pt x="924154" y="341285"/>
                  </a:lnTo>
                  <a:lnTo>
                    <a:pt x="924154" y="341285"/>
                  </a:lnTo>
                  <a:lnTo>
                    <a:pt x="928393" y="341285"/>
                  </a:lnTo>
                  <a:lnTo>
                    <a:pt x="928393" y="341285"/>
                  </a:lnTo>
                  <a:lnTo>
                    <a:pt x="932632" y="341285"/>
                  </a:lnTo>
                  <a:lnTo>
                    <a:pt x="932632" y="341285"/>
                  </a:lnTo>
                  <a:lnTo>
                    <a:pt x="936871" y="341285"/>
                  </a:lnTo>
                  <a:lnTo>
                    <a:pt x="936871" y="339493"/>
                  </a:lnTo>
                  <a:lnTo>
                    <a:pt x="941111" y="339493"/>
                  </a:lnTo>
                  <a:lnTo>
                    <a:pt x="941111" y="339135"/>
                  </a:lnTo>
                  <a:lnTo>
                    <a:pt x="945350" y="339135"/>
                  </a:lnTo>
                  <a:lnTo>
                    <a:pt x="945350" y="338417"/>
                  </a:lnTo>
                  <a:lnTo>
                    <a:pt x="949589" y="338417"/>
                  </a:lnTo>
                  <a:lnTo>
                    <a:pt x="949589" y="338059"/>
                  </a:lnTo>
                  <a:lnTo>
                    <a:pt x="953828" y="338059"/>
                  </a:lnTo>
                  <a:lnTo>
                    <a:pt x="953828" y="337700"/>
                  </a:lnTo>
                  <a:lnTo>
                    <a:pt x="958068" y="337700"/>
                  </a:lnTo>
                  <a:lnTo>
                    <a:pt x="958068" y="337341"/>
                  </a:lnTo>
                  <a:lnTo>
                    <a:pt x="962307" y="337341"/>
                  </a:lnTo>
                  <a:lnTo>
                    <a:pt x="962307" y="335907"/>
                  </a:lnTo>
                  <a:lnTo>
                    <a:pt x="966546" y="335907"/>
                  </a:lnTo>
                  <a:lnTo>
                    <a:pt x="966546" y="335548"/>
                  </a:lnTo>
                  <a:lnTo>
                    <a:pt x="970785" y="335548"/>
                  </a:lnTo>
                  <a:lnTo>
                    <a:pt x="970785" y="335548"/>
                  </a:lnTo>
                  <a:lnTo>
                    <a:pt x="975025" y="335548"/>
                  </a:lnTo>
                  <a:lnTo>
                    <a:pt x="975025" y="335189"/>
                  </a:lnTo>
                  <a:lnTo>
                    <a:pt x="979264" y="335189"/>
                  </a:lnTo>
                  <a:lnTo>
                    <a:pt x="979264" y="334830"/>
                  </a:lnTo>
                  <a:lnTo>
                    <a:pt x="983503" y="334830"/>
                  </a:lnTo>
                  <a:lnTo>
                    <a:pt x="983503" y="334471"/>
                  </a:lnTo>
                  <a:lnTo>
                    <a:pt x="987742" y="334471"/>
                  </a:lnTo>
                  <a:lnTo>
                    <a:pt x="987742" y="334112"/>
                  </a:lnTo>
                  <a:lnTo>
                    <a:pt x="991982" y="334112"/>
                  </a:lnTo>
                  <a:lnTo>
                    <a:pt x="991982" y="332676"/>
                  </a:lnTo>
                  <a:lnTo>
                    <a:pt x="996221" y="332676"/>
                  </a:lnTo>
                  <a:lnTo>
                    <a:pt x="996221" y="331958"/>
                  </a:lnTo>
                  <a:lnTo>
                    <a:pt x="1000460" y="331958"/>
                  </a:lnTo>
                  <a:lnTo>
                    <a:pt x="1000460" y="331599"/>
                  </a:lnTo>
                  <a:lnTo>
                    <a:pt x="1004699" y="331599"/>
                  </a:lnTo>
                  <a:lnTo>
                    <a:pt x="1004699" y="331240"/>
                  </a:lnTo>
                  <a:lnTo>
                    <a:pt x="1008939" y="331240"/>
                  </a:lnTo>
                  <a:lnTo>
                    <a:pt x="1008939" y="330880"/>
                  </a:lnTo>
                  <a:lnTo>
                    <a:pt x="1013178" y="330880"/>
                  </a:lnTo>
                  <a:lnTo>
                    <a:pt x="1013178" y="330880"/>
                  </a:lnTo>
                  <a:lnTo>
                    <a:pt x="1017417" y="330880"/>
                  </a:lnTo>
                  <a:lnTo>
                    <a:pt x="1017417" y="330521"/>
                  </a:lnTo>
                  <a:lnTo>
                    <a:pt x="1021656" y="330521"/>
                  </a:lnTo>
                  <a:lnTo>
                    <a:pt x="1021656" y="330521"/>
                  </a:lnTo>
                  <a:lnTo>
                    <a:pt x="1025895" y="330521"/>
                  </a:lnTo>
                  <a:lnTo>
                    <a:pt x="1025895" y="330161"/>
                  </a:lnTo>
                  <a:lnTo>
                    <a:pt x="1030135" y="330161"/>
                  </a:lnTo>
                  <a:lnTo>
                    <a:pt x="1030135" y="329802"/>
                  </a:lnTo>
                  <a:lnTo>
                    <a:pt x="1034374" y="329802"/>
                  </a:lnTo>
                  <a:lnTo>
                    <a:pt x="1034374" y="329802"/>
                  </a:lnTo>
                  <a:lnTo>
                    <a:pt x="1038613" y="329802"/>
                  </a:lnTo>
                  <a:lnTo>
                    <a:pt x="1038613" y="329442"/>
                  </a:lnTo>
                  <a:lnTo>
                    <a:pt x="1042852" y="329442"/>
                  </a:lnTo>
                  <a:lnTo>
                    <a:pt x="1042852" y="329442"/>
                  </a:lnTo>
                  <a:lnTo>
                    <a:pt x="1047092" y="329442"/>
                  </a:lnTo>
                  <a:lnTo>
                    <a:pt x="1047092" y="328722"/>
                  </a:lnTo>
                  <a:lnTo>
                    <a:pt x="1051331" y="328722"/>
                  </a:lnTo>
                  <a:lnTo>
                    <a:pt x="1051331" y="328362"/>
                  </a:lnTo>
                  <a:lnTo>
                    <a:pt x="1055570" y="328362"/>
                  </a:lnTo>
                  <a:lnTo>
                    <a:pt x="1055570" y="327283"/>
                  </a:lnTo>
                  <a:lnTo>
                    <a:pt x="1059809" y="327283"/>
                  </a:lnTo>
                  <a:lnTo>
                    <a:pt x="1059809" y="326203"/>
                  </a:lnTo>
                  <a:lnTo>
                    <a:pt x="1064049" y="326203"/>
                  </a:lnTo>
                  <a:lnTo>
                    <a:pt x="1064049" y="325843"/>
                  </a:lnTo>
                  <a:lnTo>
                    <a:pt x="1068288" y="325843"/>
                  </a:lnTo>
                  <a:lnTo>
                    <a:pt x="1068288" y="324763"/>
                  </a:lnTo>
                  <a:lnTo>
                    <a:pt x="1072527" y="324763"/>
                  </a:lnTo>
                  <a:lnTo>
                    <a:pt x="1072527" y="324763"/>
                  </a:lnTo>
                  <a:lnTo>
                    <a:pt x="1076766" y="324763"/>
                  </a:lnTo>
                  <a:lnTo>
                    <a:pt x="1076766" y="324763"/>
                  </a:lnTo>
                  <a:lnTo>
                    <a:pt x="1081006" y="324763"/>
                  </a:lnTo>
                  <a:lnTo>
                    <a:pt x="1081006" y="324763"/>
                  </a:lnTo>
                  <a:lnTo>
                    <a:pt x="1085245" y="324763"/>
                  </a:lnTo>
                  <a:lnTo>
                    <a:pt x="1085245" y="323322"/>
                  </a:lnTo>
                  <a:lnTo>
                    <a:pt x="1089484" y="323322"/>
                  </a:lnTo>
                  <a:lnTo>
                    <a:pt x="1089484" y="322602"/>
                  </a:lnTo>
                  <a:lnTo>
                    <a:pt x="1093723" y="322602"/>
                  </a:lnTo>
                  <a:lnTo>
                    <a:pt x="1093723" y="322242"/>
                  </a:lnTo>
                  <a:lnTo>
                    <a:pt x="1097963" y="322242"/>
                  </a:lnTo>
                  <a:lnTo>
                    <a:pt x="1097963" y="322242"/>
                  </a:lnTo>
                  <a:lnTo>
                    <a:pt x="1102202" y="322242"/>
                  </a:lnTo>
                  <a:lnTo>
                    <a:pt x="1102202" y="321881"/>
                  </a:lnTo>
                  <a:lnTo>
                    <a:pt x="1106441" y="321881"/>
                  </a:lnTo>
                  <a:lnTo>
                    <a:pt x="1106441" y="321161"/>
                  </a:lnTo>
                  <a:lnTo>
                    <a:pt x="1110680" y="321161"/>
                  </a:lnTo>
                  <a:lnTo>
                    <a:pt x="1110680" y="320801"/>
                  </a:lnTo>
                  <a:lnTo>
                    <a:pt x="1114919" y="320801"/>
                  </a:lnTo>
                  <a:lnTo>
                    <a:pt x="1114919" y="318639"/>
                  </a:lnTo>
                  <a:lnTo>
                    <a:pt x="1119159" y="318639"/>
                  </a:lnTo>
                  <a:lnTo>
                    <a:pt x="1119159" y="318278"/>
                  </a:lnTo>
                  <a:lnTo>
                    <a:pt x="1123398" y="318278"/>
                  </a:lnTo>
                  <a:lnTo>
                    <a:pt x="1123398" y="318278"/>
                  </a:lnTo>
                  <a:lnTo>
                    <a:pt x="1127637" y="318278"/>
                  </a:lnTo>
                  <a:lnTo>
                    <a:pt x="1127637" y="318278"/>
                  </a:lnTo>
                  <a:lnTo>
                    <a:pt x="1131876" y="318278"/>
                  </a:lnTo>
                  <a:lnTo>
                    <a:pt x="1131876" y="317918"/>
                  </a:lnTo>
                  <a:lnTo>
                    <a:pt x="1136116" y="317918"/>
                  </a:lnTo>
                  <a:lnTo>
                    <a:pt x="1136116" y="317557"/>
                  </a:lnTo>
                  <a:lnTo>
                    <a:pt x="1140355" y="317557"/>
                  </a:lnTo>
                  <a:lnTo>
                    <a:pt x="1140355" y="317557"/>
                  </a:lnTo>
                  <a:lnTo>
                    <a:pt x="1144594" y="317557"/>
                  </a:lnTo>
                  <a:lnTo>
                    <a:pt x="1144594" y="316836"/>
                  </a:lnTo>
                  <a:lnTo>
                    <a:pt x="1148833" y="316836"/>
                  </a:lnTo>
                  <a:lnTo>
                    <a:pt x="1148833" y="316836"/>
                  </a:lnTo>
                  <a:lnTo>
                    <a:pt x="1153073" y="316836"/>
                  </a:lnTo>
                  <a:lnTo>
                    <a:pt x="1153073" y="316475"/>
                  </a:lnTo>
                  <a:lnTo>
                    <a:pt x="1157312" y="316475"/>
                  </a:lnTo>
                  <a:lnTo>
                    <a:pt x="1157312" y="315753"/>
                  </a:lnTo>
                  <a:lnTo>
                    <a:pt x="1161551" y="315753"/>
                  </a:lnTo>
                  <a:lnTo>
                    <a:pt x="1161551" y="315753"/>
                  </a:lnTo>
                  <a:lnTo>
                    <a:pt x="1165790" y="315753"/>
                  </a:lnTo>
                  <a:lnTo>
                    <a:pt x="1165790" y="315753"/>
                  </a:lnTo>
                  <a:lnTo>
                    <a:pt x="1170030" y="315753"/>
                  </a:lnTo>
                  <a:lnTo>
                    <a:pt x="1170030" y="315391"/>
                  </a:lnTo>
                  <a:lnTo>
                    <a:pt x="1174269" y="315391"/>
                  </a:lnTo>
                  <a:lnTo>
                    <a:pt x="1174269" y="315030"/>
                  </a:lnTo>
                  <a:lnTo>
                    <a:pt x="1178508" y="315030"/>
                  </a:lnTo>
                  <a:lnTo>
                    <a:pt x="1178508" y="315030"/>
                  </a:lnTo>
                  <a:lnTo>
                    <a:pt x="1182747" y="315030"/>
                  </a:lnTo>
                  <a:lnTo>
                    <a:pt x="1182747" y="315030"/>
                  </a:lnTo>
                  <a:lnTo>
                    <a:pt x="1186987" y="315030"/>
                  </a:lnTo>
                  <a:lnTo>
                    <a:pt x="1186987" y="315030"/>
                  </a:lnTo>
                  <a:lnTo>
                    <a:pt x="1191226" y="315030"/>
                  </a:lnTo>
                  <a:lnTo>
                    <a:pt x="1191226" y="314669"/>
                  </a:lnTo>
                  <a:lnTo>
                    <a:pt x="1195465" y="314669"/>
                  </a:lnTo>
                  <a:lnTo>
                    <a:pt x="1195465" y="314669"/>
                  </a:lnTo>
                  <a:lnTo>
                    <a:pt x="1199704" y="314669"/>
                  </a:lnTo>
                  <a:lnTo>
                    <a:pt x="1199704" y="314307"/>
                  </a:lnTo>
                  <a:lnTo>
                    <a:pt x="1203944" y="314307"/>
                  </a:lnTo>
                  <a:lnTo>
                    <a:pt x="1203944" y="312500"/>
                  </a:lnTo>
                  <a:lnTo>
                    <a:pt x="1208183" y="312500"/>
                  </a:lnTo>
                  <a:lnTo>
                    <a:pt x="1208183" y="312500"/>
                  </a:lnTo>
                  <a:lnTo>
                    <a:pt x="1212422" y="312500"/>
                  </a:lnTo>
                  <a:lnTo>
                    <a:pt x="1212422" y="312138"/>
                  </a:lnTo>
                  <a:lnTo>
                    <a:pt x="1216661" y="312138"/>
                  </a:lnTo>
                  <a:lnTo>
                    <a:pt x="1216661" y="311777"/>
                  </a:lnTo>
                  <a:lnTo>
                    <a:pt x="1220900" y="311777"/>
                  </a:lnTo>
                  <a:lnTo>
                    <a:pt x="1220900" y="311415"/>
                  </a:lnTo>
                  <a:lnTo>
                    <a:pt x="1225140" y="311415"/>
                  </a:lnTo>
                  <a:lnTo>
                    <a:pt x="1225140" y="310692"/>
                  </a:lnTo>
                  <a:lnTo>
                    <a:pt x="1229379" y="310692"/>
                  </a:lnTo>
                  <a:lnTo>
                    <a:pt x="1229379" y="310692"/>
                  </a:lnTo>
                  <a:lnTo>
                    <a:pt x="1233618" y="310692"/>
                  </a:lnTo>
                  <a:lnTo>
                    <a:pt x="1233618" y="309607"/>
                  </a:lnTo>
                  <a:lnTo>
                    <a:pt x="1237857" y="309607"/>
                  </a:lnTo>
                  <a:lnTo>
                    <a:pt x="1237857" y="309245"/>
                  </a:lnTo>
                  <a:lnTo>
                    <a:pt x="1242097" y="309245"/>
                  </a:lnTo>
                  <a:lnTo>
                    <a:pt x="1242097" y="309245"/>
                  </a:lnTo>
                  <a:lnTo>
                    <a:pt x="1246336" y="309245"/>
                  </a:lnTo>
                  <a:lnTo>
                    <a:pt x="1246336" y="308883"/>
                  </a:lnTo>
                  <a:lnTo>
                    <a:pt x="1250575" y="308883"/>
                  </a:lnTo>
                  <a:lnTo>
                    <a:pt x="1250575" y="308159"/>
                  </a:lnTo>
                  <a:lnTo>
                    <a:pt x="1254814" y="308159"/>
                  </a:lnTo>
                  <a:lnTo>
                    <a:pt x="1254814" y="307797"/>
                  </a:lnTo>
                  <a:lnTo>
                    <a:pt x="1259054" y="307797"/>
                  </a:lnTo>
                  <a:lnTo>
                    <a:pt x="1259054" y="307435"/>
                  </a:lnTo>
                  <a:lnTo>
                    <a:pt x="1263293" y="307435"/>
                  </a:lnTo>
                  <a:lnTo>
                    <a:pt x="1263293" y="306348"/>
                  </a:lnTo>
                  <a:lnTo>
                    <a:pt x="1267532" y="306348"/>
                  </a:lnTo>
                  <a:lnTo>
                    <a:pt x="1267532" y="305623"/>
                  </a:lnTo>
                  <a:lnTo>
                    <a:pt x="1271771" y="305623"/>
                  </a:lnTo>
                  <a:lnTo>
                    <a:pt x="1271771" y="305623"/>
                  </a:lnTo>
                  <a:lnTo>
                    <a:pt x="1276011" y="305623"/>
                  </a:lnTo>
                  <a:lnTo>
                    <a:pt x="1276011" y="305261"/>
                  </a:lnTo>
                  <a:lnTo>
                    <a:pt x="1280250" y="305261"/>
                  </a:lnTo>
                  <a:lnTo>
                    <a:pt x="1280250" y="304898"/>
                  </a:lnTo>
                  <a:lnTo>
                    <a:pt x="1284489" y="304898"/>
                  </a:lnTo>
                  <a:lnTo>
                    <a:pt x="1284489" y="304898"/>
                  </a:lnTo>
                  <a:lnTo>
                    <a:pt x="1288728" y="304898"/>
                  </a:lnTo>
                  <a:lnTo>
                    <a:pt x="1288728" y="304898"/>
                  </a:lnTo>
                  <a:lnTo>
                    <a:pt x="1292968" y="304898"/>
                  </a:lnTo>
                  <a:lnTo>
                    <a:pt x="1292968" y="304173"/>
                  </a:lnTo>
                  <a:lnTo>
                    <a:pt x="1297207" y="304173"/>
                  </a:lnTo>
                  <a:lnTo>
                    <a:pt x="1297207" y="303448"/>
                  </a:lnTo>
                  <a:lnTo>
                    <a:pt x="1301446" y="303448"/>
                  </a:lnTo>
                  <a:lnTo>
                    <a:pt x="1301446" y="303448"/>
                  </a:lnTo>
                  <a:lnTo>
                    <a:pt x="1305685" y="303448"/>
                  </a:lnTo>
                  <a:lnTo>
                    <a:pt x="1305685" y="303448"/>
                  </a:lnTo>
                  <a:lnTo>
                    <a:pt x="1309925" y="303448"/>
                  </a:lnTo>
                  <a:lnTo>
                    <a:pt x="1309925" y="303448"/>
                  </a:lnTo>
                  <a:lnTo>
                    <a:pt x="1314164" y="303448"/>
                  </a:lnTo>
                  <a:lnTo>
                    <a:pt x="1314164" y="303448"/>
                  </a:lnTo>
                  <a:lnTo>
                    <a:pt x="1318403" y="303448"/>
                  </a:lnTo>
                  <a:lnTo>
                    <a:pt x="1318403" y="302722"/>
                  </a:lnTo>
                  <a:lnTo>
                    <a:pt x="1322642" y="302722"/>
                  </a:lnTo>
                  <a:lnTo>
                    <a:pt x="1322642" y="300908"/>
                  </a:lnTo>
                  <a:lnTo>
                    <a:pt x="1326881" y="300908"/>
                  </a:lnTo>
                  <a:lnTo>
                    <a:pt x="1326881" y="300908"/>
                  </a:lnTo>
                  <a:lnTo>
                    <a:pt x="1331121" y="300908"/>
                  </a:lnTo>
                  <a:lnTo>
                    <a:pt x="1331121" y="300908"/>
                  </a:lnTo>
                  <a:lnTo>
                    <a:pt x="1335360" y="300908"/>
                  </a:lnTo>
                  <a:lnTo>
                    <a:pt x="1335360" y="300545"/>
                  </a:lnTo>
                  <a:lnTo>
                    <a:pt x="1339599" y="300545"/>
                  </a:lnTo>
                  <a:lnTo>
                    <a:pt x="1339599" y="300182"/>
                  </a:lnTo>
                  <a:lnTo>
                    <a:pt x="1343838" y="300182"/>
                  </a:lnTo>
                  <a:lnTo>
                    <a:pt x="1343838" y="300182"/>
                  </a:lnTo>
                  <a:lnTo>
                    <a:pt x="1348078" y="300182"/>
                  </a:lnTo>
                  <a:lnTo>
                    <a:pt x="1348078" y="299818"/>
                  </a:lnTo>
                  <a:lnTo>
                    <a:pt x="1352317" y="299818"/>
                  </a:lnTo>
                  <a:lnTo>
                    <a:pt x="1352317" y="299455"/>
                  </a:lnTo>
                  <a:lnTo>
                    <a:pt x="1356556" y="299455"/>
                  </a:lnTo>
                  <a:lnTo>
                    <a:pt x="1356556" y="299455"/>
                  </a:lnTo>
                  <a:lnTo>
                    <a:pt x="1360795" y="299455"/>
                  </a:lnTo>
                  <a:lnTo>
                    <a:pt x="1360795" y="299092"/>
                  </a:lnTo>
                  <a:lnTo>
                    <a:pt x="1365035" y="299092"/>
                  </a:lnTo>
                  <a:lnTo>
                    <a:pt x="1365035" y="298365"/>
                  </a:lnTo>
                  <a:lnTo>
                    <a:pt x="1369274" y="298365"/>
                  </a:lnTo>
                  <a:lnTo>
                    <a:pt x="1369274" y="298365"/>
                  </a:lnTo>
                  <a:lnTo>
                    <a:pt x="1373513" y="298365"/>
                  </a:lnTo>
                  <a:lnTo>
                    <a:pt x="1373513" y="298001"/>
                  </a:lnTo>
                  <a:lnTo>
                    <a:pt x="1377752" y="298001"/>
                  </a:lnTo>
                  <a:lnTo>
                    <a:pt x="1377752" y="298001"/>
                  </a:lnTo>
                  <a:lnTo>
                    <a:pt x="1381992" y="298001"/>
                  </a:lnTo>
                  <a:lnTo>
                    <a:pt x="1381992" y="297637"/>
                  </a:lnTo>
                  <a:lnTo>
                    <a:pt x="1386231" y="297637"/>
                  </a:lnTo>
                  <a:lnTo>
                    <a:pt x="1386231" y="297274"/>
                  </a:lnTo>
                  <a:lnTo>
                    <a:pt x="1390470" y="297274"/>
                  </a:lnTo>
                  <a:lnTo>
                    <a:pt x="1390470" y="296910"/>
                  </a:lnTo>
                  <a:lnTo>
                    <a:pt x="1394709" y="296910"/>
                  </a:lnTo>
                  <a:lnTo>
                    <a:pt x="1394709" y="296910"/>
                  </a:lnTo>
                  <a:lnTo>
                    <a:pt x="1398949" y="296910"/>
                  </a:lnTo>
                  <a:lnTo>
                    <a:pt x="1398949" y="296546"/>
                  </a:lnTo>
                  <a:lnTo>
                    <a:pt x="1403188" y="296546"/>
                  </a:lnTo>
                  <a:lnTo>
                    <a:pt x="1403188" y="296182"/>
                  </a:lnTo>
                  <a:lnTo>
                    <a:pt x="1407427" y="296182"/>
                  </a:lnTo>
                  <a:lnTo>
                    <a:pt x="1407427" y="295817"/>
                  </a:lnTo>
                  <a:lnTo>
                    <a:pt x="1411666" y="295817"/>
                  </a:lnTo>
                  <a:lnTo>
                    <a:pt x="1411666" y="295453"/>
                  </a:lnTo>
                  <a:lnTo>
                    <a:pt x="1415906" y="295453"/>
                  </a:lnTo>
                  <a:lnTo>
                    <a:pt x="1415906" y="294724"/>
                  </a:lnTo>
                  <a:lnTo>
                    <a:pt x="1420145" y="294724"/>
                  </a:lnTo>
                  <a:lnTo>
                    <a:pt x="1420145" y="294724"/>
                  </a:lnTo>
                  <a:lnTo>
                    <a:pt x="1424384" y="294724"/>
                  </a:lnTo>
                  <a:lnTo>
                    <a:pt x="1424384" y="294724"/>
                  </a:lnTo>
                  <a:lnTo>
                    <a:pt x="1428623" y="294724"/>
                  </a:lnTo>
                  <a:lnTo>
                    <a:pt x="1428623" y="294724"/>
                  </a:lnTo>
                  <a:lnTo>
                    <a:pt x="1432862" y="294724"/>
                  </a:lnTo>
                  <a:lnTo>
                    <a:pt x="1432862" y="294359"/>
                  </a:lnTo>
                  <a:lnTo>
                    <a:pt x="1437102" y="294359"/>
                  </a:lnTo>
                  <a:lnTo>
                    <a:pt x="1437102" y="293995"/>
                  </a:lnTo>
                  <a:lnTo>
                    <a:pt x="1441341" y="293995"/>
                  </a:lnTo>
                  <a:lnTo>
                    <a:pt x="1441341" y="292900"/>
                  </a:lnTo>
                  <a:lnTo>
                    <a:pt x="1445580" y="292900"/>
                  </a:lnTo>
                  <a:lnTo>
                    <a:pt x="1445580" y="292536"/>
                  </a:lnTo>
                  <a:lnTo>
                    <a:pt x="1449819" y="292536"/>
                  </a:lnTo>
                  <a:lnTo>
                    <a:pt x="1449819" y="292536"/>
                  </a:lnTo>
                  <a:lnTo>
                    <a:pt x="1454059" y="292536"/>
                  </a:lnTo>
                  <a:lnTo>
                    <a:pt x="1454059" y="291805"/>
                  </a:lnTo>
                  <a:lnTo>
                    <a:pt x="1458298" y="291805"/>
                  </a:lnTo>
                  <a:lnTo>
                    <a:pt x="1458298" y="291440"/>
                  </a:lnTo>
                  <a:lnTo>
                    <a:pt x="1462537" y="291440"/>
                  </a:lnTo>
                  <a:lnTo>
                    <a:pt x="1462537" y="290710"/>
                  </a:lnTo>
                  <a:lnTo>
                    <a:pt x="1466776" y="290710"/>
                  </a:lnTo>
                  <a:lnTo>
                    <a:pt x="1466776" y="290345"/>
                  </a:lnTo>
                  <a:lnTo>
                    <a:pt x="1471016" y="290345"/>
                  </a:lnTo>
                  <a:lnTo>
                    <a:pt x="1471016" y="288885"/>
                  </a:lnTo>
                  <a:lnTo>
                    <a:pt x="1475255" y="288885"/>
                  </a:lnTo>
                  <a:lnTo>
                    <a:pt x="1475255" y="288885"/>
                  </a:lnTo>
                  <a:lnTo>
                    <a:pt x="1479494" y="288885"/>
                  </a:lnTo>
                  <a:lnTo>
                    <a:pt x="1479494" y="287788"/>
                  </a:lnTo>
                  <a:lnTo>
                    <a:pt x="1483733" y="287788"/>
                  </a:lnTo>
                  <a:lnTo>
                    <a:pt x="1483733" y="287788"/>
                  </a:lnTo>
                  <a:lnTo>
                    <a:pt x="1487973" y="287788"/>
                  </a:lnTo>
                  <a:lnTo>
                    <a:pt x="1487973" y="287423"/>
                  </a:lnTo>
                  <a:lnTo>
                    <a:pt x="1492212" y="287423"/>
                  </a:lnTo>
                  <a:lnTo>
                    <a:pt x="1492212" y="287057"/>
                  </a:lnTo>
                  <a:lnTo>
                    <a:pt x="1496451" y="287057"/>
                  </a:lnTo>
                  <a:lnTo>
                    <a:pt x="1496451" y="286691"/>
                  </a:lnTo>
                  <a:lnTo>
                    <a:pt x="1500690" y="286691"/>
                  </a:lnTo>
                  <a:lnTo>
                    <a:pt x="1500690" y="284862"/>
                  </a:lnTo>
                  <a:lnTo>
                    <a:pt x="1504930" y="284862"/>
                  </a:lnTo>
                  <a:lnTo>
                    <a:pt x="1504930" y="284862"/>
                  </a:lnTo>
                  <a:lnTo>
                    <a:pt x="1509169" y="284862"/>
                  </a:lnTo>
                  <a:lnTo>
                    <a:pt x="1509169" y="284496"/>
                  </a:lnTo>
                  <a:lnTo>
                    <a:pt x="1513408" y="284496"/>
                  </a:lnTo>
                  <a:lnTo>
                    <a:pt x="1513408" y="284496"/>
                  </a:lnTo>
                  <a:lnTo>
                    <a:pt x="1517647" y="284496"/>
                  </a:lnTo>
                  <a:lnTo>
                    <a:pt x="1517647" y="284130"/>
                  </a:lnTo>
                  <a:lnTo>
                    <a:pt x="1521886" y="284130"/>
                  </a:lnTo>
                  <a:lnTo>
                    <a:pt x="1521886" y="284130"/>
                  </a:lnTo>
                  <a:lnTo>
                    <a:pt x="1526126" y="284130"/>
                  </a:lnTo>
                  <a:lnTo>
                    <a:pt x="1526126" y="283031"/>
                  </a:lnTo>
                  <a:lnTo>
                    <a:pt x="1530365" y="283031"/>
                  </a:lnTo>
                  <a:lnTo>
                    <a:pt x="1530365" y="281933"/>
                  </a:lnTo>
                  <a:lnTo>
                    <a:pt x="1534604" y="281933"/>
                  </a:lnTo>
                  <a:lnTo>
                    <a:pt x="1534604" y="281933"/>
                  </a:lnTo>
                  <a:lnTo>
                    <a:pt x="1538843" y="281933"/>
                  </a:lnTo>
                  <a:lnTo>
                    <a:pt x="1538843" y="281566"/>
                  </a:lnTo>
                  <a:lnTo>
                    <a:pt x="1543083" y="281566"/>
                  </a:lnTo>
                  <a:lnTo>
                    <a:pt x="1543083" y="281566"/>
                  </a:lnTo>
                  <a:lnTo>
                    <a:pt x="1547322" y="281566"/>
                  </a:lnTo>
                  <a:lnTo>
                    <a:pt x="1547322" y="281566"/>
                  </a:lnTo>
                  <a:lnTo>
                    <a:pt x="1551561" y="281566"/>
                  </a:lnTo>
                  <a:lnTo>
                    <a:pt x="1551561" y="281566"/>
                  </a:lnTo>
                  <a:lnTo>
                    <a:pt x="1555800" y="281566"/>
                  </a:lnTo>
                  <a:lnTo>
                    <a:pt x="1555800" y="281566"/>
                  </a:lnTo>
                  <a:lnTo>
                    <a:pt x="1560040" y="281566"/>
                  </a:lnTo>
                  <a:lnTo>
                    <a:pt x="1560040" y="281199"/>
                  </a:lnTo>
                  <a:lnTo>
                    <a:pt x="1564279" y="281199"/>
                  </a:lnTo>
                  <a:lnTo>
                    <a:pt x="1564279" y="281199"/>
                  </a:lnTo>
                  <a:lnTo>
                    <a:pt x="1568518" y="281199"/>
                  </a:lnTo>
                  <a:lnTo>
                    <a:pt x="1568518" y="280832"/>
                  </a:lnTo>
                  <a:lnTo>
                    <a:pt x="1572757" y="280832"/>
                  </a:lnTo>
                  <a:lnTo>
                    <a:pt x="1572757" y="280464"/>
                  </a:lnTo>
                  <a:lnTo>
                    <a:pt x="1576997" y="280464"/>
                  </a:lnTo>
                  <a:lnTo>
                    <a:pt x="1576997" y="280464"/>
                  </a:lnTo>
                  <a:lnTo>
                    <a:pt x="1581236" y="280464"/>
                  </a:lnTo>
                  <a:lnTo>
                    <a:pt x="1581236" y="280097"/>
                  </a:lnTo>
                  <a:lnTo>
                    <a:pt x="1585475" y="280097"/>
                  </a:lnTo>
                  <a:lnTo>
                    <a:pt x="1585475" y="279729"/>
                  </a:lnTo>
                  <a:lnTo>
                    <a:pt x="1589714" y="279729"/>
                  </a:lnTo>
                  <a:lnTo>
                    <a:pt x="1589714" y="278994"/>
                  </a:lnTo>
                  <a:lnTo>
                    <a:pt x="1593954" y="278994"/>
                  </a:lnTo>
                  <a:lnTo>
                    <a:pt x="1593954" y="278994"/>
                  </a:lnTo>
                  <a:lnTo>
                    <a:pt x="1598193" y="278994"/>
                  </a:lnTo>
                  <a:lnTo>
                    <a:pt x="1598193" y="278994"/>
                  </a:lnTo>
                  <a:lnTo>
                    <a:pt x="1602432" y="278994"/>
                  </a:lnTo>
                  <a:lnTo>
                    <a:pt x="1602432" y="278626"/>
                  </a:lnTo>
                  <a:lnTo>
                    <a:pt x="1606671" y="278626"/>
                  </a:lnTo>
                  <a:lnTo>
                    <a:pt x="1606671" y="278626"/>
                  </a:lnTo>
                  <a:lnTo>
                    <a:pt x="1610911" y="278626"/>
                  </a:lnTo>
                  <a:lnTo>
                    <a:pt x="1610911" y="277889"/>
                  </a:lnTo>
                  <a:lnTo>
                    <a:pt x="1615150" y="277889"/>
                  </a:lnTo>
                  <a:lnTo>
                    <a:pt x="1615150" y="277889"/>
                  </a:lnTo>
                  <a:lnTo>
                    <a:pt x="1619389" y="277889"/>
                  </a:lnTo>
                  <a:lnTo>
                    <a:pt x="1619389" y="277152"/>
                  </a:lnTo>
                  <a:lnTo>
                    <a:pt x="1623628" y="277152"/>
                  </a:lnTo>
                  <a:lnTo>
                    <a:pt x="1623628" y="276784"/>
                  </a:lnTo>
                  <a:lnTo>
                    <a:pt x="1627867" y="276784"/>
                  </a:lnTo>
                  <a:lnTo>
                    <a:pt x="1627867" y="276047"/>
                  </a:lnTo>
                  <a:lnTo>
                    <a:pt x="1632107" y="276047"/>
                  </a:lnTo>
                  <a:lnTo>
                    <a:pt x="1632107" y="276047"/>
                  </a:lnTo>
                  <a:lnTo>
                    <a:pt x="1636346" y="276047"/>
                  </a:lnTo>
                  <a:lnTo>
                    <a:pt x="1636346" y="275679"/>
                  </a:lnTo>
                  <a:lnTo>
                    <a:pt x="1640585" y="275679"/>
                  </a:lnTo>
                  <a:lnTo>
                    <a:pt x="1640585" y="274941"/>
                  </a:lnTo>
                  <a:lnTo>
                    <a:pt x="1644824" y="274941"/>
                  </a:lnTo>
                  <a:lnTo>
                    <a:pt x="1644824" y="274204"/>
                  </a:lnTo>
                  <a:lnTo>
                    <a:pt x="1649064" y="274204"/>
                  </a:lnTo>
                  <a:lnTo>
                    <a:pt x="1649064" y="272730"/>
                  </a:lnTo>
                  <a:lnTo>
                    <a:pt x="1653303" y="272730"/>
                  </a:lnTo>
                  <a:lnTo>
                    <a:pt x="1653303" y="272730"/>
                  </a:lnTo>
                  <a:lnTo>
                    <a:pt x="1657542" y="272730"/>
                  </a:lnTo>
                  <a:lnTo>
                    <a:pt x="1657542" y="272730"/>
                  </a:lnTo>
                  <a:lnTo>
                    <a:pt x="1661781" y="272730"/>
                  </a:lnTo>
                  <a:lnTo>
                    <a:pt x="1661781" y="272361"/>
                  </a:lnTo>
                  <a:lnTo>
                    <a:pt x="1666021" y="272361"/>
                  </a:lnTo>
                  <a:lnTo>
                    <a:pt x="1666021" y="271993"/>
                  </a:lnTo>
                  <a:lnTo>
                    <a:pt x="1670260" y="271993"/>
                  </a:lnTo>
                  <a:lnTo>
                    <a:pt x="1670260" y="271993"/>
                  </a:lnTo>
                  <a:lnTo>
                    <a:pt x="1674499" y="271993"/>
                  </a:lnTo>
                  <a:lnTo>
                    <a:pt x="1674499" y="271624"/>
                  </a:lnTo>
                  <a:lnTo>
                    <a:pt x="1678738" y="271624"/>
                  </a:lnTo>
                  <a:lnTo>
                    <a:pt x="1678738" y="270886"/>
                  </a:lnTo>
                  <a:lnTo>
                    <a:pt x="1682978" y="270886"/>
                  </a:lnTo>
                  <a:lnTo>
                    <a:pt x="1682978" y="270147"/>
                  </a:lnTo>
                  <a:lnTo>
                    <a:pt x="1687217" y="270147"/>
                  </a:lnTo>
                  <a:lnTo>
                    <a:pt x="1687217" y="269409"/>
                  </a:lnTo>
                  <a:lnTo>
                    <a:pt x="1691456" y="269409"/>
                  </a:lnTo>
                  <a:lnTo>
                    <a:pt x="1691456" y="268670"/>
                  </a:lnTo>
                  <a:lnTo>
                    <a:pt x="1695695" y="268670"/>
                  </a:lnTo>
                  <a:lnTo>
                    <a:pt x="1695695" y="268301"/>
                  </a:lnTo>
                  <a:lnTo>
                    <a:pt x="1699935" y="268301"/>
                  </a:lnTo>
                  <a:lnTo>
                    <a:pt x="1699935" y="268301"/>
                  </a:lnTo>
                  <a:lnTo>
                    <a:pt x="1704174" y="268301"/>
                  </a:lnTo>
                  <a:lnTo>
                    <a:pt x="1704174" y="268301"/>
                  </a:lnTo>
                  <a:lnTo>
                    <a:pt x="1708413" y="268301"/>
                  </a:lnTo>
                  <a:lnTo>
                    <a:pt x="1708413" y="268301"/>
                  </a:lnTo>
                  <a:lnTo>
                    <a:pt x="1712652" y="268301"/>
                  </a:lnTo>
                  <a:lnTo>
                    <a:pt x="1712652" y="268301"/>
                  </a:lnTo>
                  <a:lnTo>
                    <a:pt x="1716892" y="268301"/>
                  </a:lnTo>
                  <a:lnTo>
                    <a:pt x="1716892" y="268301"/>
                  </a:lnTo>
                  <a:lnTo>
                    <a:pt x="1721131" y="268301"/>
                  </a:lnTo>
                  <a:lnTo>
                    <a:pt x="1721131" y="267931"/>
                  </a:lnTo>
                  <a:lnTo>
                    <a:pt x="1725370" y="267931"/>
                  </a:lnTo>
                  <a:lnTo>
                    <a:pt x="1725370" y="267931"/>
                  </a:lnTo>
                  <a:lnTo>
                    <a:pt x="1729609" y="267931"/>
                  </a:lnTo>
                  <a:lnTo>
                    <a:pt x="1729609" y="267191"/>
                  </a:lnTo>
                  <a:lnTo>
                    <a:pt x="1733848" y="267191"/>
                  </a:lnTo>
                  <a:lnTo>
                    <a:pt x="1733848" y="266820"/>
                  </a:lnTo>
                  <a:lnTo>
                    <a:pt x="1738088" y="266820"/>
                  </a:lnTo>
                  <a:lnTo>
                    <a:pt x="1738088" y="265339"/>
                  </a:lnTo>
                  <a:lnTo>
                    <a:pt x="1742327" y="265339"/>
                  </a:lnTo>
                  <a:lnTo>
                    <a:pt x="1742327" y="264228"/>
                  </a:lnTo>
                  <a:lnTo>
                    <a:pt x="1746566" y="264228"/>
                  </a:lnTo>
                  <a:lnTo>
                    <a:pt x="1746566" y="263487"/>
                  </a:lnTo>
                  <a:lnTo>
                    <a:pt x="1750805" y="263487"/>
                  </a:lnTo>
                  <a:lnTo>
                    <a:pt x="1750805" y="263487"/>
                  </a:lnTo>
                  <a:lnTo>
                    <a:pt x="1755045" y="263487"/>
                  </a:lnTo>
                  <a:lnTo>
                    <a:pt x="1755045" y="263487"/>
                  </a:lnTo>
                  <a:lnTo>
                    <a:pt x="1759284" y="263487"/>
                  </a:lnTo>
                  <a:lnTo>
                    <a:pt x="1759284" y="263487"/>
                  </a:lnTo>
                  <a:lnTo>
                    <a:pt x="1763523" y="263487"/>
                  </a:lnTo>
                  <a:lnTo>
                    <a:pt x="1763523" y="263116"/>
                  </a:lnTo>
                  <a:lnTo>
                    <a:pt x="1767762" y="263116"/>
                  </a:lnTo>
                  <a:lnTo>
                    <a:pt x="1767762" y="262003"/>
                  </a:lnTo>
                  <a:lnTo>
                    <a:pt x="1772002" y="262003"/>
                  </a:lnTo>
                  <a:lnTo>
                    <a:pt x="1772002" y="261261"/>
                  </a:lnTo>
                  <a:lnTo>
                    <a:pt x="1776241" y="261261"/>
                  </a:lnTo>
                  <a:lnTo>
                    <a:pt x="1776241" y="260890"/>
                  </a:lnTo>
                  <a:lnTo>
                    <a:pt x="1780480" y="260890"/>
                  </a:lnTo>
                  <a:lnTo>
                    <a:pt x="1780480" y="260890"/>
                  </a:lnTo>
                  <a:lnTo>
                    <a:pt x="1784719" y="260890"/>
                  </a:lnTo>
                  <a:lnTo>
                    <a:pt x="1784719" y="260519"/>
                  </a:lnTo>
                  <a:lnTo>
                    <a:pt x="1788959" y="260519"/>
                  </a:lnTo>
                  <a:lnTo>
                    <a:pt x="1788959" y="260519"/>
                  </a:lnTo>
                  <a:lnTo>
                    <a:pt x="1793198" y="260519"/>
                  </a:lnTo>
                  <a:lnTo>
                    <a:pt x="1793198" y="260519"/>
                  </a:lnTo>
                  <a:lnTo>
                    <a:pt x="1797437" y="260519"/>
                  </a:lnTo>
                  <a:lnTo>
                    <a:pt x="1797437" y="257919"/>
                  </a:lnTo>
                  <a:lnTo>
                    <a:pt x="1801676" y="257919"/>
                  </a:lnTo>
                  <a:lnTo>
                    <a:pt x="1801676" y="257919"/>
                  </a:lnTo>
                  <a:lnTo>
                    <a:pt x="1805916" y="257919"/>
                  </a:lnTo>
                  <a:lnTo>
                    <a:pt x="1805916" y="257548"/>
                  </a:lnTo>
                  <a:lnTo>
                    <a:pt x="1810155" y="257548"/>
                  </a:lnTo>
                  <a:lnTo>
                    <a:pt x="1810155" y="257548"/>
                  </a:lnTo>
                  <a:lnTo>
                    <a:pt x="1814394" y="257548"/>
                  </a:lnTo>
                  <a:lnTo>
                    <a:pt x="1814394" y="256433"/>
                  </a:lnTo>
                  <a:lnTo>
                    <a:pt x="1818633" y="256433"/>
                  </a:lnTo>
                  <a:lnTo>
                    <a:pt x="1818633" y="256062"/>
                  </a:lnTo>
                  <a:lnTo>
                    <a:pt x="1822872" y="256062"/>
                  </a:lnTo>
                  <a:lnTo>
                    <a:pt x="1822872" y="255319"/>
                  </a:lnTo>
                  <a:lnTo>
                    <a:pt x="1827112" y="255319"/>
                  </a:lnTo>
                  <a:lnTo>
                    <a:pt x="1827112" y="253833"/>
                  </a:lnTo>
                  <a:lnTo>
                    <a:pt x="1831351" y="253833"/>
                  </a:lnTo>
                  <a:lnTo>
                    <a:pt x="1831351" y="253461"/>
                  </a:lnTo>
                  <a:lnTo>
                    <a:pt x="1835590" y="253461"/>
                  </a:lnTo>
                  <a:lnTo>
                    <a:pt x="1835590" y="253461"/>
                  </a:lnTo>
                  <a:lnTo>
                    <a:pt x="1839829" y="253461"/>
                  </a:lnTo>
                  <a:lnTo>
                    <a:pt x="1839829" y="253461"/>
                  </a:lnTo>
                  <a:lnTo>
                    <a:pt x="1844069" y="253461"/>
                  </a:lnTo>
                  <a:lnTo>
                    <a:pt x="1844069" y="253461"/>
                  </a:lnTo>
                  <a:lnTo>
                    <a:pt x="1848308" y="253461"/>
                  </a:lnTo>
                  <a:lnTo>
                    <a:pt x="1848308" y="252717"/>
                  </a:lnTo>
                  <a:lnTo>
                    <a:pt x="1852547" y="252717"/>
                  </a:lnTo>
                  <a:lnTo>
                    <a:pt x="1852547" y="251973"/>
                  </a:lnTo>
                  <a:lnTo>
                    <a:pt x="1856786" y="251973"/>
                  </a:lnTo>
                  <a:lnTo>
                    <a:pt x="1856786" y="250486"/>
                  </a:lnTo>
                  <a:lnTo>
                    <a:pt x="1861026" y="250486"/>
                  </a:lnTo>
                  <a:lnTo>
                    <a:pt x="1861026" y="249741"/>
                  </a:lnTo>
                  <a:lnTo>
                    <a:pt x="1865265" y="249741"/>
                  </a:lnTo>
                  <a:lnTo>
                    <a:pt x="1865265" y="249369"/>
                  </a:lnTo>
                  <a:lnTo>
                    <a:pt x="1869504" y="249369"/>
                  </a:lnTo>
                  <a:lnTo>
                    <a:pt x="1869504" y="248996"/>
                  </a:lnTo>
                  <a:lnTo>
                    <a:pt x="1873743" y="248996"/>
                  </a:lnTo>
                  <a:lnTo>
                    <a:pt x="1873743" y="248996"/>
                  </a:lnTo>
                  <a:lnTo>
                    <a:pt x="1877983" y="248996"/>
                  </a:lnTo>
                  <a:lnTo>
                    <a:pt x="1877983" y="248996"/>
                  </a:lnTo>
                  <a:lnTo>
                    <a:pt x="1882222" y="248996"/>
                  </a:lnTo>
                  <a:lnTo>
                    <a:pt x="1882222" y="248996"/>
                  </a:lnTo>
                  <a:lnTo>
                    <a:pt x="1886461" y="248996"/>
                  </a:lnTo>
                  <a:lnTo>
                    <a:pt x="1886461" y="247878"/>
                  </a:lnTo>
                  <a:lnTo>
                    <a:pt x="1890700" y="247878"/>
                  </a:lnTo>
                  <a:lnTo>
                    <a:pt x="1890700" y="247133"/>
                  </a:lnTo>
                  <a:lnTo>
                    <a:pt x="1894940" y="247133"/>
                  </a:lnTo>
                  <a:lnTo>
                    <a:pt x="1894940" y="246760"/>
                  </a:lnTo>
                  <a:lnTo>
                    <a:pt x="1899179" y="246760"/>
                  </a:lnTo>
                  <a:lnTo>
                    <a:pt x="1899179" y="246760"/>
                  </a:lnTo>
                  <a:lnTo>
                    <a:pt x="1903418" y="246760"/>
                  </a:lnTo>
                  <a:lnTo>
                    <a:pt x="1903418" y="246387"/>
                  </a:lnTo>
                  <a:lnTo>
                    <a:pt x="1907657" y="246387"/>
                  </a:lnTo>
                  <a:lnTo>
                    <a:pt x="1907657" y="246387"/>
                  </a:lnTo>
                  <a:lnTo>
                    <a:pt x="1911897" y="246387"/>
                  </a:lnTo>
                  <a:lnTo>
                    <a:pt x="1911897" y="246014"/>
                  </a:lnTo>
                  <a:lnTo>
                    <a:pt x="1916136" y="246014"/>
                  </a:lnTo>
                  <a:lnTo>
                    <a:pt x="1916136" y="244894"/>
                  </a:lnTo>
                  <a:lnTo>
                    <a:pt x="1920375" y="244894"/>
                  </a:lnTo>
                  <a:lnTo>
                    <a:pt x="1920375" y="244521"/>
                  </a:lnTo>
                  <a:lnTo>
                    <a:pt x="1924614" y="244521"/>
                  </a:lnTo>
                  <a:lnTo>
                    <a:pt x="1924614" y="244147"/>
                  </a:lnTo>
                  <a:lnTo>
                    <a:pt x="1928853" y="244147"/>
                  </a:lnTo>
                  <a:lnTo>
                    <a:pt x="1928853" y="244147"/>
                  </a:lnTo>
                  <a:lnTo>
                    <a:pt x="1933093" y="244147"/>
                  </a:lnTo>
                  <a:lnTo>
                    <a:pt x="1933093" y="244147"/>
                  </a:lnTo>
                  <a:lnTo>
                    <a:pt x="1937332" y="244147"/>
                  </a:lnTo>
                  <a:lnTo>
                    <a:pt x="1937332" y="244147"/>
                  </a:lnTo>
                  <a:lnTo>
                    <a:pt x="1941571" y="244147"/>
                  </a:lnTo>
                  <a:lnTo>
                    <a:pt x="1941571" y="243774"/>
                  </a:lnTo>
                  <a:lnTo>
                    <a:pt x="1945810" y="243774"/>
                  </a:lnTo>
                  <a:lnTo>
                    <a:pt x="1945810" y="243026"/>
                  </a:lnTo>
                  <a:lnTo>
                    <a:pt x="1950050" y="243026"/>
                  </a:lnTo>
                  <a:lnTo>
                    <a:pt x="1950050" y="242279"/>
                  </a:lnTo>
                  <a:lnTo>
                    <a:pt x="1954289" y="242279"/>
                  </a:lnTo>
                  <a:lnTo>
                    <a:pt x="1954289" y="242279"/>
                  </a:lnTo>
                  <a:lnTo>
                    <a:pt x="1958528" y="242279"/>
                  </a:lnTo>
                  <a:lnTo>
                    <a:pt x="1958528" y="241531"/>
                  </a:lnTo>
                  <a:lnTo>
                    <a:pt x="1962767" y="241531"/>
                  </a:lnTo>
                  <a:lnTo>
                    <a:pt x="1962767" y="241531"/>
                  </a:lnTo>
                  <a:lnTo>
                    <a:pt x="1967007" y="241531"/>
                  </a:lnTo>
                  <a:lnTo>
                    <a:pt x="1967007" y="241531"/>
                  </a:lnTo>
                  <a:lnTo>
                    <a:pt x="1971246" y="241531"/>
                  </a:lnTo>
                  <a:lnTo>
                    <a:pt x="1971246" y="240783"/>
                  </a:lnTo>
                  <a:lnTo>
                    <a:pt x="1975485" y="240783"/>
                  </a:lnTo>
                  <a:lnTo>
                    <a:pt x="1975485" y="238912"/>
                  </a:lnTo>
                  <a:lnTo>
                    <a:pt x="1979724" y="238912"/>
                  </a:lnTo>
                  <a:lnTo>
                    <a:pt x="1979724" y="238537"/>
                  </a:lnTo>
                  <a:lnTo>
                    <a:pt x="1983964" y="238537"/>
                  </a:lnTo>
                  <a:lnTo>
                    <a:pt x="1983964" y="238537"/>
                  </a:lnTo>
                  <a:lnTo>
                    <a:pt x="1988203" y="238537"/>
                  </a:lnTo>
                  <a:lnTo>
                    <a:pt x="1988203" y="238163"/>
                  </a:lnTo>
                  <a:lnTo>
                    <a:pt x="1992442" y="238163"/>
                  </a:lnTo>
                  <a:lnTo>
                    <a:pt x="1992442" y="238163"/>
                  </a:lnTo>
                  <a:lnTo>
                    <a:pt x="1996681" y="238163"/>
                  </a:lnTo>
                  <a:lnTo>
                    <a:pt x="1996681" y="237413"/>
                  </a:lnTo>
                  <a:lnTo>
                    <a:pt x="2000921" y="237413"/>
                  </a:lnTo>
                  <a:lnTo>
                    <a:pt x="2000921" y="237413"/>
                  </a:lnTo>
                  <a:lnTo>
                    <a:pt x="2005160" y="237413"/>
                  </a:lnTo>
                  <a:lnTo>
                    <a:pt x="2005160" y="236289"/>
                  </a:lnTo>
                  <a:lnTo>
                    <a:pt x="2009399" y="236289"/>
                  </a:lnTo>
                  <a:lnTo>
                    <a:pt x="2009399" y="235914"/>
                  </a:lnTo>
                  <a:lnTo>
                    <a:pt x="2013638" y="235914"/>
                  </a:lnTo>
                  <a:lnTo>
                    <a:pt x="2013638" y="235914"/>
                  </a:lnTo>
                  <a:lnTo>
                    <a:pt x="2017878" y="235914"/>
                  </a:lnTo>
                  <a:lnTo>
                    <a:pt x="2017878" y="235914"/>
                  </a:lnTo>
                  <a:lnTo>
                    <a:pt x="2022117" y="235914"/>
                  </a:lnTo>
                  <a:lnTo>
                    <a:pt x="2022117" y="235914"/>
                  </a:lnTo>
                  <a:lnTo>
                    <a:pt x="2026356" y="235914"/>
                  </a:lnTo>
                  <a:lnTo>
                    <a:pt x="2026356" y="235914"/>
                  </a:lnTo>
                  <a:lnTo>
                    <a:pt x="2030595" y="235914"/>
                  </a:lnTo>
                  <a:lnTo>
                    <a:pt x="2030595" y="235164"/>
                  </a:lnTo>
                  <a:lnTo>
                    <a:pt x="2034834" y="235164"/>
                  </a:lnTo>
                  <a:lnTo>
                    <a:pt x="2034834" y="234413"/>
                  </a:lnTo>
                  <a:lnTo>
                    <a:pt x="2039074" y="234413"/>
                  </a:lnTo>
                  <a:lnTo>
                    <a:pt x="2039074" y="234037"/>
                  </a:lnTo>
                  <a:lnTo>
                    <a:pt x="2043313" y="234037"/>
                  </a:lnTo>
                  <a:lnTo>
                    <a:pt x="2043313" y="234037"/>
                  </a:lnTo>
                  <a:lnTo>
                    <a:pt x="2047552" y="234037"/>
                  </a:lnTo>
                  <a:lnTo>
                    <a:pt x="2047552" y="234037"/>
                  </a:lnTo>
                  <a:lnTo>
                    <a:pt x="2051791" y="234037"/>
                  </a:lnTo>
                  <a:lnTo>
                    <a:pt x="2051791" y="233662"/>
                  </a:lnTo>
                  <a:lnTo>
                    <a:pt x="2056031" y="233662"/>
                  </a:lnTo>
                  <a:lnTo>
                    <a:pt x="2056031" y="233662"/>
                  </a:lnTo>
                  <a:lnTo>
                    <a:pt x="2060270" y="233662"/>
                  </a:lnTo>
                  <a:lnTo>
                    <a:pt x="2060270" y="232534"/>
                  </a:lnTo>
                  <a:lnTo>
                    <a:pt x="2064509" y="232534"/>
                  </a:lnTo>
                  <a:lnTo>
                    <a:pt x="2064509" y="231782"/>
                  </a:lnTo>
                  <a:lnTo>
                    <a:pt x="2068748" y="231782"/>
                  </a:lnTo>
                  <a:lnTo>
                    <a:pt x="2068748" y="231782"/>
                  </a:lnTo>
                  <a:lnTo>
                    <a:pt x="2072988" y="231782"/>
                  </a:lnTo>
                  <a:lnTo>
                    <a:pt x="2072988" y="231405"/>
                  </a:lnTo>
                  <a:lnTo>
                    <a:pt x="2077227" y="231405"/>
                  </a:lnTo>
                  <a:lnTo>
                    <a:pt x="2077227" y="231029"/>
                  </a:lnTo>
                  <a:lnTo>
                    <a:pt x="2081466" y="231029"/>
                  </a:lnTo>
                  <a:lnTo>
                    <a:pt x="2081466" y="230653"/>
                  </a:lnTo>
                  <a:lnTo>
                    <a:pt x="2085705" y="230653"/>
                  </a:lnTo>
                  <a:lnTo>
                    <a:pt x="2085705" y="230653"/>
                  </a:lnTo>
                  <a:lnTo>
                    <a:pt x="2089945" y="230653"/>
                  </a:lnTo>
                  <a:lnTo>
                    <a:pt x="2089945" y="230653"/>
                  </a:lnTo>
                  <a:lnTo>
                    <a:pt x="2094184" y="230653"/>
                  </a:lnTo>
                  <a:lnTo>
                    <a:pt x="2094184" y="230653"/>
                  </a:lnTo>
                  <a:lnTo>
                    <a:pt x="2098423" y="230653"/>
                  </a:lnTo>
                  <a:lnTo>
                    <a:pt x="2098423" y="230653"/>
                  </a:lnTo>
                  <a:lnTo>
                    <a:pt x="2102662" y="230653"/>
                  </a:lnTo>
                  <a:lnTo>
                    <a:pt x="2102662" y="230275"/>
                  </a:lnTo>
                  <a:lnTo>
                    <a:pt x="2106902" y="230275"/>
                  </a:lnTo>
                  <a:lnTo>
                    <a:pt x="2106902" y="229521"/>
                  </a:lnTo>
                  <a:lnTo>
                    <a:pt x="2111141" y="229521"/>
                  </a:lnTo>
                  <a:lnTo>
                    <a:pt x="2111141" y="228767"/>
                  </a:lnTo>
                  <a:lnTo>
                    <a:pt x="2115380" y="228767"/>
                  </a:lnTo>
                  <a:lnTo>
                    <a:pt x="2115380" y="228390"/>
                  </a:lnTo>
                  <a:lnTo>
                    <a:pt x="2119619" y="228390"/>
                  </a:lnTo>
                  <a:lnTo>
                    <a:pt x="2119619" y="228390"/>
                  </a:lnTo>
                  <a:lnTo>
                    <a:pt x="2123859" y="228390"/>
                  </a:lnTo>
                  <a:lnTo>
                    <a:pt x="2123859" y="227636"/>
                  </a:lnTo>
                  <a:lnTo>
                    <a:pt x="2128098" y="227636"/>
                  </a:lnTo>
                  <a:lnTo>
                    <a:pt x="2128098" y="227636"/>
                  </a:lnTo>
                  <a:lnTo>
                    <a:pt x="2132337" y="227636"/>
                  </a:lnTo>
                  <a:lnTo>
                    <a:pt x="2132337" y="227636"/>
                  </a:lnTo>
                  <a:lnTo>
                    <a:pt x="2136576" y="227636"/>
                  </a:lnTo>
                  <a:lnTo>
                    <a:pt x="2136576" y="227258"/>
                  </a:lnTo>
                  <a:lnTo>
                    <a:pt x="2140815" y="227258"/>
                  </a:lnTo>
                  <a:lnTo>
                    <a:pt x="2140815" y="227258"/>
                  </a:lnTo>
                  <a:lnTo>
                    <a:pt x="2145055" y="227258"/>
                  </a:lnTo>
                  <a:lnTo>
                    <a:pt x="2145055" y="226881"/>
                  </a:lnTo>
                  <a:lnTo>
                    <a:pt x="2149294" y="226881"/>
                  </a:lnTo>
                  <a:lnTo>
                    <a:pt x="2149294" y="226503"/>
                  </a:lnTo>
                  <a:lnTo>
                    <a:pt x="2153533" y="226503"/>
                  </a:lnTo>
                  <a:lnTo>
                    <a:pt x="2153533" y="226503"/>
                  </a:lnTo>
                  <a:lnTo>
                    <a:pt x="2157772" y="226503"/>
                  </a:lnTo>
                  <a:lnTo>
                    <a:pt x="2157772" y="225370"/>
                  </a:lnTo>
                  <a:lnTo>
                    <a:pt x="2162012" y="225370"/>
                  </a:lnTo>
                  <a:lnTo>
                    <a:pt x="2162012" y="225370"/>
                  </a:lnTo>
                  <a:lnTo>
                    <a:pt x="2166251" y="225370"/>
                  </a:lnTo>
                  <a:lnTo>
                    <a:pt x="2166251" y="225370"/>
                  </a:lnTo>
                  <a:lnTo>
                    <a:pt x="2170490" y="225370"/>
                  </a:lnTo>
                  <a:lnTo>
                    <a:pt x="2170490" y="224614"/>
                  </a:lnTo>
                  <a:lnTo>
                    <a:pt x="2174729" y="224614"/>
                  </a:lnTo>
                  <a:lnTo>
                    <a:pt x="2174729" y="223858"/>
                  </a:lnTo>
                  <a:lnTo>
                    <a:pt x="2178969" y="223858"/>
                  </a:lnTo>
                  <a:lnTo>
                    <a:pt x="2178969" y="223858"/>
                  </a:lnTo>
                  <a:lnTo>
                    <a:pt x="2183208" y="223858"/>
                  </a:lnTo>
                  <a:lnTo>
                    <a:pt x="2183208" y="222724"/>
                  </a:lnTo>
                  <a:lnTo>
                    <a:pt x="2187447" y="222724"/>
                  </a:lnTo>
                  <a:lnTo>
                    <a:pt x="2187447" y="222346"/>
                  </a:lnTo>
                  <a:lnTo>
                    <a:pt x="2191686" y="222346"/>
                  </a:lnTo>
                  <a:lnTo>
                    <a:pt x="2191686" y="221967"/>
                  </a:lnTo>
                  <a:lnTo>
                    <a:pt x="2195926" y="221967"/>
                  </a:lnTo>
                  <a:lnTo>
                    <a:pt x="2195926" y="221967"/>
                  </a:lnTo>
                  <a:lnTo>
                    <a:pt x="2200165" y="221967"/>
                  </a:lnTo>
                  <a:lnTo>
                    <a:pt x="2200165" y="221967"/>
                  </a:lnTo>
                  <a:lnTo>
                    <a:pt x="2204404" y="221967"/>
                  </a:lnTo>
                  <a:lnTo>
                    <a:pt x="2204404" y="221209"/>
                  </a:lnTo>
                  <a:lnTo>
                    <a:pt x="2208643" y="221209"/>
                  </a:lnTo>
                  <a:lnTo>
                    <a:pt x="2208643" y="220073"/>
                  </a:lnTo>
                  <a:lnTo>
                    <a:pt x="2212883" y="220073"/>
                  </a:lnTo>
                  <a:lnTo>
                    <a:pt x="2212883" y="220073"/>
                  </a:lnTo>
                  <a:lnTo>
                    <a:pt x="2217122" y="220073"/>
                  </a:lnTo>
                  <a:lnTo>
                    <a:pt x="2217122" y="219694"/>
                  </a:lnTo>
                  <a:lnTo>
                    <a:pt x="2221361" y="219694"/>
                  </a:lnTo>
                  <a:lnTo>
                    <a:pt x="2221361" y="219694"/>
                  </a:lnTo>
                  <a:lnTo>
                    <a:pt x="2225600" y="219694"/>
                  </a:lnTo>
                  <a:lnTo>
                    <a:pt x="2225600" y="219694"/>
                  </a:lnTo>
                  <a:lnTo>
                    <a:pt x="2229839" y="219694"/>
                  </a:lnTo>
                  <a:lnTo>
                    <a:pt x="2229839" y="219694"/>
                  </a:lnTo>
                  <a:lnTo>
                    <a:pt x="2234079" y="219694"/>
                  </a:lnTo>
                  <a:lnTo>
                    <a:pt x="2234079" y="219314"/>
                  </a:lnTo>
                  <a:lnTo>
                    <a:pt x="2238318" y="219314"/>
                  </a:lnTo>
                  <a:lnTo>
                    <a:pt x="2238318" y="219314"/>
                  </a:lnTo>
                  <a:lnTo>
                    <a:pt x="2242557" y="219314"/>
                  </a:lnTo>
                  <a:lnTo>
                    <a:pt x="2242557" y="218554"/>
                  </a:lnTo>
                  <a:lnTo>
                    <a:pt x="2246796" y="218554"/>
                  </a:lnTo>
                  <a:lnTo>
                    <a:pt x="2246796" y="217793"/>
                  </a:lnTo>
                  <a:lnTo>
                    <a:pt x="2251036" y="217793"/>
                  </a:lnTo>
                  <a:lnTo>
                    <a:pt x="2251036" y="217793"/>
                  </a:lnTo>
                  <a:lnTo>
                    <a:pt x="2255275" y="217793"/>
                  </a:lnTo>
                  <a:lnTo>
                    <a:pt x="2255275" y="217032"/>
                  </a:lnTo>
                  <a:lnTo>
                    <a:pt x="2259514" y="217032"/>
                  </a:lnTo>
                  <a:lnTo>
                    <a:pt x="2259514" y="216270"/>
                  </a:lnTo>
                  <a:lnTo>
                    <a:pt x="2263753" y="216270"/>
                  </a:lnTo>
                  <a:lnTo>
                    <a:pt x="2263753" y="216270"/>
                  </a:lnTo>
                  <a:lnTo>
                    <a:pt x="2267993" y="216270"/>
                  </a:lnTo>
                  <a:lnTo>
                    <a:pt x="2267993" y="215890"/>
                  </a:lnTo>
                  <a:lnTo>
                    <a:pt x="2272232" y="215890"/>
                  </a:lnTo>
                  <a:lnTo>
                    <a:pt x="2272232" y="215509"/>
                  </a:lnTo>
                  <a:lnTo>
                    <a:pt x="2276471" y="215509"/>
                  </a:lnTo>
                  <a:lnTo>
                    <a:pt x="2276471" y="215509"/>
                  </a:lnTo>
                  <a:lnTo>
                    <a:pt x="2280710" y="215509"/>
                  </a:lnTo>
                  <a:lnTo>
                    <a:pt x="2280710" y="215509"/>
                  </a:lnTo>
                  <a:lnTo>
                    <a:pt x="2284950" y="215509"/>
                  </a:lnTo>
                  <a:lnTo>
                    <a:pt x="2284950" y="215509"/>
                  </a:lnTo>
                  <a:lnTo>
                    <a:pt x="2289189" y="215509"/>
                  </a:lnTo>
                  <a:lnTo>
                    <a:pt x="2289189" y="215127"/>
                  </a:lnTo>
                  <a:lnTo>
                    <a:pt x="2293428" y="215127"/>
                  </a:lnTo>
                  <a:lnTo>
                    <a:pt x="2293428" y="214363"/>
                  </a:lnTo>
                  <a:lnTo>
                    <a:pt x="2297667" y="214363"/>
                  </a:lnTo>
                  <a:lnTo>
                    <a:pt x="2297667" y="214363"/>
                  </a:lnTo>
                  <a:lnTo>
                    <a:pt x="2301907" y="214363"/>
                  </a:lnTo>
                  <a:lnTo>
                    <a:pt x="2301907" y="213981"/>
                  </a:lnTo>
                  <a:lnTo>
                    <a:pt x="2306146" y="213981"/>
                  </a:lnTo>
                  <a:lnTo>
                    <a:pt x="2306146" y="213598"/>
                  </a:lnTo>
                  <a:lnTo>
                    <a:pt x="2310385" y="213598"/>
                  </a:lnTo>
                  <a:lnTo>
                    <a:pt x="2310385" y="213216"/>
                  </a:lnTo>
                  <a:lnTo>
                    <a:pt x="2314624" y="213216"/>
                  </a:lnTo>
                  <a:lnTo>
                    <a:pt x="2314624" y="213216"/>
                  </a:lnTo>
                  <a:lnTo>
                    <a:pt x="2318864" y="213216"/>
                  </a:lnTo>
                  <a:lnTo>
                    <a:pt x="2318864" y="212833"/>
                  </a:lnTo>
                  <a:lnTo>
                    <a:pt x="2323103" y="212833"/>
                  </a:lnTo>
                  <a:lnTo>
                    <a:pt x="2323103" y="212067"/>
                  </a:lnTo>
                  <a:lnTo>
                    <a:pt x="2327342" y="212067"/>
                  </a:lnTo>
                  <a:lnTo>
                    <a:pt x="2327342" y="211683"/>
                  </a:lnTo>
                  <a:lnTo>
                    <a:pt x="2331581" y="211683"/>
                  </a:lnTo>
                  <a:lnTo>
                    <a:pt x="2331581" y="210917"/>
                  </a:lnTo>
                  <a:lnTo>
                    <a:pt x="2335820" y="210917"/>
                  </a:lnTo>
                  <a:lnTo>
                    <a:pt x="2335820" y="210917"/>
                  </a:lnTo>
                  <a:lnTo>
                    <a:pt x="2340060" y="210917"/>
                  </a:lnTo>
                  <a:lnTo>
                    <a:pt x="2340060" y="210533"/>
                  </a:lnTo>
                  <a:lnTo>
                    <a:pt x="2344299" y="210533"/>
                  </a:lnTo>
                  <a:lnTo>
                    <a:pt x="2344299" y="209765"/>
                  </a:lnTo>
                  <a:lnTo>
                    <a:pt x="2348538" y="209765"/>
                  </a:lnTo>
                  <a:lnTo>
                    <a:pt x="2348538" y="208998"/>
                  </a:lnTo>
                  <a:lnTo>
                    <a:pt x="2352777" y="208998"/>
                  </a:lnTo>
                  <a:lnTo>
                    <a:pt x="2352777" y="208998"/>
                  </a:lnTo>
                  <a:lnTo>
                    <a:pt x="2357017" y="208998"/>
                  </a:lnTo>
                  <a:lnTo>
                    <a:pt x="2357017" y="208998"/>
                  </a:lnTo>
                  <a:lnTo>
                    <a:pt x="2361256" y="208998"/>
                  </a:lnTo>
                  <a:lnTo>
                    <a:pt x="2361256" y="208998"/>
                  </a:lnTo>
                  <a:lnTo>
                    <a:pt x="2365495" y="208998"/>
                  </a:lnTo>
                  <a:lnTo>
                    <a:pt x="2365495" y="208998"/>
                  </a:lnTo>
                  <a:lnTo>
                    <a:pt x="2369734" y="208998"/>
                  </a:lnTo>
                  <a:lnTo>
                    <a:pt x="2369734" y="208998"/>
                  </a:lnTo>
                  <a:lnTo>
                    <a:pt x="2373974" y="208998"/>
                  </a:lnTo>
                  <a:lnTo>
                    <a:pt x="2373974" y="208998"/>
                  </a:lnTo>
                  <a:lnTo>
                    <a:pt x="2378213" y="208998"/>
                  </a:lnTo>
                  <a:lnTo>
                    <a:pt x="2378213" y="208998"/>
                  </a:lnTo>
                  <a:lnTo>
                    <a:pt x="2382452" y="208998"/>
                  </a:lnTo>
                  <a:lnTo>
                    <a:pt x="2382452" y="208613"/>
                  </a:lnTo>
                  <a:lnTo>
                    <a:pt x="2386691" y="208613"/>
                  </a:lnTo>
                  <a:lnTo>
                    <a:pt x="2386691" y="208613"/>
                  </a:lnTo>
                  <a:lnTo>
                    <a:pt x="2390931" y="208613"/>
                  </a:lnTo>
                  <a:lnTo>
                    <a:pt x="2390931" y="207843"/>
                  </a:lnTo>
                  <a:lnTo>
                    <a:pt x="2395170" y="207843"/>
                  </a:lnTo>
                  <a:lnTo>
                    <a:pt x="2395170" y="207457"/>
                  </a:lnTo>
                  <a:lnTo>
                    <a:pt x="2399409" y="207457"/>
                  </a:lnTo>
                  <a:lnTo>
                    <a:pt x="2399409" y="207457"/>
                  </a:lnTo>
                  <a:lnTo>
                    <a:pt x="2403648" y="207457"/>
                  </a:lnTo>
                  <a:lnTo>
                    <a:pt x="2403648" y="207457"/>
                  </a:lnTo>
                  <a:lnTo>
                    <a:pt x="2407888" y="207457"/>
                  </a:lnTo>
                  <a:lnTo>
                    <a:pt x="2407888" y="207457"/>
                  </a:lnTo>
                  <a:lnTo>
                    <a:pt x="2412127" y="207457"/>
                  </a:lnTo>
                  <a:lnTo>
                    <a:pt x="2412127" y="207457"/>
                  </a:lnTo>
                  <a:lnTo>
                    <a:pt x="2416366" y="207457"/>
                  </a:lnTo>
                  <a:lnTo>
                    <a:pt x="2416366" y="207457"/>
                  </a:lnTo>
                  <a:lnTo>
                    <a:pt x="2420605" y="207457"/>
                  </a:lnTo>
                  <a:lnTo>
                    <a:pt x="2420605" y="207457"/>
                  </a:lnTo>
                  <a:lnTo>
                    <a:pt x="2424845" y="207457"/>
                  </a:lnTo>
                  <a:lnTo>
                    <a:pt x="2424845" y="207457"/>
                  </a:lnTo>
                  <a:lnTo>
                    <a:pt x="2429084" y="207457"/>
                  </a:lnTo>
                  <a:lnTo>
                    <a:pt x="2429084" y="206684"/>
                  </a:lnTo>
                  <a:lnTo>
                    <a:pt x="2433323" y="206684"/>
                  </a:lnTo>
                  <a:lnTo>
                    <a:pt x="2433323" y="206684"/>
                  </a:lnTo>
                  <a:lnTo>
                    <a:pt x="2437562" y="206684"/>
                  </a:lnTo>
                  <a:lnTo>
                    <a:pt x="2437562" y="206684"/>
                  </a:lnTo>
                  <a:lnTo>
                    <a:pt x="2441801" y="206684"/>
                  </a:lnTo>
                  <a:lnTo>
                    <a:pt x="2441801" y="206684"/>
                  </a:lnTo>
                  <a:lnTo>
                    <a:pt x="2446041" y="206684"/>
                  </a:lnTo>
                  <a:lnTo>
                    <a:pt x="2446041" y="206297"/>
                  </a:lnTo>
                  <a:lnTo>
                    <a:pt x="2450280" y="206297"/>
                  </a:lnTo>
                  <a:lnTo>
                    <a:pt x="2450280" y="206297"/>
                  </a:lnTo>
                  <a:lnTo>
                    <a:pt x="2454519" y="206297"/>
                  </a:lnTo>
                  <a:lnTo>
                    <a:pt x="2454519" y="205909"/>
                  </a:lnTo>
                  <a:lnTo>
                    <a:pt x="2458758" y="205909"/>
                  </a:lnTo>
                  <a:lnTo>
                    <a:pt x="2458758" y="205521"/>
                  </a:lnTo>
                  <a:lnTo>
                    <a:pt x="2462998" y="205521"/>
                  </a:lnTo>
                  <a:lnTo>
                    <a:pt x="2462998" y="205521"/>
                  </a:lnTo>
                  <a:lnTo>
                    <a:pt x="2467237" y="205521"/>
                  </a:lnTo>
                  <a:lnTo>
                    <a:pt x="2467237" y="205521"/>
                  </a:lnTo>
                  <a:lnTo>
                    <a:pt x="2471476" y="205521"/>
                  </a:lnTo>
                  <a:lnTo>
                    <a:pt x="2471476" y="205521"/>
                  </a:lnTo>
                  <a:lnTo>
                    <a:pt x="2475715" y="205521"/>
                  </a:lnTo>
                  <a:lnTo>
                    <a:pt x="2475715" y="205521"/>
                  </a:lnTo>
                  <a:lnTo>
                    <a:pt x="2479955" y="205521"/>
                  </a:lnTo>
                  <a:lnTo>
                    <a:pt x="2479955" y="204744"/>
                  </a:lnTo>
                  <a:lnTo>
                    <a:pt x="2484194" y="204744"/>
                  </a:lnTo>
                  <a:lnTo>
                    <a:pt x="2484194" y="204744"/>
                  </a:lnTo>
                  <a:lnTo>
                    <a:pt x="2488433" y="204744"/>
                  </a:lnTo>
                  <a:lnTo>
                    <a:pt x="2488433" y="204744"/>
                  </a:lnTo>
                  <a:lnTo>
                    <a:pt x="2492672" y="204744"/>
                  </a:lnTo>
                  <a:lnTo>
                    <a:pt x="2492672" y="204744"/>
                  </a:lnTo>
                  <a:lnTo>
                    <a:pt x="2496912" y="204744"/>
                  </a:lnTo>
                  <a:lnTo>
                    <a:pt x="2496912" y="204744"/>
                  </a:lnTo>
                  <a:lnTo>
                    <a:pt x="2501151" y="204744"/>
                  </a:lnTo>
                  <a:lnTo>
                    <a:pt x="2501151" y="204744"/>
                  </a:lnTo>
                  <a:lnTo>
                    <a:pt x="2505390" y="204744"/>
                  </a:lnTo>
                  <a:lnTo>
                    <a:pt x="2505390" y="203963"/>
                  </a:lnTo>
                  <a:lnTo>
                    <a:pt x="2509629" y="203963"/>
                  </a:lnTo>
                  <a:lnTo>
                    <a:pt x="2509629" y="203573"/>
                  </a:lnTo>
                  <a:lnTo>
                    <a:pt x="2513869" y="203573"/>
                  </a:lnTo>
                  <a:lnTo>
                    <a:pt x="2513869" y="203573"/>
                  </a:lnTo>
                  <a:lnTo>
                    <a:pt x="2518108" y="203573"/>
                  </a:lnTo>
                  <a:lnTo>
                    <a:pt x="2518108" y="203573"/>
                  </a:lnTo>
                  <a:lnTo>
                    <a:pt x="2522347" y="203573"/>
                  </a:lnTo>
                  <a:lnTo>
                    <a:pt x="2522347" y="203180"/>
                  </a:lnTo>
                  <a:lnTo>
                    <a:pt x="2526586" y="203180"/>
                  </a:lnTo>
                  <a:lnTo>
                    <a:pt x="2526586" y="203180"/>
                  </a:lnTo>
                  <a:lnTo>
                    <a:pt x="2530825" y="203180"/>
                  </a:lnTo>
                  <a:lnTo>
                    <a:pt x="2530825" y="202788"/>
                  </a:lnTo>
                  <a:lnTo>
                    <a:pt x="2535065" y="202788"/>
                  </a:lnTo>
                  <a:lnTo>
                    <a:pt x="2535065" y="202788"/>
                  </a:lnTo>
                  <a:lnTo>
                    <a:pt x="2539304" y="202788"/>
                  </a:lnTo>
                  <a:lnTo>
                    <a:pt x="2539304" y="202395"/>
                  </a:lnTo>
                  <a:lnTo>
                    <a:pt x="2543543" y="202395"/>
                  </a:lnTo>
                  <a:lnTo>
                    <a:pt x="2543543" y="202002"/>
                  </a:lnTo>
                  <a:lnTo>
                    <a:pt x="2547782" y="202002"/>
                  </a:lnTo>
                  <a:lnTo>
                    <a:pt x="2547782" y="201608"/>
                  </a:lnTo>
                  <a:lnTo>
                    <a:pt x="2552022" y="201608"/>
                  </a:lnTo>
                  <a:lnTo>
                    <a:pt x="2552022" y="201214"/>
                  </a:lnTo>
                  <a:lnTo>
                    <a:pt x="2556261" y="201214"/>
                  </a:lnTo>
                  <a:lnTo>
                    <a:pt x="2556261" y="200820"/>
                  </a:lnTo>
                  <a:lnTo>
                    <a:pt x="2560500" y="200820"/>
                  </a:lnTo>
                  <a:lnTo>
                    <a:pt x="2560500" y="200426"/>
                  </a:lnTo>
                  <a:lnTo>
                    <a:pt x="2564739" y="200426"/>
                  </a:lnTo>
                  <a:lnTo>
                    <a:pt x="2564739" y="200426"/>
                  </a:lnTo>
                  <a:lnTo>
                    <a:pt x="2568979" y="200426"/>
                  </a:lnTo>
                  <a:lnTo>
                    <a:pt x="2568979" y="199241"/>
                  </a:lnTo>
                  <a:lnTo>
                    <a:pt x="2573218" y="199241"/>
                  </a:lnTo>
                  <a:lnTo>
                    <a:pt x="2573218" y="199241"/>
                  </a:lnTo>
                  <a:lnTo>
                    <a:pt x="2577457" y="199241"/>
                  </a:lnTo>
                  <a:lnTo>
                    <a:pt x="2577457" y="198845"/>
                  </a:lnTo>
                  <a:lnTo>
                    <a:pt x="2581696" y="198845"/>
                  </a:lnTo>
                  <a:lnTo>
                    <a:pt x="2581696" y="198449"/>
                  </a:lnTo>
                  <a:lnTo>
                    <a:pt x="2585936" y="198449"/>
                  </a:lnTo>
                  <a:lnTo>
                    <a:pt x="2585936" y="198053"/>
                  </a:lnTo>
                  <a:lnTo>
                    <a:pt x="2590175" y="198053"/>
                  </a:lnTo>
                  <a:lnTo>
                    <a:pt x="2590175" y="198053"/>
                  </a:lnTo>
                  <a:lnTo>
                    <a:pt x="2594414" y="198053"/>
                  </a:lnTo>
                  <a:lnTo>
                    <a:pt x="2594414" y="198053"/>
                  </a:lnTo>
                  <a:lnTo>
                    <a:pt x="2598653" y="198053"/>
                  </a:lnTo>
                  <a:lnTo>
                    <a:pt x="2598653" y="197260"/>
                  </a:lnTo>
                  <a:lnTo>
                    <a:pt x="2602893" y="197260"/>
                  </a:lnTo>
                  <a:lnTo>
                    <a:pt x="2602893" y="197260"/>
                  </a:lnTo>
                  <a:lnTo>
                    <a:pt x="2607132" y="197260"/>
                  </a:lnTo>
                  <a:lnTo>
                    <a:pt x="2607132" y="196862"/>
                  </a:lnTo>
                  <a:lnTo>
                    <a:pt x="2611371" y="196862"/>
                  </a:lnTo>
                  <a:lnTo>
                    <a:pt x="2611371" y="196862"/>
                  </a:lnTo>
                  <a:lnTo>
                    <a:pt x="2615610" y="196862"/>
                  </a:lnTo>
                  <a:lnTo>
                    <a:pt x="2615610" y="196862"/>
                  </a:lnTo>
                  <a:lnTo>
                    <a:pt x="2619850" y="196862"/>
                  </a:lnTo>
                  <a:lnTo>
                    <a:pt x="2619850" y="196464"/>
                  </a:lnTo>
                  <a:lnTo>
                    <a:pt x="2624089" y="196464"/>
                  </a:lnTo>
                  <a:lnTo>
                    <a:pt x="2624089" y="196464"/>
                  </a:lnTo>
                  <a:lnTo>
                    <a:pt x="2628328" y="196464"/>
                  </a:lnTo>
                  <a:lnTo>
                    <a:pt x="2628328" y="194871"/>
                  </a:lnTo>
                  <a:lnTo>
                    <a:pt x="2632567" y="194871"/>
                  </a:lnTo>
                  <a:lnTo>
                    <a:pt x="2632567" y="194871"/>
                  </a:lnTo>
                  <a:lnTo>
                    <a:pt x="2636806" y="194871"/>
                  </a:lnTo>
                  <a:lnTo>
                    <a:pt x="2636806" y="194871"/>
                  </a:lnTo>
                  <a:lnTo>
                    <a:pt x="2641046" y="194871"/>
                  </a:lnTo>
                  <a:lnTo>
                    <a:pt x="2641046" y="194871"/>
                  </a:lnTo>
                  <a:lnTo>
                    <a:pt x="2645285" y="194871"/>
                  </a:lnTo>
                  <a:lnTo>
                    <a:pt x="2645285" y="194871"/>
                  </a:lnTo>
                  <a:lnTo>
                    <a:pt x="2649524" y="194871"/>
                  </a:lnTo>
                  <a:lnTo>
                    <a:pt x="2649524" y="194871"/>
                  </a:lnTo>
                  <a:lnTo>
                    <a:pt x="2653763" y="194871"/>
                  </a:lnTo>
                  <a:lnTo>
                    <a:pt x="2653763" y="194470"/>
                  </a:lnTo>
                  <a:lnTo>
                    <a:pt x="2658003" y="194470"/>
                  </a:lnTo>
                  <a:lnTo>
                    <a:pt x="2658003" y="194470"/>
                  </a:lnTo>
                  <a:lnTo>
                    <a:pt x="2662242" y="194470"/>
                  </a:lnTo>
                  <a:lnTo>
                    <a:pt x="2662242" y="194470"/>
                  </a:lnTo>
                  <a:lnTo>
                    <a:pt x="2666481" y="194470"/>
                  </a:lnTo>
                  <a:lnTo>
                    <a:pt x="2666481" y="194470"/>
                  </a:lnTo>
                  <a:lnTo>
                    <a:pt x="2670720" y="194470"/>
                  </a:lnTo>
                  <a:lnTo>
                    <a:pt x="2670720" y="194470"/>
                  </a:lnTo>
                  <a:lnTo>
                    <a:pt x="2674960" y="194470"/>
                  </a:lnTo>
                  <a:lnTo>
                    <a:pt x="2674960" y="194470"/>
                  </a:lnTo>
                  <a:lnTo>
                    <a:pt x="2679199" y="194470"/>
                  </a:lnTo>
                  <a:lnTo>
                    <a:pt x="2679199" y="194470"/>
                  </a:lnTo>
                  <a:lnTo>
                    <a:pt x="2683438" y="194470"/>
                  </a:lnTo>
                  <a:lnTo>
                    <a:pt x="2683438" y="192861"/>
                  </a:lnTo>
                  <a:lnTo>
                    <a:pt x="2687677" y="192861"/>
                  </a:lnTo>
                  <a:lnTo>
                    <a:pt x="2687677" y="191655"/>
                  </a:lnTo>
                  <a:lnTo>
                    <a:pt x="2691917" y="191655"/>
                  </a:lnTo>
                  <a:lnTo>
                    <a:pt x="2691917" y="190446"/>
                  </a:lnTo>
                  <a:lnTo>
                    <a:pt x="2696156" y="190446"/>
                  </a:lnTo>
                  <a:lnTo>
                    <a:pt x="2696156" y="190446"/>
                  </a:lnTo>
                  <a:lnTo>
                    <a:pt x="2700395" y="190446"/>
                  </a:lnTo>
                  <a:lnTo>
                    <a:pt x="2700395" y="190446"/>
                  </a:lnTo>
                  <a:lnTo>
                    <a:pt x="2704634" y="190446"/>
                  </a:lnTo>
                  <a:lnTo>
                    <a:pt x="2704634" y="189639"/>
                  </a:lnTo>
                  <a:lnTo>
                    <a:pt x="2708874" y="189639"/>
                  </a:lnTo>
                  <a:lnTo>
                    <a:pt x="2708874" y="189236"/>
                  </a:lnTo>
                  <a:lnTo>
                    <a:pt x="2713113" y="189236"/>
                  </a:lnTo>
                  <a:lnTo>
                    <a:pt x="2713113" y="188832"/>
                  </a:lnTo>
                  <a:lnTo>
                    <a:pt x="2717352" y="188832"/>
                  </a:lnTo>
                  <a:lnTo>
                    <a:pt x="2717352" y="188428"/>
                  </a:lnTo>
                  <a:lnTo>
                    <a:pt x="2721591" y="188428"/>
                  </a:lnTo>
                  <a:lnTo>
                    <a:pt x="2721591" y="188023"/>
                  </a:lnTo>
                  <a:lnTo>
                    <a:pt x="2725831" y="188023"/>
                  </a:lnTo>
                  <a:lnTo>
                    <a:pt x="2725831" y="187618"/>
                  </a:lnTo>
                  <a:lnTo>
                    <a:pt x="2730070" y="187618"/>
                  </a:lnTo>
                  <a:lnTo>
                    <a:pt x="2730070" y="187618"/>
                  </a:lnTo>
                  <a:lnTo>
                    <a:pt x="2734309" y="187618"/>
                  </a:lnTo>
                  <a:lnTo>
                    <a:pt x="2734309" y="187618"/>
                  </a:lnTo>
                  <a:lnTo>
                    <a:pt x="2738548" y="187618"/>
                  </a:lnTo>
                  <a:lnTo>
                    <a:pt x="2738548" y="187618"/>
                  </a:lnTo>
                  <a:lnTo>
                    <a:pt x="2742787" y="187618"/>
                  </a:lnTo>
                  <a:lnTo>
                    <a:pt x="2742787" y="187211"/>
                  </a:lnTo>
                  <a:lnTo>
                    <a:pt x="2747027" y="187211"/>
                  </a:lnTo>
                  <a:lnTo>
                    <a:pt x="2747027" y="185991"/>
                  </a:lnTo>
                  <a:lnTo>
                    <a:pt x="2751266" y="185991"/>
                  </a:lnTo>
                  <a:lnTo>
                    <a:pt x="2751266" y="185991"/>
                  </a:lnTo>
                  <a:lnTo>
                    <a:pt x="2755505" y="185991"/>
                  </a:lnTo>
                  <a:lnTo>
                    <a:pt x="2755505" y="185583"/>
                  </a:lnTo>
                  <a:lnTo>
                    <a:pt x="2759744" y="185583"/>
                  </a:lnTo>
                  <a:lnTo>
                    <a:pt x="2759744" y="185175"/>
                  </a:lnTo>
                  <a:lnTo>
                    <a:pt x="2763984" y="185175"/>
                  </a:lnTo>
                  <a:lnTo>
                    <a:pt x="2763984" y="185175"/>
                  </a:lnTo>
                  <a:lnTo>
                    <a:pt x="2768223" y="185175"/>
                  </a:lnTo>
                  <a:lnTo>
                    <a:pt x="2768223" y="184767"/>
                  </a:lnTo>
                  <a:lnTo>
                    <a:pt x="2772462" y="184767"/>
                  </a:lnTo>
                  <a:lnTo>
                    <a:pt x="2772462" y="184767"/>
                  </a:lnTo>
                  <a:lnTo>
                    <a:pt x="2776701" y="184767"/>
                  </a:lnTo>
                  <a:lnTo>
                    <a:pt x="2776701" y="183949"/>
                  </a:lnTo>
                  <a:lnTo>
                    <a:pt x="2780941" y="183949"/>
                  </a:lnTo>
                  <a:lnTo>
                    <a:pt x="2780941" y="183949"/>
                  </a:lnTo>
                  <a:lnTo>
                    <a:pt x="2785180" y="183949"/>
                  </a:lnTo>
                  <a:lnTo>
                    <a:pt x="2785180" y="183949"/>
                  </a:lnTo>
                  <a:lnTo>
                    <a:pt x="2789419" y="183949"/>
                  </a:lnTo>
                  <a:lnTo>
                    <a:pt x="2789419" y="183539"/>
                  </a:lnTo>
                  <a:lnTo>
                    <a:pt x="2793658" y="183539"/>
                  </a:lnTo>
                  <a:lnTo>
                    <a:pt x="2793658" y="183539"/>
                  </a:lnTo>
                  <a:lnTo>
                    <a:pt x="2797898" y="183539"/>
                  </a:lnTo>
                  <a:lnTo>
                    <a:pt x="2797898" y="183128"/>
                  </a:lnTo>
                  <a:lnTo>
                    <a:pt x="2802137" y="183128"/>
                  </a:lnTo>
                  <a:lnTo>
                    <a:pt x="2802137" y="183128"/>
                  </a:lnTo>
                  <a:lnTo>
                    <a:pt x="2806376" y="183128"/>
                  </a:lnTo>
                  <a:lnTo>
                    <a:pt x="2806376" y="182716"/>
                  </a:lnTo>
                  <a:lnTo>
                    <a:pt x="2810615" y="182716"/>
                  </a:lnTo>
                  <a:lnTo>
                    <a:pt x="2810615" y="182716"/>
                  </a:lnTo>
                  <a:lnTo>
                    <a:pt x="2814855" y="182716"/>
                  </a:lnTo>
                  <a:lnTo>
                    <a:pt x="2814855" y="182304"/>
                  </a:lnTo>
                  <a:lnTo>
                    <a:pt x="2819094" y="182304"/>
                  </a:lnTo>
                  <a:lnTo>
                    <a:pt x="2819094" y="181066"/>
                  </a:lnTo>
                  <a:lnTo>
                    <a:pt x="2823333" y="181066"/>
                  </a:lnTo>
                  <a:lnTo>
                    <a:pt x="2823333" y="181066"/>
                  </a:lnTo>
                  <a:lnTo>
                    <a:pt x="2827572" y="181066"/>
                  </a:lnTo>
                  <a:lnTo>
                    <a:pt x="2827572" y="181066"/>
                  </a:lnTo>
                  <a:lnTo>
                    <a:pt x="2831812" y="181066"/>
                  </a:lnTo>
                  <a:lnTo>
                    <a:pt x="2831812" y="181066"/>
                  </a:lnTo>
                  <a:lnTo>
                    <a:pt x="2836051" y="181066"/>
                  </a:lnTo>
                  <a:lnTo>
                    <a:pt x="2836051" y="180652"/>
                  </a:lnTo>
                  <a:lnTo>
                    <a:pt x="2840290" y="180652"/>
                  </a:lnTo>
                  <a:lnTo>
                    <a:pt x="2840290" y="180652"/>
                  </a:lnTo>
                  <a:lnTo>
                    <a:pt x="2844529" y="180652"/>
                  </a:lnTo>
                  <a:lnTo>
                    <a:pt x="2844529" y="180652"/>
                  </a:lnTo>
                  <a:lnTo>
                    <a:pt x="2848768" y="180652"/>
                  </a:lnTo>
                  <a:lnTo>
                    <a:pt x="2848768" y="180238"/>
                  </a:lnTo>
                  <a:lnTo>
                    <a:pt x="2853008" y="180238"/>
                  </a:lnTo>
                  <a:lnTo>
                    <a:pt x="2853008" y="180238"/>
                  </a:lnTo>
                  <a:lnTo>
                    <a:pt x="2857247" y="180238"/>
                  </a:lnTo>
                  <a:lnTo>
                    <a:pt x="2857247" y="179823"/>
                  </a:lnTo>
                  <a:lnTo>
                    <a:pt x="2861486" y="179823"/>
                  </a:lnTo>
                  <a:lnTo>
                    <a:pt x="2861486" y="179408"/>
                  </a:lnTo>
                  <a:lnTo>
                    <a:pt x="2865725" y="179408"/>
                  </a:lnTo>
                  <a:lnTo>
                    <a:pt x="2865725" y="178578"/>
                  </a:lnTo>
                  <a:lnTo>
                    <a:pt x="2869965" y="178578"/>
                  </a:lnTo>
                  <a:lnTo>
                    <a:pt x="2869965" y="178578"/>
                  </a:lnTo>
                  <a:lnTo>
                    <a:pt x="2874204" y="178578"/>
                  </a:lnTo>
                  <a:lnTo>
                    <a:pt x="2874204" y="178161"/>
                  </a:lnTo>
                  <a:lnTo>
                    <a:pt x="2878443" y="178161"/>
                  </a:lnTo>
                  <a:lnTo>
                    <a:pt x="2878443" y="178161"/>
                  </a:lnTo>
                  <a:lnTo>
                    <a:pt x="2882682" y="178161"/>
                  </a:lnTo>
                  <a:lnTo>
                    <a:pt x="2882682" y="178161"/>
                  </a:lnTo>
                  <a:lnTo>
                    <a:pt x="2886922" y="178161"/>
                  </a:lnTo>
                  <a:lnTo>
                    <a:pt x="2886922" y="176910"/>
                  </a:lnTo>
                  <a:lnTo>
                    <a:pt x="2891161" y="176910"/>
                  </a:lnTo>
                  <a:lnTo>
                    <a:pt x="2891161" y="176493"/>
                  </a:lnTo>
                  <a:lnTo>
                    <a:pt x="2895400" y="176493"/>
                  </a:lnTo>
                  <a:lnTo>
                    <a:pt x="2895400" y="175658"/>
                  </a:lnTo>
                  <a:lnTo>
                    <a:pt x="2899639" y="175658"/>
                  </a:lnTo>
                  <a:lnTo>
                    <a:pt x="2899639" y="175658"/>
                  </a:lnTo>
                  <a:lnTo>
                    <a:pt x="2903879" y="175658"/>
                  </a:lnTo>
                  <a:lnTo>
                    <a:pt x="2903879" y="175239"/>
                  </a:lnTo>
                  <a:lnTo>
                    <a:pt x="2908118" y="175239"/>
                  </a:lnTo>
                  <a:lnTo>
                    <a:pt x="2908118" y="175239"/>
                  </a:lnTo>
                  <a:lnTo>
                    <a:pt x="2912357" y="175239"/>
                  </a:lnTo>
                  <a:lnTo>
                    <a:pt x="2912357" y="174821"/>
                  </a:lnTo>
                  <a:lnTo>
                    <a:pt x="2916596" y="174821"/>
                  </a:lnTo>
                  <a:lnTo>
                    <a:pt x="2916596" y="174821"/>
                  </a:lnTo>
                  <a:lnTo>
                    <a:pt x="2920836" y="174821"/>
                  </a:lnTo>
                  <a:lnTo>
                    <a:pt x="2920836" y="174821"/>
                  </a:lnTo>
                  <a:lnTo>
                    <a:pt x="2925075" y="174821"/>
                  </a:lnTo>
                  <a:lnTo>
                    <a:pt x="2925075" y="174401"/>
                  </a:lnTo>
                  <a:lnTo>
                    <a:pt x="2929314" y="174401"/>
                  </a:lnTo>
                  <a:lnTo>
                    <a:pt x="2929314" y="174401"/>
                  </a:lnTo>
                  <a:lnTo>
                    <a:pt x="2933553" y="174401"/>
                  </a:lnTo>
                  <a:lnTo>
                    <a:pt x="2933553" y="173980"/>
                  </a:lnTo>
                  <a:lnTo>
                    <a:pt x="2937792" y="173980"/>
                  </a:lnTo>
                  <a:lnTo>
                    <a:pt x="2937792" y="173980"/>
                  </a:lnTo>
                  <a:lnTo>
                    <a:pt x="2942032" y="173980"/>
                  </a:lnTo>
                  <a:lnTo>
                    <a:pt x="2942032" y="173559"/>
                  </a:lnTo>
                  <a:lnTo>
                    <a:pt x="2946271" y="173559"/>
                  </a:lnTo>
                  <a:lnTo>
                    <a:pt x="2946271" y="173138"/>
                  </a:lnTo>
                  <a:lnTo>
                    <a:pt x="2950510" y="173138"/>
                  </a:lnTo>
                  <a:lnTo>
                    <a:pt x="2950510" y="172294"/>
                  </a:lnTo>
                  <a:lnTo>
                    <a:pt x="2954749" y="172294"/>
                  </a:lnTo>
                  <a:lnTo>
                    <a:pt x="2954749" y="171872"/>
                  </a:lnTo>
                  <a:lnTo>
                    <a:pt x="2958989" y="171872"/>
                  </a:lnTo>
                  <a:lnTo>
                    <a:pt x="2958989" y="171872"/>
                  </a:lnTo>
                  <a:lnTo>
                    <a:pt x="2963228" y="171872"/>
                  </a:lnTo>
                  <a:lnTo>
                    <a:pt x="2963228" y="171872"/>
                  </a:lnTo>
                  <a:lnTo>
                    <a:pt x="2967467" y="171872"/>
                  </a:lnTo>
                  <a:lnTo>
                    <a:pt x="2967467" y="171872"/>
                  </a:lnTo>
                  <a:lnTo>
                    <a:pt x="2971706" y="171872"/>
                  </a:lnTo>
                  <a:lnTo>
                    <a:pt x="2971706" y="171872"/>
                  </a:lnTo>
                  <a:lnTo>
                    <a:pt x="2975946" y="171872"/>
                  </a:lnTo>
                  <a:lnTo>
                    <a:pt x="2975946" y="171872"/>
                  </a:lnTo>
                  <a:lnTo>
                    <a:pt x="2980185" y="171872"/>
                  </a:lnTo>
                  <a:lnTo>
                    <a:pt x="2980185" y="171872"/>
                  </a:lnTo>
                  <a:lnTo>
                    <a:pt x="2984424" y="171872"/>
                  </a:lnTo>
                  <a:lnTo>
                    <a:pt x="2984424" y="171023"/>
                  </a:lnTo>
                  <a:lnTo>
                    <a:pt x="2988663" y="171023"/>
                  </a:lnTo>
                  <a:lnTo>
                    <a:pt x="2988663" y="171023"/>
                  </a:lnTo>
                  <a:lnTo>
                    <a:pt x="2992903" y="171023"/>
                  </a:lnTo>
                  <a:lnTo>
                    <a:pt x="2992903" y="170597"/>
                  </a:lnTo>
                  <a:lnTo>
                    <a:pt x="2997142" y="170597"/>
                  </a:lnTo>
                  <a:lnTo>
                    <a:pt x="2997142" y="170597"/>
                  </a:lnTo>
                  <a:lnTo>
                    <a:pt x="3001381" y="170597"/>
                  </a:lnTo>
                  <a:lnTo>
                    <a:pt x="3001381" y="170171"/>
                  </a:lnTo>
                  <a:lnTo>
                    <a:pt x="3005620" y="170171"/>
                  </a:lnTo>
                  <a:lnTo>
                    <a:pt x="3005620" y="170171"/>
                  </a:lnTo>
                  <a:lnTo>
                    <a:pt x="3009860" y="170171"/>
                  </a:lnTo>
                  <a:lnTo>
                    <a:pt x="3009860" y="170171"/>
                  </a:lnTo>
                  <a:lnTo>
                    <a:pt x="3014099" y="170171"/>
                  </a:lnTo>
                  <a:lnTo>
                    <a:pt x="3014099" y="170171"/>
                  </a:lnTo>
                  <a:lnTo>
                    <a:pt x="3018338" y="170171"/>
                  </a:lnTo>
                  <a:lnTo>
                    <a:pt x="3018338" y="170171"/>
                  </a:lnTo>
                  <a:lnTo>
                    <a:pt x="3022577" y="170171"/>
                  </a:lnTo>
                  <a:lnTo>
                    <a:pt x="3022577" y="170171"/>
                  </a:lnTo>
                  <a:lnTo>
                    <a:pt x="3026817" y="170171"/>
                  </a:lnTo>
                  <a:lnTo>
                    <a:pt x="3026817" y="170171"/>
                  </a:lnTo>
                  <a:lnTo>
                    <a:pt x="3031056" y="170171"/>
                  </a:lnTo>
                  <a:lnTo>
                    <a:pt x="3031056" y="169742"/>
                  </a:lnTo>
                  <a:lnTo>
                    <a:pt x="3035295" y="169742"/>
                  </a:lnTo>
                  <a:lnTo>
                    <a:pt x="3035295" y="169742"/>
                  </a:lnTo>
                  <a:lnTo>
                    <a:pt x="3039534" y="169742"/>
                  </a:lnTo>
                  <a:lnTo>
                    <a:pt x="3039534" y="169313"/>
                  </a:lnTo>
                  <a:lnTo>
                    <a:pt x="3043773" y="169313"/>
                  </a:lnTo>
                  <a:lnTo>
                    <a:pt x="3043773" y="169313"/>
                  </a:lnTo>
                  <a:lnTo>
                    <a:pt x="3048013" y="169313"/>
                  </a:lnTo>
                  <a:lnTo>
                    <a:pt x="3048013" y="168883"/>
                  </a:lnTo>
                  <a:lnTo>
                    <a:pt x="3052252" y="168883"/>
                  </a:lnTo>
                  <a:lnTo>
                    <a:pt x="3052252" y="168452"/>
                  </a:lnTo>
                  <a:lnTo>
                    <a:pt x="3056491" y="168452"/>
                  </a:lnTo>
                  <a:lnTo>
                    <a:pt x="3056491" y="168022"/>
                  </a:lnTo>
                  <a:lnTo>
                    <a:pt x="3060730" y="168022"/>
                  </a:lnTo>
                  <a:lnTo>
                    <a:pt x="3060730" y="168022"/>
                  </a:lnTo>
                  <a:lnTo>
                    <a:pt x="3064970" y="168022"/>
                  </a:lnTo>
                  <a:lnTo>
                    <a:pt x="3064970" y="167591"/>
                  </a:lnTo>
                  <a:lnTo>
                    <a:pt x="3069209" y="167591"/>
                  </a:lnTo>
                  <a:lnTo>
                    <a:pt x="3069209" y="166729"/>
                  </a:lnTo>
                  <a:lnTo>
                    <a:pt x="3073448" y="166729"/>
                  </a:lnTo>
                  <a:lnTo>
                    <a:pt x="3073448" y="165436"/>
                  </a:lnTo>
                  <a:lnTo>
                    <a:pt x="3077687" y="165436"/>
                  </a:lnTo>
                  <a:lnTo>
                    <a:pt x="3077687" y="165436"/>
                  </a:lnTo>
                  <a:lnTo>
                    <a:pt x="3081927" y="165436"/>
                  </a:lnTo>
                  <a:lnTo>
                    <a:pt x="3081927" y="165436"/>
                  </a:lnTo>
                  <a:lnTo>
                    <a:pt x="3086166" y="165436"/>
                  </a:lnTo>
                  <a:lnTo>
                    <a:pt x="3086166" y="165436"/>
                  </a:lnTo>
                  <a:lnTo>
                    <a:pt x="3090405" y="165436"/>
                  </a:lnTo>
                  <a:lnTo>
                    <a:pt x="3090405" y="163707"/>
                  </a:lnTo>
                  <a:lnTo>
                    <a:pt x="3094644" y="163707"/>
                  </a:lnTo>
                  <a:lnTo>
                    <a:pt x="3094644" y="163707"/>
                  </a:lnTo>
                  <a:lnTo>
                    <a:pt x="3098884" y="163707"/>
                  </a:lnTo>
                  <a:lnTo>
                    <a:pt x="3098884" y="163707"/>
                  </a:lnTo>
                  <a:lnTo>
                    <a:pt x="3103123" y="163707"/>
                  </a:lnTo>
                  <a:lnTo>
                    <a:pt x="3103123" y="161974"/>
                  </a:lnTo>
                  <a:lnTo>
                    <a:pt x="3107362" y="161974"/>
                  </a:lnTo>
                  <a:lnTo>
                    <a:pt x="3107362" y="161974"/>
                  </a:lnTo>
                  <a:lnTo>
                    <a:pt x="3111601" y="161974"/>
                  </a:lnTo>
                  <a:lnTo>
                    <a:pt x="3111601" y="161540"/>
                  </a:lnTo>
                  <a:lnTo>
                    <a:pt x="3115841" y="161540"/>
                  </a:lnTo>
                  <a:lnTo>
                    <a:pt x="3115841" y="161540"/>
                  </a:lnTo>
                  <a:lnTo>
                    <a:pt x="3120080" y="161540"/>
                  </a:lnTo>
                  <a:lnTo>
                    <a:pt x="3120080" y="161540"/>
                  </a:lnTo>
                  <a:lnTo>
                    <a:pt x="3124319" y="161540"/>
                  </a:lnTo>
                  <a:lnTo>
                    <a:pt x="3124319" y="160670"/>
                  </a:lnTo>
                  <a:lnTo>
                    <a:pt x="3128558" y="160670"/>
                  </a:lnTo>
                  <a:lnTo>
                    <a:pt x="3128558" y="160670"/>
                  </a:lnTo>
                  <a:lnTo>
                    <a:pt x="3132798" y="160670"/>
                  </a:lnTo>
                  <a:lnTo>
                    <a:pt x="3132798" y="160234"/>
                  </a:lnTo>
                  <a:lnTo>
                    <a:pt x="3137037" y="160234"/>
                  </a:lnTo>
                  <a:lnTo>
                    <a:pt x="3137037" y="160234"/>
                  </a:lnTo>
                  <a:lnTo>
                    <a:pt x="3141276" y="160234"/>
                  </a:lnTo>
                  <a:lnTo>
                    <a:pt x="3141276" y="160234"/>
                  </a:lnTo>
                  <a:lnTo>
                    <a:pt x="3145515" y="160234"/>
                  </a:lnTo>
                  <a:lnTo>
                    <a:pt x="3145515" y="160234"/>
                  </a:lnTo>
                  <a:lnTo>
                    <a:pt x="3149754" y="160234"/>
                  </a:lnTo>
                  <a:lnTo>
                    <a:pt x="3149754" y="160234"/>
                  </a:lnTo>
                  <a:lnTo>
                    <a:pt x="3153994" y="160234"/>
                  </a:lnTo>
                  <a:lnTo>
                    <a:pt x="3153994" y="160234"/>
                  </a:lnTo>
                  <a:lnTo>
                    <a:pt x="3158233" y="160234"/>
                  </a:lnTo>
                  <a:lnTo>
                    <a:pt x="3158233" y="160234"/>
                  </a:lnTo>
                  <a:lnTo>
                    <a:pt x="3162472" y="160234"/>
                  </a:lnTo>
                  <a:lnTo>
                    <a:pt x="3162472" y="159795"/>
                  </a:lnTo>
                  <a:lnTo>
                    <a:pt x="3166711" y="159795"/>
                  </a:lnTo>
                  <a:lnTo>
                    <a:pt x="3166711" y="159795"/>
                  </a:lnTo>
                  <a:lnTo>
                    <a:pt x="3170951" y="159795"/>
                  </a:lnTo>
                  <a:lnTo>
                    <a:pt x="3170951" y="159795"/>
                  </a:lnTo>
                  <a:lnTo>
                    <a:pt x="3175190" y="159795"/>
                  </a:lnTo>
                  <a:lnTo>
                    <a:pt x="3175190" y="159795"/>
                  </a:lnTo>
                  <a:lnTo>
                    <a:pt x="3179429" y="159795"/>
                  </a:lnTo>
                  <a:lnTo>
                    <a:pt x="3179429" y="159795"/>
                  </a:lnTo>
                  <a:lnTo>
                    <a:pt x="3183668" y="159795"/>
                  </a:lnTo>
                  <a:lnTo>
                    <a:pt x="3183668" y="159356"/>
                  </a:lnTo>
                  <a:lnTo>
                    <a:pt x="3187908" y="159356"/>
                  </a:lnTo>
                  <a:lnTo>
                    <a:pt x="3187908" y="159356"/>
                  </a:lnTo>
                  <a:lnTo>
                    <a:pt x="3192147" y="159356"/>
                  </a:lnTo>
                  <a:lnTo>
                    <a:pt x="3192147" y="158916"/>
                  </a:lnTo>
                  <a:lnTo>
                    <a:pt x="3196386" y="158916"/>
                  </a:lnTo>
                  <a:lnTo>
                    <a:pt x="3196386" y="158916"/>
                  </a:lnTo>
                  <a:lnTo>
                    <a:pt x="3200625" y="158916"/>
                  </a:lnTo>
                  <a:lnTo>
                    <a:pt x="3200625" y="158474"/>
                  </a:lnTo>
                  <a:lnTo>
                    <a:pt x="3204865" y="158474"/>
                  </a:lnTo>
                  <a:lnTo>
                    <a:pt x="3204865" y="158474"/>
                  </a:lnTo>
                  <a:lnTo>
                    <a:pt x="3209104" y="158474"/>
                  </a:lnTo>
                  <a:lnTo>
                    <a:pt x="3209104" y="158474"/>
                  </a:lnTo>
                  <a:lnTo>
                    <a:pt x="3213343" y="158474"/>
                  </a:lnTo>
                  <a:lnTo>
                    <a:pt x="3213343" y="158474"/>
                  </a:lnTo>
                  <a:lnTo>
                    <a:pt x="3217582" y="158474"/>
                  </a:lnTo>
                  <a:lnTo>
                    <a:pt x="3217582" y="158032"/>
                  </a:lnTo>
                  <a:lnTo>
                    <a:pt x="3221822" y="158032"/>
                  </a:lnTo>
                  <a:lnTo>
                    <a:pt x="3221822" y="157589"/>
                  </a:lnTo>
                  <a:lnTo>
                    <a:pt x="3226061" y="157589"/>
                  </a:lnTo>
                  <a:lnTo>
                    <a:pt x="3226061" y="157589"/>
                  </a:lnTo>
                  <a:lnTo>
                    <a:pt x="3230300" y="157589"/>
                  </a:lnTo>
                  <a:lnTo>
                    <a:pt x="3230300" y="157589"/>
                  </a:lnTo>
                  <a:lnTo>
                    <a:pt x="3234539" y="157589"/>
                  </a:lnTo>
                  <a:lnTo>
                    <a:pt x="3234539" y="157146"/>
                  </a:lnTo>
                  <a:lnTo>
                    <a:pt x="3238778" y="157146"/>
                  </a:lnTo>
                  <a:lnTo>
                    <a:pt x="3238778" y="157146"/>
                  </a:lnTo>
                  <a:lnTo>
                    <a:pt x="3243018" y="157146"/>
                  </a:lnTo>
                  <a:lnTo>
                    <a:pt x="3243018" y="157146"/>
                  </a:lnTo>
                  <a:lnTo>
                    <a:pt x="3247257" y="157146"/>
                  </a:lnTo>
                  <a:lnTo>
                    <a:pt x="3247257" y="156702"/>
                  </a:lnTo>
                  <a:lnTo>
                    <a:pt x="3251496" y="156702"/>
                  </a:lnTo>
                  <a:lnTo>
                    <a:pt x="3251496" y="156702"/>
                  </a:lnTo>
                  <a:lnTo>
                    <a:pt x="3255735" y="156702"/>
                  </a:lnTo>
                  <a:lnTo>
                    <a:pt x="3255735" y="156702"/>
                  </a:lnTo>
                  <a:lnTo>
                    <a:pt x="3259975" y="156702"/>
                  </a:lnTo>
                  <a:lnTo>
                    <a:pt x="3259975" y="156702"/>
                  </a:lnTo>
                  <a:lnTo>
                    <a:pt x="3264214" y="156702"/>
                  </a:lnTo>
                  <a:lnTo>
                    <a:pt x="3264214" y="156702"/>
                  </a:lnTo>
                  <a:lnTo>
                    <a:pt x="3268453" y="156702"/>
                  </a:lnTo>
                  <a:lnTo>
                    <a:pt x="3268453" y="155809"/>
                  </a:lnTo>
                  <a:lnTo>
                    <a:pt x="3272692" y="155809"/>
                  </a:lnTo>
                  <a:lnTo>
                    <a:pt x="3272692" y="155809"/>
                  </a:lnTo>
                  <a:lnTo>
                    <a:pt x="3276932" y="155809"/>
                  </a:lnTo>
                  <a:lnTo>
                    <a:pt x="3276932" y="155363"/>
                  </a:lnTo>
                  <a:lnTo>
                    <a:pt x="3281171" y="155363"/>
                  </a:lnTo>
                  <a:lnTo>
                    <a:pt x="3281171" y="154469"/>
                  </a:lnTo>
                  <a:lnTo>
                    <a:pt x="3285410" y="154469"/>
                  </a:lnTo>
                  <a:lnTo>
                    <a:pt x="3285410" y="154469"/>
                  </a:lnTo>
                  <a:lnTo>
                    <a:pt x="3289649" y="154469"/>
                  </a:lnTo>
                  <a:lnTo>
                    <a:pt x="3289649" y="154021"/>
                  </a:lnTo>
                  <a:lnTo>
                    <a:pt x="3293889" y="154021"/>
                  </a:lnTo>
                  <a:lnTo>
                    <a:pt x="3293889" y="153124"/>
                  </a:lnTo>
                  <a:lnTo>
                    <a:pt x="3298128" y="153124"/>
                  </a:lnTo>
                  <a:lnTo>
                    <a:pt x="3298128" y="153124"/>
                  </a:lnTo>
                  <a:lnTo>
                    <a:pt x="3302367" y="153124"/>
                  </a:lnTo>
                  <a:lnTo>
                    <a:pt x="3302367" y="152675"/>
                  </a:lnTo>
                  <a:lnTo>
                    <a:pt x="3306606" y="152675"/>
                  </a:lnTo>
                  <a:lnTo>
                    <a:pt x="3306606" y="152675"/>
                  </a:lnTo>
                  <a:lnTo>
                    <a:pt x="3310846" y="152675"/>
                  </a:lnTo>
                  <a:lnTo>
                    <a:pt x="3310846" y="152675"/>
                  </a:lnTo>
                  <a:lnTo>
                    <a:pt x="3315085" y="152675"/>
                  </a:lnTo>
                  <a:lnTo>
                    <a:pt x="3315085" y="152226"/>
                  </a:lnTo>
                  <a:lnTo>
                    <a:pt x="3319324" y="152226"/>
                  </a:lnTo>
                  <a:lnTo>
                    <a:pt x="3319324" y="151775"/>
                  </a:lnTo>
                  <a:lnTo>
                    <a:pt x="3323563" y="151775"/>
                  </a:lnTo>
                  <a:lnTo>
                    <a:pt x="3323563" y="151325"/>
                  </a:lnTo>
                  <a:lnTo>
                    <a:pt x="3327803" y="151325"/>
                  </a:lnTo>
                  <a:lnTo>
                    <a:pt x="3327803" y="151325"/>
                  </a:lnTo>
                  <a:lnTo>
                    <a:pt x="3332042" y="151325"/>
                  </a:lnTo>
                  <a:lnTo>
                    <a:pt x="3332042" y="150874"/>
                  </a:lnTo>
                  <a:lnTo>
                    <a:pt x="3336281" y="150874"/>
                  </a:lnTo>
                  <a:lnTo>
                    <a:pt x="3336281" y="149521"/>
                  </a:lnTo>
                  <a:lnTo>
                    <a:pt x="3340520" y="149521"/>
                  </a:lnTo>
                  <a:lnTo>
                    <a:pt x="3340520" y="148619"/>
                  </a:lnTo>
                  <a:lnTo>
                    <a:pt x="3344759" y="148619"/>
                  </a:lnTo>
                  <a:lnTo>
                    <a:pt x="3344759" y="148619"/>
                  </a:lnTo>
                  <a:lnTo>
                    <a:pt x="3348999" y="148619"/>
                  </a:lnTo>
                  <a:lnTo>
                    <a:pt x="3348999" y="148167"/>
                  </a:lnTo>
                  <a:lnTo>
                    <a:pt x="3353238" y="148167"/>
                  </a:lnTo>
                  <a:lnTo>
                    <a:pt x="3353238" y="148167"/>
                  </a:lnTo>
                  <a:lnTo>
                    <a:pt x="3357477" y="148167"/>
                  </a:lnTo>
                  <a:lnTo>
                    <a:pt x="3357477" y="148167"/>
                  </a:lnTo>
                  <a:lnTo>
                    <a:pt x="3361716" y="148167"/>
                  </a:lnTo>
                  <a:lnTo>
                    <a:pt x="3361716" y="148167"/>
                  </a:lnTo>
                  <a:lnTo>
                    <a:pt x="3365956" y="148167"/>
                  </a:lnTo>
                  <a:lnTo>
                    <a:pt x="3365956" y="148167"/>
                  </a:lnTo>
                  <a:lnTo>
                    <a:pt x="3370195" y="148167"/>
                  </a:lnTo>
                  <a:lnTo>
                    <a:pt x="3370195" y="148167"/>
                  </a:lnTo>
                  <a:lnTo>
                    <a:pt x="3374434" y="148167"/>
                  </a:lnTo>
                  <a:lnTo>
                    <a:pt x="3374434" y="148167"/>
                  </a:lnTo>
                  <a:lnTo>
                    <a:pt x="3378673" y="148167"/>
                  </a:lnTo>
                  <a:lnTo>
                    <a:pt x="3378673" y="148167"/>
                  </a:lnTo>
                  <a:lnTo>
                    <a:pt x="3382913" y="148167"/>
                  </a:lnTo>
                  <a:lnTo>
                    <a:pt x="3382913" y="148167"/>
                  </a:lnTo>
                  <a:lnTo>
                    <a:pt x="3387152" y="148167"/>
                  </a:lnTo>
                  <a:lnTo>
                    <a:pt x="3387152" y="148167"/>
                  </a:lnTo>
                  <a:lnTo>
                    <a:pt x="3391391" y="148167"/>
                  </a:lnTo>
                  <a:lnTo>
                    <a:pt x="3391391" y="147711"/>
                  </a:lnTo>
                  <a:lnTo>
                    <a:pt x="3395630" y="147711"/>
                  </a:lnTo>
                  <a:lnTo>
                    <a:pt x="3395630" y="147711"/>
                  </a:lnTo>
                  <a:lnTo>
                    <a:pt x="3399870" y="147711"/>
                  </a:lnTo>
                  <a:lnTo>
                    <a:pt x="3399870" y="147253"/>
                  </a:lnTo>
                  <a:lnTo>
                    <a:pt x="3404109" y="147253"/>
                  </a:lnTo>
                  <a:lnTo>
                    <a:pt x="3404109" y="146337"/>
                  </a:lnTo>
                  <a:lnTo>
                    <a:pt x="3408348" y="146337"/>
                  </a:lnTo>
                  <a:lnTo>
                    <a:pt x="3408348" y="146337"/>
                  </a:lnTo>
                  <a:lnTo>
                    <a:pt x="3412587" y="146337"/>
                  </a:lnTo>
                  <a:lnTo>
                    <a:pt x="3412587" y="146337"/>
                  </a:lnTo>
                  <a:lnTo>
                    <a:pt x="3416827" y="146337"/>
                  </a:lnTo>
                  <a:lnTo>
                    <a:pt x="3416827" y="146337"/>
                  </a:lnTo>
                  <a:lnTo>
                    <a:pt x="3421066" y="146337"/>
                  </a:lnTo>
                  <a:lnTo>
                    <a:pt x="3421066" y="146337"/>
                  </a:lnTo>
                  <a:lnTo>
                    <a:pt x="3425305" y="146337"/>
                  </a:lnTo>
                  <a:lnTo>
                    <a:pt x="3425305" y="145878"/>
                  </a:lnTo>
                  <a:lnTo>
                    <a:pt x="3429544" y="145878"/>
                  </a:lnTo>
                  <a:lnTo>
                    <a:pt x="3429544" y="144957"/>
                  </a:lnTo>
                  <a:lnTo>
                    <a:pt x="3433784" y="144957"/>
                  </a:lnTo>
                  <a:lnTo>
                    <a:pt x="3433784" y="144497"/>
                  </a:lnTo>
                  <a:lnTo>
                    <a:pt x="3438023" y="144497"/>
                  </a:lnTo>
                  <a:lnTo>
                    <a:pt x="3438023" y="144497"/>
                  </a:lnTo>
                  <a:lnTo>
                    <a:pt x="3442262" y="144497"/>
                  </a:lnTo>
                  <a:lnTo>
                    <a:pt x="3442262" y="144497"/>
                  </a:lnTo>
                  <a:lnTo>
                    <a:pt x="3446501" y="144497"/>
                  </a:lnTo>
                  <a:lnTo>
                    <a:pt x="3446501" y="144497"/>
                  </a:lnTo>
                  <a:lnTo>
                    <a:pt x="3450740" y="144497"/>
                  </a:lnTo>
                  <a:lnTo>
                    <a:pt x="3450740" y="144497"/>
                  </a:lnTo>
                  <a:lnTo>
                    <a:pt x="3454980" y="144497"/>
                  </a:lnTo>
                  <a:lnTo>
                    <a:pt x="3454980" y="144036"/>
                  </a:lnTo>
                  <a:lnTo>
                    <a:pt x="3459219" y="144036"/>
                  </a:lnTo>
                  <a:lnTo>
                    <a:pt x="3459219" y="143112"/>
                  </a:lnTo>
                  <a:lnTo>
                    <a:pt x="3463458" y="143112"/>
                  </a:lnTo>
                  <a:lnTo>
                    <a:pt x="3463458" y="143112"/>
                  </a:lnTo>
                  <a:lnTo>
                    <a:pt x="3467697" y="143112"/>
                  </a:lnTo>
                  <a:lnTo>
                    <a:pt x="3467697" y="143112"/>
                  </a:lnTo>
                  <a:lnTo>
                    <a:pt x="3471937" y="143112"/>
                  </a:lnTo>
                  <a:lnTo>
                    <a:pt x="3471937" y="143112"/>
                  </a:lnTo>
                  <a:lnTo>
                    <a:pt x="3476176" y="143112"/>
                  </a:lnTo>
                  <a:lnTo>
                    <a:pt x="3476176" y="143112"/>
                  </a:lnTo>
                  <a:lnTo>
                    <a:pt x="3480415" y="143112"/>
                  </a:lnTo>
                  <a:lnTo>
                    <a:pt x="3480415" y="143112"/>
                  </a:lnTo>
                  <a:lnTo>
                    <a:pt x="3484654" y="143112"/>
                  </a:lnTo>
                  <a:lnTo>
                    <a:pt x="3484654" y="143112"/>
                  </a:lnTo>
                  <a:lnTo>
                    <a:pt x="3488894" y="143112"/>
                  </a:lnTo>
                  <a:lnTo>
                    <a:pt x="3488894" y="142185"/>
                  </a:lnTo>
                  <a:lnTo>
                    <a:pt x="3493133" y="142185"/>
                  </a:lnTo>
                  <a:lnTo>
                    <a:pt x="3493133" y="142185"/>
                  </a:lnTo>
                  <a:lnTo>
                    <a:pt x="3497372" y="142185"/>
                  </a:lnTo>
                  <a:lnTo>
                    <a:pt x="3497372" y="142185"/>
                  </a:lnTo>
                  <a:lnTo>
                    <a:pt x="3501611" y="142185"/>
                  </a:lnTo>
                  <a:lnTo>
                    <a:pt x="3501611" y="141255"/>
                  </a:lnTo>
                  <a:lnTo>
                    <a:pt x="3505851" y="141255"/>
                  </a:lnTo>
                  <a:lnTo>
                    <a:pt x="3505851" y="140790"/>
                  </a:lnTo>
                  <a:lnTo>
                    <a:pt x="3510090" y="140790"/>
                  </a:lnTo>
                  <a:lnTo>
                    <a:pt x="3510090" y="140325"/>
                  </a:lnTo>
                  <a:lnTo>
                    <a:pt x="3514329" y="140325"/>
                  </a:lnTo>
                  <a:lnTo>
                    <a:pt x="3514329" y="139859"/>
                  </a:lnTo>
                  <a:lnTo>
                    <a:pt x="3518568" y="139859"/>
                  </a:lnTo>
                  <a:lnTo>
                    <a:pt x="3518568" y="139859"/>
                  </a:lnTo>
                  <a:lnTo>
                    <a:pt x="3522808" y="139859"/>
                  </a:lnTo>
                  <a:lnTo>
                    <a:pt x="3522808" y="139859"/>
                  </a:lnTo>
                  <a:lnTo>
                    <a:pt x="3527047" y="139859"/>
                  </a:lnTo>
                  <a:lnTo>
                    <a:pt x="3527047" y="139392"/>
                  </a:lnTo>
                  <a:lnTo>
                    <a:pt x="3531286" y="139392"/>
                  </a:lnTo>
                  <a:lnTo>
                    <a:pt x="3531286" y="138926"/>
                  </a:lnTo>
                  <a:lnTo>
                    <a:pt x="3535525" y="138926"/>
                  </a:lnTo>
                  <a:lnTo>
                    <a:pt x="3535525" y="138459"/>
                  </a:lnTo>
                  <a:lnTo>
                    <a:pt x="3539765" y="138459"/>
                  </a:lnTo>
                  <a:lnTo>
                    <a:pt x="3539765" y="138459"/>
                  </a:lnTo>
                  <a:lnTo>
                    <a:pt x="3544004" y="138459"/>
                  </a:lnTo>
                  <a:lnTo>
                    <a:pt x="3544004" y="138459"/>
                  </a:lnTo>
                  <a:lnTo>
                    <a:pt x="3548243" y="138459"/>
                  </a:lnTo>
                  <a:lnTo>
                    <a:pt x="3548243" y="137525"/>
                  </a:lnTo>
                  <a:lnTo>
                    <a:pt x="3552482" y="137525"/>
                  </a:lnTo>
                  <a:lnTo>
                    <a:pt x="3552482" y="136120"/>
                  </a:lnTo>
                  <a:lnTo>
                    <a:pt x="3556721" y="136120"/>
                  </a:lnTo>
                  <a:lnTo>
                    <a:pt x="3556721" y="136120"/>
                  </a:lnTo>
                  <a:lnTo>
                    <a:pt x="3560961" y="136120"/>
                  </a:lnTo>
                  <a:lnTo>
                    <a:pt x="3560961" y="135652"/>
                  </a:lnTo>
                  <a:lnTo>
                    <a:pt x="3565200" y="135652"/>
                  </a:lnTo>
                  <a:lnTo>
                    <a:pt x="3565200" y="135652"/>
                  </a:lnTo>
                  <a:lnTo>
                    <a:pt x="3569439" y="135652"/>
                  </a:lnTo>
                  <a:lnTo>
                    <a:pt x="3569439" y="135652"/>
                  </a:lnTo>
                  <a:lnTo>
                    <a:pt x="3573678" y="135652"/>
                  </a:lnTo>
                  <a:lnTo>
                    <a:pt x="3573678" y="135183"/>
                  </a:lnTo>
                  <a:lnTo>
                    <a:pt x="3577918" y="135183"/>
                  </a:lnTo>
                  <a:lnTo>
                    <a:pt x="3577918" y="135183"/>
                  </a:lnTo>
                  <a:lnTo>
                    <a:pt x="3582157" y="135183"/>
                  </a:lnTo>
                  <a:lnTo>
                    <a:pt x="3582157" y="135183"/>
                  </a:lnTo>
                  <a:lnTo>
                    <a:pt x="3586396" y="135183"/>
                  </a:lnTo>
                  <a:lnTo>
                    <a:pt x="3586396" y="134242"/>
                  </a:lnTo>
                  <a:lnTo>
                    <a:pt x="3590635" y="134242"/>
                  </a:lnTo>
                  <a:lnTo>
                    <a:pt x="3590635" y="134242"/>
                  </a:lnTo>
                  <a:lnTo>
                    <a:pt x="3594875" y="134242"/>
                  </a:lnTo>
                  <a:lnTo>
                    <a:pt x="3594875" y="133771"/>
                  </a:lnTo>
                  <a:lnTo>
                    <a:pt x="3599114" y="133771"/>
                  </a:lnTo>
                  <a:lnTo>
                    <a:pt x="3599114" y="132828"/>
                  </a:lnTo>
                  <a:lnTo>
                    <a:pt x="3603353" y="132828"/>
                  </a:lnTo>
                  <a:lnTo>
                    <a:pt x="3603353" y="132828"/>
                  </a:lnTo>
                  <a:lnTo>
                    <a:pt x="3607592" y="132828"/>
                  </a:lnTo>
                  <a:lnTo>
                    <a:pt x="3607592" y="132828"/>
                  </a:lnTo>
                  <a:lnTo>
                    <a:pt x="3611832" y="132828"/>
                  </a:lnTo>
                  <a:lnTo>
                    <a:pt x="3611832" y="132828"/>
                  </a:lnTo>
                  <a:lnTo>
                    <a:pt x="3616071" y="132828"/>
                  </a:lnTo>
                  <a:lnTo>
                    <a:pt x="3616071" y="132828"/>
                  </a:lnTo>
                  <a:lnTo>
                    <a:pt x="3620310" y="132828"/>
                  </a:lnTo>
                  <a:lnTo>
                    <a:pt x="3620310" y="132828"/>
                  </a:lnTo>
                  <a:lnTo>
                    <a:pt x="3624549" y="132828"/>
                  </a:lnTo>
                  <a:lnTo>
                    <a:pt x="3624549" y="132828"/>
                  </a:lnTo>
                  <a:lnTo>
                    <a:pt x="3628789" y="132828"/>
                  </a:lnTo>
                  <a:lnTo>
                    <a:pt x="3628789" y="132828"/>
                  </a:lnTo>
                  <a:lnTo>
                    <a:pt x="3633028" y="132828"/>
                  </a:lnTo>
                  <a:lnTo>
                    <a:pt x="3633028" y="132828"/>
                  </a:lnTo>
                  <a:lnTo>
                    <a:pt x="3637267" y="132828"/>
                  </a:lnTo>
                  <a:lnTo>
                    <a:pt x="3637267" y="132828"/>
                  </a:lnTo>
                  <a:lnTo>
                    <a:pt x="3641506" y="132828"/>
                  </a:lnTo>
                  <a:lnTo>
                    <a:pt x="3641506" y="132828"/>
                  </a:lnTo>
                  <a:lnTo>
                    <a:pt x="3645745" y="132828"/>
                  </a:lnTo>
                  <a:lnTo>
                    <a:pt x="3645745" y="132828"/>
                  </a:lnTo>
                  <a:lnTo>
                    <a:pt x="3649985" y="132828"/>
                  </a:lnTo>
                  <a:lnTo>
                    <a:pt x="3649985" y="132828"/>
                  </a:lnTo>
                  <a:lnTo>
                    <a:pt x="3654224" y="132828"/>
                  </a:lnTo>
                  <a:lnTo>
                    <a:pt x="3654224" y="132353"/>
                  </a:lnTo>
                  <a:lnTo>
                    <a:pt x="3658463" y="132353"/>
                  </a:lnTo>
                  <a:lnTo>
                    <a:pt x="3658463" y="132353"/>
                  </a:lnTo>
                  <a:lnTo>
                    <a:pt x="3662702" y="132353"/>
                  </a:lnTo>
                  <a:lnTo>
                    <a:pt x="3662702" y="131403"/>
                  </a:lnTo>
                  <a:lnTo>
                    <a:pt x="3666942" y="131403"/>
                  </a:lnTo>
                  <a:lnTo>
                    <a:pt x="3666942" y="131403"/>
                  </a:lnTo>
                  <a:lnTo>
                    <a:pt x="3671181" y="131403"/>
                  </a:lnTo>
                  <a:lnTo>
                    <a:pt x="3671181" y="131403"/>
                  </a:lnTo>
                  <a:lnTo>
                    <a:pt x="3675420" y="131403"/>
                  </a:lnTo>
                  <a:lnTo>
                    <a:pt x="3675420" y="130926"/>
                  </a:lnTo>
                  <a:lnTo>
                    <a:pt x="3679659" y="130926"/>
                  </a:lnTo>
                  <a:lnTo>
                    <a:pt x="3679659" y="130926"/>
                  </a:lnTo>
                  <a:lnTo>
                    <a:pt x="3683899" y="130926"/>
                  </a:lnTo>
                  <a:lnTo>
                    <a:pt x="3683899" y="130926"/>
                  </a:lnTo>
                  <a:lnTo>
                    <a:pt x="3688138" y="130926"/>
                  </a:lnTo>
                  <a:lnTo>
                    <a:pt x="3688138" y="130449"/>
                  </a:lnTo>
                  <a:lnTo>
                    <a:pt x="3692377" y="130449"/>
                  </a:lnTo>
                  <a:lnTo>
                    <a:pt x="3692377" y="130449"/>
                  </a:lnTo>
                  <a:lnTo>
                    <a:pt x="3696616" y="130449"/>
                  </a:lnTo>
                  <a:lnTo>
                    <a:pt x="3696616" y="129013"/>
                  </a:lnTo>
                  <a:lnTo>
                    <a:pt x="3700856" y="129013"/>
                  </a:lnTo>
                  <a:lnTo>
                    <a:pt x="3700856" y="129013"/>
                  </a:lnTo>
                  <a:lnTo>
                    <a:pt x="3705095" y="129013"/>
                  </a:lnTo>
                  <a:lnTo>
                    <a:pt x="3705095" y="129013"/>
                  </a:lnTo>
                  <a:lnTo>
                    <a:pt x="3709334" y="129013"/>
                  </a:lnTo>
                  <a:lnTo>
                    <a:pt x="3709334" y="129013"/>
                  </a:lnTo>
                  <a:lnTo>
                    <a:pt x="3713573" y="129013"/>
                  </a:lnTo>
                  <a:lnTo>
                    <a:pt x="3713573" y="128533"/>
                  </a:lnTo>
                  <a:lnTo>
                    <a:pt x="3717813" y="128533"/>
                  </a:lnTo>
                  <a:lnTo>
                    <a:pt x="3717813" y="128533"/>
                  </a:lnTo>
                  <a:lnTo>
                    <a:pt x="3722052" y="128533"/>
                  </a:lnTo>
                  <a:lnTo>
                    <a:pt x="3722052" y="128533"/>
                  </a:lnTo>
                  <a:lnTo>
                    <a:pt x="3726291" y="128533"/>
                  </a:lnTo>
                  <a:lnTo>
                    <a:pt x="3726291" y="128052"/>
                  </a:lnTo>
                  <a:lnTo>
                    <a:pt x="3730530" y="128052"/>
                  </a:lnTo>
                  <a:lnTo>
                    <a:pt x="3730530" y="127570"/>
                  </a:lnTo>
                  <a:lnTo>
                    <a:pt x="3734770" y="127570"/>
                  </a:lnTo>
                  <a:lnTo>
                    <a:pt x="3734770" y="127089"/>
                  </a:lnTo>
                  <a:lnTo>
                    <a:pt x="3739009" y="127089"/>
                  </a:lnTo>
                  <a:lnTo>
                    <a:pt x="3739009" y="127089"/>
                  </a:lnTo>
                  <a:lnTo>
                    <a:pt x="3743248" y="127089"/>
                  </a:lnTo>
                  <a:lnTo>
                    <a:pt x="3743248" y="127089"/>
                  </a:lnTo>
                  <a:lnTo>
                    <a:pt x="3747487" y="127089"/>
                  </a:lnTo>
                  <a:lnTo>
                    <a:pt x="3747487" y="126606"/>
                  </a:lnTo>
                  <a:lnTo>
                    <a:pt x="3751726" y="126606"/>
                  </a:lnTo>
                  <a:lnTo>
                    <a:pt x="3751726" y="126606"/>
                  </a:lnTo>
                  <a:lnTo>
                    <a:pt x="3755966" y="126606"/>
                  </a:lnTo>
                  <a:lnTo>
                    <a:pt x="3755966" y="126123"/>
                  </a:lnTo>
                  <a:lnTo>
                    <a:pt x="3760205" y="126123"/>
                  </a:lnTo>
                  <a:lnTo>
                    <a:pt x="3760205" y="125639"/>
                  </a:lnTo>
                  <a:lnTo>
                    <a:pt x="3764444" y="125639"/>
                  </a:lnTo>
                  <a:lnTo>
                    <a:pt x="3764444" y="125639"/>
                  </a:lnTo>
                  <a:lnTo>
                    <a:pt x="3768683" y="125639"/>
                  </a:lnTo>
                  <a:lnTo>
                    <a:pt x="3768683" y="125639"/>
                  </a:lnTo>
                  <a:lnTo>
                    <a:pt x="3772923" y="125639"/>
                  </a:lnTo>
                  <a:lnTo>
                    <a:pt x="3772923" y="125639"/>
                  </a:lnTo>
                  <a:lnTo>
                    <a:pt x="3777162" y="125639"/>
                  </a:lnTo>
                  <a:lnTo>
                    <a:pt x="3777162" y="125639"/>
                  </a:lnTo>
                  <a:lnTo>
                    <a:pt x="3781401" y="125639"/>
                  </a:lnTo>
                  <a:lnTo>
                    <a:pt x="3781401" y="125154"/>
                  </a:lnTo>
                  <a:lnTo>
                    <a:pt x="3785640" y="125154"/>
                  </a:lnTo>
                  <a:lnTo>
                    <a:pt x="3785640" y="124668"/>
                  </a:lnTo>
                  <a:lnTo>
                    <a:pt x="3789880" y="124668"/>
                  </a:lnTo>
                  <a:lnTo>
                    <a:pt x="3789880" y="124668"/>
                  </a:lnTo>
                  <a:lnTo>
                    <a:pt x="3794119" y="124668"/>
                  </a:lnTo>
                  <a:lnTo>
                    <a:pt x="3794119" y="124668"/>
                  </a:lnTo>
                  <a:lnTo>
                    <a:pt x="3798358" y="124668"/>
                  </a:lnTo>
                  <a:lnTo>
                    <a:pt x="3798358" y="124668"/>
                  </a:lnTo>
                  <a:lnTo>
                    <a:pt x="3802597" y="124668"/>
                  </a:lnTo>
                  <a:lnTo>
                    <a:pt x="3802597" y="124180"/>
                  </a:lnTo>
                  <a:lnTo>
                    <a:pt x="3806837" y="124180"/>
                  </a:lnTo>
                  <a:lnTo>
                    <a:pt x="3806837" y="123691"/>
                  </a:lnTo>
                  <a:lnTo>
                    <a:pt x="3811076" y="123691"/>
                  </a:lnTo>
                  <a:lnTo>
                    <a:pt x="3811076" y="123691"/>
                  </a:lnTo>
                  <a:lnTo>
                    <a:pt x="3815315" y="123691"/>
                  </a:lnTo>
                  <a:lnTo>
                    <a:pt x="3815315" y="123202"/>
                  </a:lnTo>
                  <a:lnTo>
                    <a:pt x="3819554" y="123202"/>
                  </a:lnTo>
                  <a:lnTo>
                    <a:pt x="3819554" y="123202"/>
                  </a:lnTo>
                  <a:lnTo>
                    <a:pt x="3823794" y="123202"/>
                  </a:lnTo>
                  <a:lnTo>
                    <a:pt x="3823794" y="122710"/>
                  </a:lnTo>
                  <a:lnTo>
                    <a:pt x="3828033" y="122710"/>
                  </a:lnTo>
                  <a:lnTo>
                    <a:pt x="3828033" y="122710"/>
                  </a:lnTo>
                  <a:lnTo>
                    <a:pt x="3832272" y="122710"/>
                  </a:lnTo>
                  <a:lnTo>
                    <a:pt x="3832272" y="122710"/>
                  </a:lnTo>
                  <a:lnTo>
                    <a:pt x="3836511" y="122710"/>
                  </a:lnTo>
                  <a:lnTo>
                    <a:pt x="3836511" y="122218"/>
                  </a:lnTo>
                  <a:lnTo>
                    <a:pt x="3840751" y="122218"/>
                  </a:lnTo>
                  <a:lnTo>
                    <a:pt x="3840751" y="121725"/>
                  </a:lnTo>
                  <a:lnTo>
                    <a:pt x="3844990" y="121725"/>
                  </a:lnTo>
                  <a:lnTo>
                    <a:pt x="3844990" y="120738"/>
                  </a:lnTo>
                  <a:lnTo>
                    <a:pt x="3849229" y="120738"/>
                  </a:lnTo>
                  <a:lnTo>
                    <a:pt x="3849229" y="120738"/>
                  </a:lnTo>
                  <a:lnTo>
                    <a:pt x="3853468" y="120738"/>
                  </a:lnTo>
                  <a:lnTo>
                    <a:pt x="3853468" y="120738"/>
                  </a:lnTo>
                  <a:lnTo>
                    <a:pt x="3857707" y="120738"/>
                  </a:lnTo>
                  <a:lnTo>
                    <a:pt x="3857707" y="120738"/>
                  </a:lnTo>
                  <a:lnTo>
                    <a:pt x="3861947" y="120738"/>
                  </a:lnTo>
                  <a:lnTo>
                    <a:pt x="3861947" y="120738"/>
                  </a:lnTo>
                  <a:lnTo>
                    <a:pt x="3866186" y="120738"/>
                  </a:lnTo>
                  <a:lnTo>
                    <a:pt x="3866186" y="120243"/>
                  </a:lnTo>
                  <a:lnTo>
                    <a:pt x="3870425" y="120243"/>
                  </a:lnTo>
                  <a:lnTo>
                    <a:pt x="3870425" y="119748"/>
                  </a:lnTo>
                  <a:lnTo>
                    <a:pt x="3874664" y="119748"/>
                  </a:lnTo>
                  <a:lnTo>
                    <a:pt x="3874664" y="118756"/>
                  </a:lnTo>
                  <a:lnTo>
                    <a:pt x="3878904" y="118756"/>
                  </a:lnTo>
                  <a:lnTo>
                    <a:pt x="3878904" y="118756"/>
                  </a:lnTo>
                  <a:lnTo>
                    <a:pt x="3883143" y="118756"/>
                  </a:lnTo>
                  <a:lnTo>
                    <a:pt x="3883143" y="118756"/>
                  </a:lnTo>
                  <a:lnTo>
                    <a:pt x="3887382" y="118756"/>
                  </a:lnTo>
                  <a:lnTo>
                    <a:pt x="3887382" y="118756"/>
                  </a:lnTo>
                  <a:lnTo>
                    <a:pt x="3891621" y="118756"/>
                  </a:lnTo>
                  <a:lnTo>
                    <a:pt x="3891621" y="118259"/>
                  </a:lnTo>
                  <a:lnTo>
                    <a:pt x="3895861" y="118259"/>
                  </a:lnTo>
                  <a:lnTo>
                    <a:pt x="3895861" y="118259"/>
                  </a:lnTo>
                  <a:lnTo>
                    <a:pt x="3900100" y="118259"/>
                  </a:lnTo>
                  <a:lnTo>
                    <a:pt x="3900100" y="118259"/>
                  </a:lnTo>
                  <a:lnTo>
                    <a:pt x="3904339" y="118259"/>
                  </a:lnTo>
                  <a:lnTo>
                    <a:pt x="3904339" y="118259"/>
                  </a:lnTo>
                  <a:lnTo>
                    <a:pt x="3908578" y="118259"/>
                  </a:lnTo>
                  <a:lnTo>
                    <a:pt x="3908578" y="118259"/>
                  </a:lnTo>
                  <a:lnTo>
                    <a:pt x="3912818" y="118259"/>
                  </a:lnTo>
                  <a:lnTo>
                    <a:pt x="3912818" y="117760"/>
                  </a:lnTo>
                  <a:lnTo>
                    <a:pt x="3917057" y="117760"/>
                  </a:lnTo>
                  <a:lnTo>
                    <a:pt x="3917057" y="117261"/>
                  </a:lnTo>
                  <a:lnTo>
                    <a:pt x="3921296" y="117261"/>
                  </a:lnTo>
                  <a:lnTo>
                    <a:pt x="3921296" y="117261"/>
                  </a:lnTo>
                  <a:lnTo>
                    <a:pt x="3925535" y="117261"/>
                  </a:lnTo>
                  <a:lnTo>
                    <a:pt x="3925535" y="117261"/>
                  </a:lnTo>
                  <a:lnTo>
                    <a:pt x="3929775" y="117261"/>
                  </a:lnTo>
                  <a:lnTo>
                    <a:pt x="3929775" y="116760"/>
                  </a:lnTo>
                  <a:lnTo>
                    <a:pt x="3934014" y="116760"/>
                  </a:lnTo>
                  <a:lnTo>
                    <a:pt x="3934014" y="116259"/>
                  </a:lnTo>
                  <a:lnTo>
                    <a:pt x="3938253" y="116259"/>
                  </a:lnTo>
                  <a:lnTo>
                    <a:pt x="3938253" y="116259"/>
                  </a:lnTo>
                  <a:lnTo>
                    <a:pt x="3942492" y="116259"/>
                  </a:lnTo>
                  <a:lnTo>
                    <a:pt x="3942492" y="116259"/>
                  </a:lnTo>
                  <a:lnTo>
                    <a:pt x="3946731" y="116259"/>
                  </a:lnTo>
                  <a:lnTo>
                    <a:pt x="3946731" y="116259"/>
                  </a:lnTo>
                  <a:lnTo>
                    <a:pt x="3950971" y="116259"/>
                  </a:lnTo>
                  <a:lnTo>
                    <a:pt x="3950971" y="116259"/>
                  </a:lnTo>
                  <a:lnTo>
                    <a:pt x="3955210" y="116259"/>
                  </a:lnTo>
                  <a:lnTo>
                    <a:pt x="3955210" y="116259"/>
                  </a:lnTo>
                  <a:lnTo>
                    <a:pt x="3959449" y="116259"/>
                  </a:lnTo>
                  <a:lnTo>
                    <a:pt x="3959449" y="115757"/>
                  </a:lnTo>
                  <a:lnTo>
                    <a:pt x="3963688" y="115757"/>
                  </a:lnTo>
                  <a:lnTo>
                    <a:pt x="3963688" y="115757"/>
                  </a:lnTo>
                  <a:lnTo>
                    <a:pt x="3967928" y="115757"/>
                  </a:lnTo>
                  <a:lnTo>
                    <a:pt x="3967928" y="115757"/>
                  </a:lnTo>
                  <a:lnTo>
                    <a:pt x="3972167" y="115757"/>
                  </a:lnTo>
                  <a:lnTo>
                    <a:pt x="3972167" y="115757"/>
                  </a:lnTo>
                  <a:lnTo>
                    <a:pt x="3976406" y="115757"/>
                  </a:lnTo>
                  <a:lnTo>
                    <a:pt x="3976406" y="115252"/>
                  </a:lnTo>
                  <a:lnTo>
                    <a:pt x="3980645" y="115252"/>
                  </a:lnTo>
                  <a:lnTo>
                    <a:pt x="3980645" y="115252"/>
                  </a:lnTo>
                  <a:lnTo>
                    <a:pt x="3984885" y="115252"/>
                  </a:lnTo>
                  <a:lnTo>
                    <a:pt x="3984885" y="115252"/>
                  </a:lnTo>
                  <a:lnTo>
                    <a:pt x="3989124" y="115252"/>
                  </a:lnTo>
                  <a:lnTo>
                    <a:pt x="3989124" y="114747"/>
                  </a:lnTo>
                  <a:lnTo>
                    <a:pt x="3993363" y="114747"/>
                  </a:lnTo>
                  <a:lnTo>
                    <a:pt x="3993363" y="114747"/>
                  </a:lnTo>
                  <a:lnTo>
                    <a:pt x="3997602" y="114747"/>
                  </a:lnTo>
                  <a:lnTo>
                    <a:pt x="3997602" y="114241"/>
                  </a:lnTo>
                  <a:lnTo>
                    <a:pt x="4001842" y="114241"/>
                  </a:lnTo>
                  <a:lnTo>
                    <a:pt x="4001842" y="114241"/>
                  </a:lnTo>
                  <a:lnTo>
                    <a:pt x="4006081" y="114241"/>
                  </a:lnTo>
                  <a:lnTo>
                    <a:pt x="4006081" y="114241"/>
                  </a:lnTo>
                  <a:lnTo>
                    <a:pt x="4010320" y="114241"/>
                  </a:lnTo>
                  <a:lnTo>
                    <a:pt x="4010320" y="114241"/>
                  </a:lnTo>
                  <a:lnTo>
                    <a:pt x="4014559" y="114241"/>
                  </a:lnTo>
                  <a:lnTo>
                    <a:pt x="4014559" y="113734"/>
                  </a:lnTo>
                  <a:lnTo>
                    <a:pt x="4018799" y="113734"/>
                  </a:lnTo>
                  <a:lnTo>
                    <a:pt x="4018799" y="113734"/>
                  </a:lnTo>
                  <a:lnTo>
                    <a:pt x="4023038" y="113734"/>
                  </a:lnTo>
                  <a:lnTo>
                    <a:pt x="4023038" y="113227"/>
                  </a:lnTo>
                  <a:lnTo>
                    <a:pt x="4027277" y="113227"/>
                  </a:lnTo>
                  <a:lnTo>
                    <a:pt x="4027277" y="113227"/>
                  </a:lnTo>
                  <a:lnTo>
                    <a:pt x="4031516" y="113227"/>
                  </a:lnTo>
                  <a:lnTo>
                    <a:pt x="4031516" y="112719"/>
                  </a:lnTo>
                  <a:lnTo>
                    <a:pt x="4035756" y="112719"/>
                  </a:lnTo>
                  <a:lnTo>
                    <a:pt x="4035756" y="112719"/>
                  </a:lnTo>
                  <a:lnTo>
                    <a:pt x="4039995" y="112719"/>
                  </a:lnTo>
                  <a:lnTo>
                    <a:pt x="4039995" y="112719"/>
                  </a:lnTo>
                  <a:lnTo>
                    <a:pt x="4044234" y="112719"/>
                  </a:lnTo>
                  <a:lnTo>
                    <a:pt x="4044234" y="112719"/>
                  </a:lnTo>
                  <a:lnTo>
                    <a:pt x="4048473" y="112719"/>
                  </a:lnTo>
                  <a:lnTo>
                    <a:pt x="4048473" y="112719"/>
                  </a:lnTo>
                  <a:lnTo>
                    <a:pt x="4052712" y="112719"/>
                  </a:lnTo>
                  <a:lnTo>
                    <a:pt x="4052712" y="112719"/>
                  </a:lnTo>
                  <a:lnTo>
                    <a:pt x="4056952" y="112719"/>
                  </a:lnTo>
                  <a:lnTo>
                    <a:pt x="4056952" y="112719"/>
                  </a:lnTo>
                  <a:lnTo>
                    <a:pt x="4061191" y="112719"/>
                  </a:lnTo>
                  <a:lnTo>
                    <a:pt x="4061191" y="112719"/>
                  </a:lnTo>
                  <a:lnTo>
                    <a:pt x="4065430" y="112719"/>
                  </a:lnTo>
                  <a:lnTo>
                    <a:pt x="4065430" y="112719"/>
                  </a:lnTo>
                  <a:lnTo>
                    <a:pt x="4069669" y="112719"/>
                  </a:lnTo>
                  <a:lnTo>
                    <a:pt x="4069669" y="112719"/>
                  </a:lnTo>
                  <a:lnTo>
                    <a:pt x="4073909" y="112719"/>
                  </a:lnTo>
                  <a:lnTo>
                    <a:pt x="4073909" y="112719"/>
                  </a:lnTo>
                  <a:lnTo>
                    <a:pt x="4078148" y="112719"/>
                  </a:lnTo>
                  <a:lnTo>
                    <a:pt x="4078148" y="112719"/>
                  </a:lnTo>
                  <a:lnTo>
                    <a:pt x="4082387" y="112719"/>
                  </a:lnTo>
                  <a:lnTo>
                    <a:pt x="4082387" y="112205"/>
                  </a:lnTo>
                  <a:lnTo>
                    <a:pt x="4086626" y="112205"/>
                  </a:lnTo>
                  <a:lnTo>
                    <a:pt x="4086626" y="112205"/>
                  </a:lnTo>
                  <a:lnTo>
                    <a:pt x="4090866" y="112205"/>
                  </a:lnTo>
                  <a:lnTo>
                    <a:pt x="4090866" y="112205"/>
                  </a:lnTo>
                  <a:lnTo>
                    <a:pt x="4095105" y="112205"/>
                  </a:lnTo>
                  <a:lnTo>
                    <a:pt x="4095105" y="112205"/>
                  </a:lnTo>
                  <a:lnTo>
                    <a:pt x="4099344" y="112205"/>
                  </a:lnTo>
                  <a:lnTo>
                    <a:pt x="4099344" y="112205"/>
                  </a:lnTo>
                  <a:lnTo>
                    <a:pt x="4103583" y="112205"/>
                  </a:lnTo>
                  <a:lnTo>
                    <a:pt x="4103583" y="111691"/>
                  </a:lnTo>
                  <a:lnTo>
                    <a:pt x="4107823" y="111691"/>
                  </a:lnTo>
                  <a:lnTo>
                    <a:pt x="4107823" y="111691"/>
                  </a:lnTo>
                  <a:lnTo>
                    <a:pt x="4112062" y="111691"/>
                  </a:lnTo>
                  <a:lnTo>
                    <a:pt x="4112062" y="111175"/>
                  </a:lnTo>
                  <a:lnTo>
                    <a:pt x="4116301" y="111175"/>
                  </a:lnTo>
                  <a:lnTo>
                    <a:pt x="4116301" y="111175"/>
                  </a:lnTo>
                  <a:lnTo>
                    <a:pt x="4120540" y="111175"/>
                  </a:lnTo>
                  <a:lnTo>
                    <a:pt x="4120540" y="110144"/>
                  </a:lnTo>
                  <a:lnTo>
                    <a:pt x="4124780" y="110144"/>
                  </a:lnTo>
                  <a:lnTo>
                    <a:pt x="4124780" y="109628"/>
                  </a:lnTo>
                  <a:lnTo>
                    <a:pt x="4129019" y="109628"/>
                  </a:lnTo>
                  <a:lnTo>
                    <a:pt x="4129019" y="109112"/>
                  </a:lnTo>
                  <a:lnTo>
                    <a:pt x="4133258" y="109112"/>
                  </a:lnTo>
                  <a:lnTo>
                    <a:pt x="4133258" y="108595"/>
                  </a:lnTo>
                  <a:lnTo>
                    <a:pt x="4137497" y="108595"/>
                  </a:lnTo>
                  <a:lnTo>
                    <a:pt x="4137497" y="108595"/>
                  </a:lnTo>
                  <a:lnTo>
                    <a:pt x="4141737" y="108595"/>
                  </a:lnTo>
                  <a:lnTo>
                    <a:pt x="4141737" y="108595"/>
                  </a:lnTo>
                  <a:lnTo>
                    <a:pt x="4145976" y="108595"/>
                  </a:lnTo>
                  <a:lnTo>
                    <a:pt x="4145976" y="108595"/>
                  </a:lnTo>
                  <a:lnTo>
                    <a:pt x="4150215" y="108595"/>
                  </a:lnTo>
                  <a:lnTo>
                    <a:pt x="4150215" y="108077"/>
                  </a:lnTo>
                  <a:lnTo>
                    <a:pt x="4154454" y="108077"/>
                  </a:lnTo>
                  <a:lnTo>
                    <a:pt x="4154454" y="108077"/>
                  </a:lnTo>
                  <a:lnTo>
                    <a:pt x="4158693" y="108077"/>
                  </a:lnTo>
                  <a:lnTo>
                    <a:pt x="4158693" y="108077"/>
                  </a:lnTo>
                  <a:lnTo>
                    <a:pt x="4162933" y="108077"/>
                  </a:lnTo>
                  <a:lnTo>
                    <a:pt x="4162933" y="107040"/>
                  </a:lnTo>
                  <a:lnTo>
                    <a:pt x="4167172" y="107040"/>
                  </a:lnTo>
                  <a:lnTo>
                    <a:pt x="4167172" y="107040"/>
                  </a:lnTo>
                  <a:lnTo>
                    <a:pt x="4171411" y="107040"/>
                  </a:lnTo>
                  <a:lnTo>
                    <a:pt x="4171411" y="106520"/>
                  </a:lnTo>
                  <a:lnTo>
                    <a:pt x="4175650" y="106520"/>
                  </a:lnTo>
                  <a:lnTo>
                    <a:pt x="4175650" y="106520"/>
                  </a:lnTo>
                  <a:lnTo>
                    <a:pt x="4179890" y="106520"/>
                  </a:lnTo>
                  <a:lnTo>
                    <a:pt x="4179890" y="105999"/>
                  </a:lnTo>
                  <a:lnTo>
                    <a:pt x="4184129" y="105999"/>
                  </a:lnTo>
                  <a:lnTo>
                    <a:pt x="4184129" y="105999"/>
                  </a:lnTo>
                  <a:lnTo>
                    <a:pt x="4188368" y="105999"/>
                  </a:lnTo>
                  <a:lnTo>
                    <a:pt x="4188368" y="105999"/>
                  </a:lnTo>
                  <a:lnTo>
                    <a:pt x="4192607" y="105999"/>
                  </a:lnTo>
                  <a:lnTo>
                    <a:pt x="4192607" y="105999"/>
                  </a:lnTo>
                  <a:lnTo>
                    <a:pt x="4196847" y="105999"/>
                  </a:lnTo>
                  <a:lnTo>
                    <a:pt x="4196847" y="105999"/>
                  </a:lnTo>
                  <a:lnTo>
                    <a:pt x="4201086" y="105999"/>
                  </a:lnTo>
                  <a:lnTo>
                    <a:pt x="4201086" y="105999"/>
                  </a:lnTo>
                  <a:lnTo>
                    <a:pt x="4205325" y="105999"/>
                  </a:lnTo>
                  <a:lnTo>
                    <a:pt x="4205325" y="105476"/>
                  </a:lnTo>
                  <a:lnTo>
                    <a:pt x="4209564" y="105476"/>
                  </a:lnTo>
                  <a:lnTo>
                    <a:pt x="4209564" y="105476"/>
                  </a:lnTo>
                  <a:lnTo>
                    <a:pt x="4213804" y="105476"/>
                  </a:lnTo>
                  <a:lnTo>
                    <a:pt x="4213804" y="105476"/>
                  </a:lnTo>
                  <a:lnTo>
                    <a:pt x="4218043" y="105476"/>
                  </a:lnTo>
                  <a:lnTo>
                    <a:pt x="4218043" y="105476"/>
                  </a:lnTo>
                  <a:lnTo>
                    <a:pt x="4222282" y="105476"/>
                  </a:lnTo>
                  <a:lnTo>
                    <a:pt x="4222282" y="105476"/>
                  </a:lnTo>
                  <a:lnTo>
                    <a:pt x="4226521" y="105476"/>
                  </a:lnTo>
                  <a:lnTo>
                    <a:pt x="4226521" y="105476"/>
                  </a:lnTo>
                  <a:lnTo>
                    <a:pt x="4230761" y="105476"/>
                  </a:lnTo>
                  <a:lnTo>
                    <a:pt x="4230761" y="104425"/>
                  </a:lnTo>
                  <a:lnTo>
                    <a:pt x="4235000" y="104425"/>
                  </a:lnTo>
                  <a:lnTo>
                    <a:pt x="4235000" y="104425"/>
                  </a:lnTo>
                  <a:lnTo>
                    <a:pt x="4239239" y="104425"/>
                  </a:lnTo>
                  <a:lnTo>
                    <a:pt x="4239239" y="103898"/>
                  </a:lnTo>
                  <a:lnTo>
                    <a:pt x="4243478" y="103898"/>
                  </a:lnTo>
                  <a:lnTo>
                    <a:pt x="4243478" y="103371"/>
                  </a:lnTo>
                  <a:lnTo>
                    <a:pt x="4247718" y="103371"/>
                  </a:lnTo>
                  <a:lnTo>
                    <a:pt x="4247718" y="103371"/>
                  </a:lnTo>
                  <a:lnTo>
                    <a:pt x="4251957" y="103371"/>
                  </a:lnTo>
                  <a:lnTo>
                    <a:pt x="4251957" y="103371"/>
                  </a:lnTo>
                  <a:lnTo>
                    <a:pt x="4256196" y="103371"/>
                  </a:lnTo>
                  <a:lnTo>
                    <a:pt x="4256196" y="102844"/>
                  </a:lnTo>
                  <a:lnTo>
                    <a:pt x="4260435" y="102844"/>
                  </a:lnTo>
                  <a:lnTo>
                    <a:pt x="4260435" y="102844"/>
                  </a:lnTo>
                  <a:lnTo>
                    <a:pt x="4264674" y="102844"/>
                  </a:lnTo>
                  <a:lnTo>
                    <a:pt x="4264674" y="102844"/>
                  </a:lnTo>
                  <a:lnTo>
                    <a:pt x="4268914" y="102844"/>
                  </a:lnTo>
                  <a:lnTo>
                    <a:pt x="4268914" y="102844"/>
                  </a:lnTo>
                  <a:lnTo>
                    <a:pt x="4273153" y="102844"/>
                  </a:lnTo>
                  <a:lnTo>
                    <a:pt x="4273153" y="102844"/>
                  </a:lnTo>
                  <a:lnTo>
                    <a:pt x="4277392" y="102844"/>
                  </a:lnTo>
                  <a:lnTo>
                    <a:pt x="4277392" y="102844"/>
                  </a:lnTo>
                  <a:lnTo>
                    <a:pt x="4281631" y="102844"/>
                  </a:lnTo>
                  <a:lnTo>
                    <a:pt x="4281631" y="102844"/>
                  </a:lnTo>
                  <a:lnTo>
                    <a:pt x="4285871" y="102844"/>
                  </a:lnTo>
                  <a:lnTo>
                    <a:pt x="4285871" y="102844"/>
                  </a:lnTo>
                  <a:lnTo>
                    <a:pt x="4290110" y="102844"/>
                  </a:lnTo>
                  <a:lnTo>
                    <a:pt x="4290110" y="102844"/>
                  </a:lnTo>
                  <a:lnTo>
                    <a:pt x="4294349" y="102844"/>
                  </a:lnTo>
                  <a:lnTo>
                    <a:pt x="4294349" y="102844"/>
                  </a:lnTo>
                  <a:lnTo>
                    <a:pt x="4298588" y="102844"/>
                  </a:lnTo>
                  <a:lnTo>
                    <a:pt x="4298588" y="102844"/>
                  </a:lnTo>
                  <a:lnTo>
                    <a:pt x="4302828" y="102844"/>
                  </a:lnTo>
                  <a:lnTo>
                    <a:pt x="4302828" y="102844"/>
                  </a:lnTo>
                  <a:lnTo>
                    <a:pt x="4307067" y="102844"/>
                  </a:lnTo>
                  <a:lnTo>
                    <a:pt x="4307067" y="102844"/>
                  </a:lnTo>
                  <a:lnTo>
                    <a:pt x="4311306" y="102844"/>
                  </a:lnTo>
                  <a:lnTo>
                    <a:pt x="4311306" y="102844"/>
                  </a:lnTo>
                  <a:lnTo>
                    <a:pt x="4315545" y="102844"/>
                  </a:lnTo>
                  <a:lnTo>
                    <a:pt x="4315545" y="102844"/>
                  </a:lnTo>
                  <a:lnTo>
                    <a:pt x="4319785" y="102844"/>
                  </a:lnTo>
                  <a:lnTo>
                    <a:pt x="4319785" y="101777"/>
                  </a:lnTo>
                  <a:lnTo>
                    <a:pt x="4324024" y="101777"/>
                  </a:lnTo>
                  <a:lnTo>
                    <a:pt x="4324024" y="101777"/>
                  </a:lnTo>
                  <a:lnTo>
                    <a:pt x="4328263" y="101777"/>
                  </a:lnTo>
                  <a:lnTo>
                    <a:pt x="4328263" y="101777"/>
                  </a:lnTo>
                  <a:lnTo>
                    <a:pt x="4332502" y="101777"/>
                  </a:lnTo>
                  <a:lnTo>
                    <a:pt x="4332502" y="101777"/>
                  </a:lnTo>
                  <a:lnTo>
                    <a:pt x="4336742" y="101777"/>
                  </a:lnTo>
                  <a:lnTo>
                    <a:pt x="4336742" y="101777"/>
                  </a:lnTo>
                  <a:lnTo>
                    <a:pt x="4340981" y="101777"/>
                  </a:lnTo>
                  <a:lnTo>
                    <a:pt x="4340981" y="101777"/>
                  </a:lnTo>
                  <a:lnTo>
                    <a:pt x="4345220" y="101777"/>
                  </a:lnTo>
                  <a:lnTo>
                    <a:pt x="4345220" y="101241"/>
                  </a:lnTo>
                  <a:lnTo>
                    <a:pt x="4349459" y="101241"/>
                  </a:lnTo>
                  <a:lnTo>
                    <a:pt x="4349459" y="101241"/>
                  </a:lnTo>
                  <a:lnTo>
                    <a:pt x="4353698" y="101241"/>
                  </a:lnTo>
                  <a:lnTo>
                    <a:pt x="4353698" y="100704"/>
                  </a:lnTo>
                  <a:lnTo>
                    <a:pt x="4357938" y="100704"/>
                  </a:lnTo>
                  <a:lnTo>
                    <a:pt x="4357938" y="100166"/>
                  </a:lnTo>
                  <a:lnTo>
                    <a:pt x="4362177" y="100166"/>
                  </a:lnTo>
                  <a:lnTo>
                    <a:pt x="4362177" y="99628"/>
                  </a:lnTo>
                  <a:lnTo>
                    <a:pt x="4366416" y="99628"/>
                  </a:lnTo>
                  <a:lnTo>
                    <a:pt x="4366416" y="99628"/>
                  </a:lnTo>
                  <a:lnTo>
                    <a:pt x="4370655" y="99628"/>
                  </a:lnTo>
                  <a:lnTo>
                    <a:pt x="4370655" y="99628"/>
                  </a:lnTo>
                  <a:lnTo>
                    <a:pt x="4374895" y="99628"/>
                  </a:lnTo>
                  <a:lnTo>
                    <a:pt x="4374895" y="99089"/>
                  </a:lnTo>
                  <a:lnTo>
                    <a:pt x="4379134" y="99089"/>
                  </a:lnTo>
                  <a:lnTo>
                    <a:pt x="4379134" y="97473"/>
                  </a:lnTo>
                  <a:lnTo>
                    <a:pt x="4383373" y="97473"/>
                  </a:lnTo>
                  <a:lnTo>
                    <a:pt x="4383373" y="97473"/>
                  </a:lnTo>
                  <a:lnTo>
                    <a:pt x="4387612" y="97473"/>
                  </a:lnTo>
                  <a:lnTo>
                    <a:pt x="4387612" y="97473"/>
                  </a:lnTo>
                  <a:lnTo>
                    <a:pt x="4391852" y="97473"/>
                  </a:lnTo>
                  <a:lnTo>
                    <a:pt x="4391852" y="97473"/>
                  </a:lnTo>
                  <a:lnTo>
                    <a:pt x="4396091" y="97473"/>
                  </a:lnTo>
                  <a:lnTo>
                    <a:pt x="4396091" y="97473"/>
                  </a:lnTo>
                  <a:lnTo>
                    <a:pt x="4400330" y="97473"/>
                  </a:lnTo>
                  <a:lnTo>
                    <a:pt x="4400330" y="97473"/>
                  </a:lnTo>
                  <a:lnTo>
                    <a:pt x="4404569" y="97473"/>
                  </a:lnTo>
                  <a:lnTo>
                    <a:pt x="4404569" y="96931"/>
                  </a:lnTo>
                  <a:lnTo>
                    <a:pt x="4408809" y="96931"/>
                  </a:lnTo>
                  <a:lnTo>
                    <a:pt x="4408809" y="96931"/>
                  </a:lnTo>
                  <a:lnTo>
                    <a:pt x="4413048" y="96931"/>
                  </a:lnTo>
                  <a:lnTo>
                    <a:pt x="4413048" y="96931"/>
                  </a:lnTo>
                  <a:lnTo>
                    <a:pt x="4417287" y="96931"/>
                  </a:lnTo>
                  <a:lnTo>
                    <a:pt x="4417287" y="96931"/>
                  </a:lnTo>
                  <a:lnTo>
                    <a:pt x="4421526" y="96931"/>
                  </a:lnTo>
                  <a:lnTo>
                    <a:pt x="4421526" y="96931"/>
                  </a:lnTo>
                  <a:lnTo>
                    <a:pt x="4425766" y="96931"/>
                  </a:lnTo>
                  <a:lnTo>
                    <a:pt x="4425766" y="96931"/>
                  </a:lnTo>
                  <a:lnTo>
                    <a:pt x="4430005" y="96931"/>
                  </a:lnTo>
                  <a:lnTo>
                    <a:pt x="4430005" y="96387"/>
                  </a:lnTo>
                  <a:lnTo>
                    <a:pt x="4434244" y="96387"/>
                  </a:lnTo>
                  <a:lnTo>
                    <a:pt x="4434244" y="96387"/>
                  </a:lnTo>
                  <a:lnTo>
                    <a:pt x="4438483" y="96387"/>
                  </a:lnTo>
                  <a:lnTo>
                    <a:pt x="4438483" y="96387"/>
                  </a:lnTo>
                  <a:lnTo>
                    <a:pt x="4442723" y="96387"/>
                  </a:lnTo>
                  <a:lnTo>
                    <a:pt x="4442723" y="96387"/>
                  </a:lnTo>
                  <a:lnTo>
                    <a:pt x="4446962" y="96387"/>
                  </a:lnTo>
                  <a:lnTo>
                    <a:pt x="4446962" y="96387"/>
                  </a:lnTo>
                  <a:lnTo>
                    <a:pt x="4451201" y="96387"/>
                  </a:lnTo>
                  <a:lnTo>
                    <a:pt x="4451201" y="96387"/>
                  </a:lnTo>
                  <a:lnTo>
                    <a:pt x="4455440" y="96387"/>
                  </a:lnTo>
                  <a:lnTo>
                    <a:pt x="4455440" y="96387"/>
                  </a:lnTo>
                  <a:lnTo>
                    <a:pt x="4459679" y="96387"/>
                  </a:lnTo>
                  <a:lnTo>
                    <a:pt x="4459679" y="95840"/>
                  </a:lnTo>
                  <a:lnTo>
                    <a:pt x="4463919" y="95840"/>
                  </a:lnTo>
                  <a:lnTo>
                    <a:pt x="4463919" y="95840"/>
                  </a:lnTo>
                  <a:lnTo>
                    <a:pt x="4468158" y="95840"/>
                  </a:lnTo>
                  <a:lnTo>
                    <a:pt x="4468158" y="95291"/>
                  </a:lnTo>
                  <a:lnTo>
                    <a:pt x="4472397" y="95291"/>
                  </a:lnTo>
                  <a:lnTo>
                    <a:pt x="4472397" y="95291"/>
                  </a:lnTo>
                  <a:lnTo>
                    <a:pt x="4476636" y="95291"/>
                  </a:lnTo>
                  <a:lnTo>
                    <a:pt x="4476636" y="95291"/>
                  </a:lnTo>
                  <a:lnTo>
                    <a:pt x="4480876" y="95291"/>
                  </a:lnTo>
                  <a:lnTo>
                    <a:pt x="4480876" y="95291"/>
                  </a:lnTo>
                  <a:lnTo>
                    <a:pt x="4485115" y="95291"/>
                  </a:lnTo>
                  <a:lnTo>
                    <a:pt x="4485115" y="94741"/>
                  </a:lnTo>
                  <a:lnTo>
                    <a:pt x="4489354" y="94741"/>
                  </a:lnTo>
                  <a:lnTo>
                    <a:pt x="4489354" y="94190"/>
                  </a:lnTo>
                  <a:lnTo>
                    <a:pt x="4493593" y="94190"/>
                  </a:lnTo>
                  <a:lnTo>
                    <a:pt x="4493593" y="94190"/>
                  </a:lnTo>
                  <a:lnTo>
                    <a:pt x="4497833" y="94190"/>
                  </a:lnTo>
                  <a:lnTo>
                    <a:pt x="4497833" y="93638"/>
                  </a:lnTo>
                  <a:lnTo>
                    <a:pt x="4502072" y="93638"/>
                  </a:lnTo>
                  <a:lnTo>
                    <a:pt x="4502072" y="93638"/>
                  </a:lnTo>
                  <a:lnTo>
                    <a:pt x="4506311" y="93638"/>
                  </a:lnTo>
                  <a:lnTo>
                    <a:pt x="4506311" y="93086"/>
                  </a:lnTo>
                  <a:lnTo>
                    <a:pt x="4510550" y="93086"/>
                  </a:lnTo>
                  <a:lnTo>
                    <a:pt x="4510550" y="93086"/>
                  </a:lnTo>
                  <a:lnTo>
                    <a:pt x="4514790" y="93086"/>
                  </a:lnTo>
                  <a:lnTo>
                    <a:pt x="4514790" y="93086"/>
                  </a:lnTo>
                  <a:lnTo>
                    <a:pt x="4519029" y="93086"/>
                  </a:lnTo>
                  <a:lnTo>
                    <a:pt x="4519029" y="93086"/>
                  </a:lnTo>
                  <a:lnTo>
                    <a:pt x="4523268" y="93086"/>
                  </a:lnTo>
                  <a:lnTo>
                    <a:pt x="4523268" y="93086"/>
                  </a:lnTo>
                  <a:lnTo>
                    <a:pt x="4527507" y="93086"/>
                  </a:lnTo>
                  <a:lnTo>
                    <a:pt x="4527507" y="93086"/>
                  </a:lnTo>
                  <a:lnTo>
                    <a:pt x="4531747" y="93086"/>
                  </a:lnTo>
                  <a:lnTo>
                    <a:pt x="4531747" y="93086"/>
                  </a:lnTo>
                  <a:lnTo>
                    <a:pt x="4535986" y="93086"/>
                  </a:lnTo>
                  <a:lnTo>
                    <a:pt x="4535986" y="92530"/>
                  </a:lnTo>
                  <a:lnTo>
                    <a:pt x="4540225" y="92530"/>
                  </a:lnTo>
                  <a:lnTo>
                    <a:pt x="4540225" y="92530"/>
                  </a:lnTo>
                  <a:lnTo>
                    <a:pt x="4544464" y="92530"/>
                  </a:lnTo>
                  <a:lnTo>
                    <a:pt x="4544464" y="92530"/>
                  </a:lnTo>
                  <a:lnTo>
                    <a:pt x="4548704" y="92530"/>
                  </a:lnTo>
                  <a:lnTo>
                    <a:pt x="4548704" y="92530"/>
                  </a:lnTo>
                  <a:lnTo>
                    <a:pt x="4552943" y="92530"/>
                  </a:lnTo>
                  <a:lnTo>
                    <a:pt x="4552943" y="92530"/>
                  </a:lnTo>
                  <a:lnTo>
                    <a:pt x="4557182" y="92530"/>
                  </a:lnTo>
                  <a:lnTo>
                    <a:pt x="4557182" y="92530"/>
                  </a:lnTo>
                  <a:lnTo>
                    <a:pt x="4561421" y="92530"/>
                  </a:lnTo>
                  <a:lnTo>
                    <a:pt x="4561421" y="92530"/>
                  </a:lnTo>
                  <a:lnTo>
                    <a:pt x="4565660" y="92530"/>
                  </a:lnTo>
                  <a:lnTo>
                    <a:pt x="4565660" y="92530"/>
                  </a:lnTo>
                  <a:lnTo>
                    <a:pt x="4569900" y="92530"/>
                  </a:lnTo>
                  <a:lnTo>
                    <a:pt x="4569900" y="92530"/>
                  </a:lnTo>
                  <a:lnTo>
                    <a:pt x="4574139" y="92530"/>
                  </a:lnTo>
                  <a:lnTo>
                    <a:pt x="4574139" y="92530"/>
                  </a:lnTo>
                  <a:lnTo>
                    <a:pt x="4578378" y="92530"/>
                  </a:lnTo>
                  <a:lnTo>
                    <a:pt x="4578378" y="91970"/>
                  </a:lnTo>
                  <a:lnTo>
                    <a:pt x="4582617" y="91970"/>
                  </a:lnTo>
                  <a:lnTo>
                    <a:pt x="4582617" y="91970"/>
                  </a:lnTo>
                  <a:lnTo>
                    <a:pt x="4586857" y="91970"/>
                  </a:lnTo>
                  <a:lnTo>
                    <a:pt x="4586857" y="91970"/>
                  </a:lnTo>
                  <a:lnTo>
                    <a:pt x="4591096" y="91970"/>
                  </a:lnTo>
                  <a:lnTo>
                    <a:pt x="4591096" y="91970"/>
                  </a:lnTo>
                  <a:lnTo>
                    <a:pt x="4595335" y="91970"/>
                  </a:lnTo>
                  <a:lnTo>
                    <a:pt x="4595335" y="91970"/>
                  </a:lnTo>
                  <a:lnTo>
                    <a:pt x="4599574" y="91970"/>
                  </a:lnTo>
                  <a:lnTo>
                    <a:pt x="4599574" y="91970"/>
                  </a:lnTo>
                  <a:lnTo>
                    <a:pt x="4603814" y="91970"/>
                  </a:lnTo>
                  <a:lnTo>
                    <a:pt x="4603814" y="91970"/>
                  </a:lnTo>
                  <a:lnTo>
                    <a:pt x="4608053" y="91970"/>
                  </a:lnTo>
                  <a:lnTo>
                    <a:pt x="4608053" y="91970"/>
                  </a:lnTo>
                  <a:lnTo>
                    <a:pt x="4612292" y="91970"/>
                  </a:lnTo>
                  <a:lnTo>
                    <a:pt x="4612292" y="91407"/>
                  </a:lnTo>
                  <a:lnTo>
                    <a:pt x="4616531" y="91407"/>
                  </a:lnTo>
                  <a:lnTo>
                    <a:pt x="4616531" y="91407"/>
                  </a:lnTo>
                  <a:lnTo>
                    <a:pt x="4620771" y="91407"/>
                  </a:lnTo>
                  <a:lnTo>
                    <a:pt x="4620771" y="91407"/>
                  </a:lnTo>
                  <a:lnTo>
                    <a:pt x="4625010" y="91407"/>
                  </a:lnTo>
                  <a:lnTo>
                    <a:pt x="4625010" y="91407"/>
                  </a:lnTo>
                  <a:lnTo>
                    <a:pt x="4629249" y="91407"/>
                  </a:lnTo>
                  <a:lnTo>
                    <a:pt x="4629249" y="91407"/>
                  </a:lnTo>
                  <a:lnTo>
                    <a:pt x="4633488" y="91407"/>
                  </a:lnTo>
                  <a:lnTo>
                    <a:pt x="4633488" y="91407"/>
                  </a:lnTo>
                  <a:lnTo>
                    <a:pt x="4637728" y="91407"/>
                  </a:lnTo>
                  <a:lnTo>
                    <a:pt x="4637728" y="91407"/>
                  </a:lnTo>
                  <a:lnTo>
                    <a:pt x="4641967" y="91407"/>
                  </a:lnTo>
                  <a:lnTo>
                    <a:pt x="4641967" y="90840"/>
                  </a:lnTo>
                  <a:lnTo>
                    <a:pt x="4646206" y="90840"/>
                  </a:lnTo>
                  <a:lnTo>
                    <a:pt x="4646206" y="90273"/>
                  </a:lnTo>
                  <a:lnTo>
                    <a:pt x="4650445" y="90273"/>
                  </a:lnTo>
                  <a:lnTo>
                    <a:pt x="4650445" y="90273"/>
                  </a:lnTo>
                  <a:lnTo>
                    <a:pt x="4654684" y="90273"/>
                  </a:lnTo>
                  <a:lnTo>
                    <a:pt x="4654684" y="90273"/>
                  </a:lnTo>
                  <a:lnTo>
                    <a:pt x="4658924" y="90273"/>
                  </a:lnTo>
                  <a:lnTo>
                    <a:pt x="4658924" y="90273"/>
                  </a:lnTo>
                  <a:lnTo>
                    <a:pt x="4663163" y="90273"/>
                  </a:lnTo>
                  <a:lnTo>
                    <a:pt x="4663163" y="89705"/>
                  </a:lnTo>
                  <a:lnTo>
                    <a:pt x="4667402" y="89705"/>
                  </a:lnTo>
                  <a:lnTo>
                    <a:pt x="4667402" y="89135"/>
                  </a:lnTo>
                  <a:lnTo>
                    <a:pt x="4671641" y="89135"/>
                  </a:lnTo>
                  <a:lnTo>
                    <a:pt x="4671641" y="89135"/>
                  </a:lnTo>
                  <a:lnTo>
                    <a:pt x="4675881" y="89135"/>
                  </a:lnTo>
                  <a:lnTo>
                    <a:pt x="4675881" y="89135"/>
                  </a:lnTo>
                  <a:lnTo>
                    <a:pt x="4680120" y="89135"/>
                  </a:lnTo>
                  <a:lnTo>
                    <a:pt x="4680120" y="89135"/>
                  </a:lnTo>
                  <a:lnTo>
                    <a:pt x="4684359" y="89135"/>
                  </a:lnTo>
                  <a:lnTo>
                    <a:pt x="4684359" y="89135"/>
                  </a:lnTo>
                  <a:lnTo>
                    <a:pt x="4688598" y="89135"/>
                  </a:lnTo>
                  <a:lnTo>
                    <a:pt x="4688598" y="89135"/>
                  </a:lnTo>
                  <a:lnTo>
                    <a:pt x="4692838" y="89135"/>
                  </a:lnTo>
                  <a:lnTo>
                    <a:pt x="4692838" y="88563"/>
                  </a:lnTo>
                  <a:lnTo>
                    <a:pt x="4697077" y="88563"/>
                  </a:lnTo>
                  <a:lnTo>
                    <a:pt x="4697077" y="88563"/>
                  </a:lnTo>
                  <a:lnTo>
                    <a:pt x="4701316" y="88563"/>
                  </a:lnTo>
                  <a:lnTo>
                    <a:pt x="4701316" y="87990"/>
                  </a:lnTo>
                  <a:lnTo>
                    <a:pt x="4705555" y="87990"/>
                  </a:lnTo>
                  <a:lnTo>
                    <a:pt x="4705555" y="87990"/>
                  </a:lnTo>
                  <a:lnTo>
                    <a:pt x="4709795" y="87990"/>
                  </a:lnTo>
                  <a:lnTo>
                    <a:pt x="4709795" y="87417"/>
                  </a:lnTo>
                  <a:lnTo>
                    <a:pt x="4714034" y="87417"/>
                  </a:lnTo>
                  <a:lnTo>
                    <a:pt x="4714034" y="86843"/>
                  </a:lnTo>
                  <a:lnTo>
                    <a:pt x="4718273" y="86843"/>
                  </a:lnTo>
                  <a:lnTo>
                    <a:pt x="4718273" y="86269"/>
                  </a:lnTo>
                  <a:lnTo>
                    <a:pt x="4722512" y="86269"/>
                  </a:lnTo>
                  <a:lnTo>
                    <a:pt x="4722512" y="86269"/>
                  </a:lnTo>
                  <a:lnTo>
                    <a:pt x="4726752" y="86269"/>
                  </a:lnTo>
                  <a:lnTo>
                    <a:pt x="4726752" y="85694"/>
                  </a:lnTo>
                  <a:lnTo>
                    <a:pt x="4730991" y="85694"/>
                  </a:lnTo>
                  <a:lnTo>
                    <a:pt x="4730991" y="85694"/>
                  </a:lnTo>
                  <a:lnTo>
                    <a:pt x="4735230" y="85694"/>
                  </a:lnTo>
                  <a:lnTo>
                    <a:pt x="4735230" y="85119"/>
                  </a:lnTo>
                  <a:lnTo>
                    <a:pt x="4739469" y="85119"/>
                  </a:lnTo>
                  <a:lnTo>
                    <a:pt x="4739469" y="85119"/>
                  </a:lnTo>
                  <a:lnTo>
                    <a:pt x="4743709" y="85119"/>
                  </a:lnTo>
                  <a:lnTo>
                    <a:pt x="4743709" y="85119"/>
                  </a:lnTo>
                  <a:lnTo>
                    <a:pt x="4747948" y="85119"/>
                  </a:lnTo>
                  <a:lnTo>
                    <a:pt x="4747948" y="85119"/>
                  </a:lnTo>
                  <a:lnTo>
                    <a:pt x="4752187" y="85119"/>
                  </a:lnTo>
                  <a:lnTo>
                    <a:pt x="4752187" y="85119"/>
                  </a:lnTo>
                  <a:lnTo>
                    <a:pt x="4756426" y="85119"/>
                  </a:lnTo>
                  <a:lnTo>
                    <a:pt x="4756426" y="83964"/>
                  </a:lnTo>
                  <a:lnTo>
                    <a:pt x="4760665" y="83964"/>
                  </a:lnTo>
                  <a:lnTo>
                    <a:pt x="4760665" y="83964"/>
                  </a:lnTo>
                  <a:lnTo>
                    <a:pt x="4764905" y="83964"/>
                  </a:lnTo>
                  <a:lnTo>
                    <a:pt x="4764905" y="83964"/>
                  </a:lnTo>
                  <a:lnTo>
                    <a:pt x="4769144" y="83964"/>
                  </a:lnTo>
                  <a:lnTo>
                    <a:pt x="4769144" y="83964"/>
                  </a:lnTo>
                  <a:lnTo>
                    <a:pt x="4773383" y="83964"/>
                  </a:lnTo>
                  <a:lnTo>
                    <a:pt x="4773383" y="83964"/>
                  </a:lnTo>
                  <a:lnTo>
                    <a:pt x="4777622" y="83964"/>
                  </a:lnTo>
                  <a:lnTo>
                    <a:pt x="4777622" y="83964"/>
                  </a:lnTo>
                  <a:lnTo>
                    <a:pt x="4781862" y="83964"/>
                  </a:lnTo>
                  <a:lnTo>
                    <a:pt x="4781862" y="83964"/>
                  </a:lnTo>
                  <a:lnTo>
                    <a:pt x="4786101" y="83964"/>
                  </a:lnTo>
                  <a:lnTo>
                    <a:pt x="4786101" y="83964"/>
                  </a:lnTo>
                  <a:lnTo>
                    <a:pt x="4790340" y="83964"/>
                  </a:lnTo>
                  <a:lnTo>
                    <a:pt x="4790340" y="83381"/>
                  </a:lnTo>
                  <a:lnTo>
                    <a:pt x="4794579" y="83381"/>
                  </a:lnTo>
                  <a:lnTo>
                    <a:pt x="4794579" y="83381"/>
                  </a:lnTo>
                  <a:lnTo>
                    <a:pt x="4798819" y="83381"/>
                  </a:lnTo>
                  <a:lnTo>
                    <a:pt x="4798819" y="83381"/>
                  </a:lnTo>
                  <a:lnTo>
                    <a:pt x="4803058" y="83381"/>
                  </a:lnTo>
                  <a:lnTo>
                    <a:pt x="4803058" y="83381"/>
                  </a:lnTo>
                  <a:lnTo>
                    <a:pt x="4807297" y="83381"/>
                  </a:lnTo>
                  <a:lnTo>
                    <a:pt x="4807297" y="82796"/>
                  </a:lnTo>
                  <a:lnTo>
                    <a:pt x="4811536" y="82796"/>
                  </a:lnTo>
                  <a:lnTo>
                    <a:pt x="4811536" y="82796"/>
                  </a:lnTo>
                  <a:lnTo>
                    <a:pt x="4815776" y="82796"/>
                  </a:lnTo>
                  <a:lnTo>
                    <a:pt x="4815776" y="82796"/>
                  </a:lnTo>
                  <a:lnTo>
                    <a:pt x="4820015" y="82796"/>
                  </a:lnTo>
                  <a:lnTo>
                    <a:pt x="4820015" y="82796"/>
                  </a:lnTo>
                  <a:lnTo>
                    <a:pt x="4824254" y="82796"/>
                  </a:lnTo>
                  <a:lnTo>
                    <a:pt x="4824254" y="81037"/>
                  </a:lnTo>
                  <a:lnTo>
                    <a:pt x="4828493" y="81037"/>
                  </a:lnTo>
                  <a:lnTo>
                    <a:pt x="4828493" y="81037"/>
                  </a:lnTo>
                  <a:lnTo>
                    <a:pt x="4832733" y="81037"/>
                  </a:lnTo>
                  <a:lnTo>
                    <a:pt x="4832733" y="81037"/>
                  </a:lnTo>
                  <a:lnTo>
                    <a:pt x="4836972" y="81037"/>
                  </a:lnTo>
                  <a:lnTo>
                    <a:pt x="4836972" y="81037"/>
                  </a:lnTo>
                  <a:lnTo>
                    <a:pt x="4841211" y="81037"/>
                  </a:lnTo>
                  <a:lnTo>
                    <a:pt x="4841211" y="81037"/>
                  </a:lnTo>
                  <a:lnTo>
                    <a:pt x="4845450" y="81037"/>
                  </a:lnTo>
                  <a:lnTo>
                    <a:pt x="4845450" y="81037"/>
                  </a:lnTo>
                  <a:lnTo>
                    <a:pt x="4849690" y="81037"/>
                  </a:lnTo>
                  <a:lnTo>
                    <a:pt x="4849690" y="80449"/>
                  </a:lnTo>
                  <a:lnTo>
                    <a:pt x="4853929" y="80449"/>
                  </a:lnTo>
                  <a:lnTo>
                    <a:pt x="4853929" y="80449"/>
                  </a:lnTo>
                  <a:lnTo>
                    <a:pt x="4858168" y="80449"/>
                  </a:lnTo>
                  <a:lnTo>
                    <a:pt x="4858168" y="80449"/>
                  </a:lnTo>
                  <a:lnTo>
                    <a:pt x="4866646" y="80449"/>
                  </a:lnTo>
                  <a:lnTo>
                    <a:pt x="4866646" y="80449"/>
                  </a:lnTo>
                  <a:lnTo>
                    <a:pt x="4870886" y="80449"/>
                  </a:lnTo>
                  <a:lnTo>
                    <a:pt x="4870886" y="80449"/>
                  </a:lnTo>
                  <a:lnTo>
                    <a:pt x="4875125" y="80449"/>
                  </a:lnTo>
                  <a:lnTo>
                    <a:pt x="4875125" y="80449"/>
                  </a:lnTo>
                  <a:lnTo>
                    <a:pt x="4879364" y="80449"/>
                  </a:lnTo>
                  <a:lnTo>
                    <a:pt x="4879364" y="80449"/>
                  </a:lnTo>
                  <a:lnTo>
                    <a:pt x="4883603" y="80449"/>
                  </a:lnTo>
                  <a:lnTo>
                    <a:pt x="4883603" y="80449"/>
                  </a:lnTo>
                  <a:lnTo>
                    <a:pt x="4887843" y="80449"/>
                  </a:lnTo>
                  <a:lnTo>
                    <a:pt x="4887843" y="80449"/>
                  </a:lnTo>
                  <a:lnTo>
                    <a:pt x="4892082" y="80449"/>
                  </a:lnTo>
                  <a:lnTo>
                    <a:pt x="4892082" y="80449"/>
                  </a:lnTo>
                  <a:lnTo>
                    <a:pt x="4896321" y="80449"/>
                  </a:lnTo>
                  <a:lnTo>
                    <a:pt x="4896321" y="80449"/>
                  </a:lnTo>
                  <a:lnTo>
                    <a:pt x="4900560" y="80449"/>
                  </a:lnTo>
                  <a:lnTo>
                    <a:pt x="4900560" y="80449"/>
                  </a:lnTo>
                  <a:lnTo>
                    <a:pt x="4904800" y="80449"/>
                  </a:lnTo>
                  <a:lnTo>
                    <a:pt x="4904800" y="80449"/>
                  </a:lnTo>
                  <a:lnTo>
                    <a:pt x="4909039" y="80449"/>
                  </a:lnTo>
                  <a:lnTo>
                    <a:pt x="4909039" y="79854"/>
                  </a:lnTo>
                  <a:lnTo>
                    <a:pt x="4913278" y="79854"/>
                  </a:lnTo>
                  <a:lnTo>
                    <a:pt x="4913278" y="79260"/>
                  </a:lnTo>
                  <a:lnTo>
                    <a:pt x="4917517" y="79260"/>
                  </a:lnTo>
                  <a:lnTo>
                    <a:pt x="4917517" y="78665"/>
                  </a:lnTo>
                  <a:lnTo>
                    <a:pt x="4921757" y="78665"/>
                  </a:lnTo>
                  <a:lnTo>
                    <a:pt x="4921757" y="78070"/>
                  </a:lnTo>
                  <a:lnTo>
                    <a:pt x="4925996" y="78070"/>
                  </a:lnTo>
                  <a:lnTo>
                    <a:pt x="4925996" y="78070"/>
                  </a:lnTo>
                  <a:lnTo>
                    <a:pt x="4930235" y="78070"/>
                  </a:lnTo>
                  <a:lnTo>
                    <a:pt x="4930235" y="78070"/>
                  </a:lnTo>
                  <a:lnTo>
                    <a:pt x="4938714" y="78070"/>
                  </a:lnTo>
                  <a:lnTo>
                    <a:pt x="4938714" y="77474"/>
                  </a:lnTo>
                  <a:lnTo>
                    <a:pt x="4942953" y="77474"/>
                  </a:lnTo>
                  <a:lnTo>
                    <a:pt x="4942953" y="77474"/>
                  </a:lnTo>
                  <a:lnTo>
                    <a:pt x="4947192" y="77474"/>
                  </a:lnTo>
                  <a:lnTo>
                    <a:pt x="4947192" y="77474"/>
                  </a:lnTo>
                  <a:lnTo>
                    <a:pt x="4951431" y="77474"/>
                  </a:lnTo>
                  <a:lnTo>
                    <a:pt x="4951431" y="77474"/>
                  </a:lnTo>
                  <a:lnTo>
                    <a:pt x="4955671" y="77474"/>
                  </a:lnTo>
                  <a:lnTo>
                    <a:pt x="4955671" y="77474"/>
                  </a:lnTo>
                  <a:lnTo>
                    <a:pt x="4959910" y="77474"/>
                  </a:lnTo>
                  <a:lnTo>
                    <a:pt x="4959910" y="77474"/>
                  </a:lnTo>
                  <a:lnTo>
                    <a:pt x="4964149" y="77474"/>
                  </a:lnTo>
                  <a:lnTo>
                    <a:pt x="4964149" y="76876"/>
                  </a:lnTo>
                  <a:lnTo>
                    <a:pt x="4968388" y="76876"/>
                  </a:lnTo>
                  <a:lnTo>
                    <a:pt x="4968388" y="76876"/>
                  </a:lnTo>
                  <a:lnTo>
                    <a:pt x="4972627" y="76876"/>
                  </a:lnTo>
                  <a:lnTo>
                    <a:pt x="4972627" y="76876"/>
                  </a:lnTo>
                  <a:lnTo>
                    <a:pt x="4976867" y="76876"/>
                  </a:lnTo>
                  <a:lnTo>
                    <a:pt x="4976867" y="76876"/>
                  </a:lnTo>
                  <a:lnTo>
                    <a:pt x="4981106" y="76876"/>
                  </a:lnTo>
                  <a:lnTo>
                    <a:pt x="4981106" y="76876"/>
                  </a:lnTo>
                  <a:lnTo>
                    <a:pt x="4985345" y="76876"/>
                  </a:lnTo>
                  <a:lnTo>
                    <a:pt x="4985345" y="76876"/>
                  </a:lnTo>
                  <a:lnTo>
                    <a:pt x="4989584" y="76876"/>
                  </a:lnTo>
                  <a:lnTo>
                    <a:pt x="4989584" y="76276"/>
                  </a:lnTo>
                  <a:lnTo>
                    <a:pt x="4993824" y="76276"/>
                  </a:lnTo>
                  <a:lnTo>
                    <a:pt x="4993824" y="76276"/>
                  </a:lnTo>
                  <a:lnTo>
                    <a:pt x="4998063" y="76276"/>
                  </a:lnTo>
                  <a:lnTo>
                    <a:pt x="4998063" y="75676"/>
                  </a:lnTo>
                  <a:lnTo>
                    <a:pt x="5002302" y="75676"/>
                  </a:lnTo>
                  <a:lnTo>
                    <a:pt x="5002302" y="75676"/>
                  </a:lnTo>
                  <a:lnTo>
                    <a:pt x="5006541" y="75676"/>
                  </a:lnTo>
                  <a:lnTo>
                    <a:pt x="5006541" y="75676"/>
                  </a:lnTo>
                  <a:lnTo>
                    <a:pt x="5010781" y="75676"/>
                  </a:lnTo>
                  <a:lnTo>
                    <a:pt x="5010781" y="75676"/>
                  </a:lnTo>
                  <a:lnTo>
                    <a:pt x="5015020" y="75676"/>
                  </a:lnTo>
                  <a:lnTo>
                    <a:pt x="5015020" y="75075"/>
                  </a:lnTo>
                  <a:lnTo>
                    <a:pt x="5019259" y="75075"/>
                  </a:lnTo>
                  <a:lnTo>
                    <a:pt x="5019259" y="75075"/>
                  </a:lnTo>
                  <a:lnTo>
                    <a:pt x="5023498" y="75075"/>
                  </a:lnTo>
                  <a:lnTo>
                    <a:pt x="5023498" y="75075"/>
                  </a:lnTo>
                  <a:lnTo>
                    <a:pt x="5027738" y="75075"/>
                  </a:lnTo>
                  <a:lnTo>
                    <a:pt x="5027738" y="75075"/>
                  </a:lnTo>
                  <a:lnTo>
                    <a:pt x="5031977" y="75075"/>
                  </a:lnTo>
                  <a:lnTo>
                    <a:pt x="5031977" y="75075"/>
                  </a:lnTo>
                  <a:lnTo>
                    <a:pt x="5036216" y="75075"/>
                  </a:lnTo>
                  <a:lnTo>
                    <a:pt x="5036216" y="74471"/>
                  </a:lnTo>
                  <a:lnTo>
                    <a:pt x="5040455" y="74471"/>
                  </a:lnTo>
                  <a:lnTo>
                    <a:pt x="5040455" y="74471"/>
                  </a:lnTo>
                  <a:lnTo>
                    <a:pt x="5044695" y="74471"/>
                  </a:lnTo>
                  <a:lnTo>
                    <a:pt x="5044695" y="74471"/>
                  </a:lnTo>
                  <a:lnTo>
                    <a:pt x="5048934" y="74471"/>
                  </a:lnTo>
                  <a:lnTo>
                    <a:pt x="5048934" y="74471"/>
                  </a:lnTo>
                  <a:lnTo>
                    <a:pt x="5053173" y="74471"/>
                  </a:lnTo>
                  <a:lnTo>
                    <a:pt x="5053173" y="74471"/>
                  </a:lnTo>
                  <a:lnTo>
                    <a:pt x="5057412" y="74471"/>
                  </a:lnTo>
                  <a:lnTo>
                    <a:pt x="5057412" y="74471"/>
                  </a:lnTo>
                  <a:lnTo>
                    <a:pt x="5061651" y="74471"/>
                  </a:lnTo>
                  <a:lnTo>
                    <a:pt x="5061651" y="74471"/>
                  </a:lnTo>
                  <a:lnTo>
                    <a:pt x="5065891" y="74471"/>
                  </a:lnTo>
                  <a:lnTo>
                    <a:pt x="5065891" y="74471"/>
                  </a:lnTo>
                  <a:lnTo>
                    <a:pt x="5070130" y="74471"/>
                  </a:lnTo>
                  <a:lnTo>
                    <a:pt x="5070130" y="74471"/>
                  </a:lnTo>
                  <a:lnTo>
                    <a:pt x="5074369" y="74471"/>
                  </a:lnTo>
                  <a:lnTo>
                    <a:pt x="5074369" y="74471"/>
                  </a:lnTo>
                  <a:lnTo>
                    <a:pt x="5082848" y="74471"/>
                  </a:lnTo>
                  <a:lnTo>
                    <a:pt x="5082848" y="74471"/>
                  </a:lnTo>
                  <a:lnTo>
                    <a:pt x="5091326" y="74471"/>
                  </a:lnTo>
                  <a:lnTo>
                    <a:pt x="5091326" y="74471"/>
                  </a:lnTo>
                  <a:lnTo>
                    <a:pt x="5095565" y="74471"/>
                  </a:lnTo>
                  <a:lnTo>
                    <a:pt x="5095565" y="74471"/>
                  </a:lnTo>
                  <a:lnTo>
                    <a:pt x="5099805" y="74471"/>
                  </a:lnTo>
                  <a:lnTo>
                    <a:pt x="5099805" y="74471"/>
                  </a:lnTo>
                  <a:lnTo>
                    <a:pt x="5104044" y="74471"/>
                  </a:lnTo>
                  <a:lnTo>
                    <a:pt x="5104044" y="74471"/>
                  </a:lnTo>
                  <a:lnTo>
                    <a:pt x="5108283" y="74471"/>
                  </a:lnTo>
                  <a:lnTo>
                    <a:pt x="5108283" y="73861"/>
                  </a:lnTo>
                  <a:lnTo>
                    <a:pt x="5112522" y="73861"/>
                  </a:lnTo>
                  <a:lnTo>
                    <a:pt x="5112522" y="73861"/>
                  </a:lnTo>
                  <a:lnTo>
                    <a:pt x="5116762" y="73861"/>
                  </a:lnTo>
                  <a:lnTo>
                    <a:pt x="5116762" y="73861"/>
                  </a:lnTo>
                  <a:lnTo>
                    <a:pt x="5121001" y="73861"/>
                  </a:lnTo>
                  <a:lnTo>
                    <a:pt x="5121001" y="73861"/>
                  </a:lnTo>
                  <a:lnTo>
                    <a:pt x="5125240" y="73861"/>
                  </a:lnTo>
                  <a:lnTo>
                    <a:pt x="5125240" y="73861"/>
                  </a:lnTo>
                  <a:lnTo>
                    <a:pt x="5129479" y="73861"/>
                  </a:lnTo>
                  <a:lnTo>
                    <a:pt x="5129479" y="73861"/>
                  </a:lnTo>
                  <a:lnTo>
                    <a:pt x="5133719" y="73861"/>
                  </a:lnTo>
                  <a:lnTo>
                    <a:pt x="5133719" y="73861"/>
                  </a:lnTo>
                  <a:lnTo>
                    <a:pt x="5137958" y="73861"/>
                  </a:lnTo>
                  <a:lnTo>
                    <a:pt x="5137958" y="73861"/>
                  </a:lnTo>
                  <a:lnTo>
                    <a:pt x="5142197" y="73861"/>
                  </a:lnTo>
                  <a:lnTo>
                    <a:pt x="5142197" y="73861"/>
                  </a:lnTo>
                  <a:lnTo>
                    <a:pt x="5146436" y="73861"/>
                  </a:lnTo>
                  <a:lnTo>
                    <a:pt x="5146436" y="73247"/>
                  </a:lnTo>
                  <a:lnTo>
                    <a:pt x="5150676" y="73247"/>
                  </a:lnTo>
                  <a:lnTo>
                    <a:pt x="5150676" y="73247"/>
                  </a:lnTo>
                  <a:lnTo>
                    <a:pt x="5154915" y="73247"/>
                  </a:lnTo>
                  <a:lnTo>
                    <a:pt x="5154915" y="73247"/>
                  </a:lnTo>
                  <a:lnTo>
                    <a:pt x="5159154" y="73247"/>
                  </a:lnTo>
                  <a:lnTo>
                    <a:pt x="5159154" y="73247"/>
                  </a:lnTo>
                  <a:lnTo>
                    <a:pt x="5163393" y="73247"/>
                  </a:lnTo>
                  <a:lnTo>
                    <a:pt x="5163393" y="72630"/>
                  </a:lnTo>
                  <a:lnTo>
                    <a:pt x="5167632" y="72630"/>
                  </a:lnTo>
                  <a:lnTo>
                    <a:pt x="5167632" y="72630"/>
                  </a:lnTo>
                  <a:lnTo>
                    <a:pt x="5171872" y="72630"/>
                  </a:lnTo>
                  <a:lnTo>
                    <a:pt x="5171872" y="72630"/>
                  </a:lnTo>
                  <a:lnTo>
                    <a:pt x="5176111" y="72630"/>
                  </a:lnTo>
                  <a:lnTo>
                    <a:pt x="5176111" y="72630"/>
                  </a:lnTo>
                  <a:lnTo>
                    <a:pt x="5180350" y="72630"/>
                  </a:lnTo>
                  <a:lnTo>
                    <a:pt x="5180350" y="72630"/>
                  </a:lnTo>
                  <a:lnTo>
                    <a:pt x="5184589" y="72630"/>
                  </a:lnTo>
                  <a:lnTo>
                    <a:pt x="5184589" y="72630"/>
                  </a:lnTo>
                  <a:lnTo>
                    <a:pt x="5188829" y="72630"/>
                  </a:lnTo>
                  <a:lnTo>
                    <a:pt x="5188829" y="72630"/>
                  </a:lnTo>
                  <a:lnTo>
                    <a:pt x="5193068" y="72630"/>
                  </a:lnTo>
                  <a:lnTo>
                    <a:pt x="5193068" y="72630"/>
                  </a:lnTo>
                  <a:lnTo>
                    <a:pt x="5197307" y="72630"/>
                  </a:lnTo>
                  <a:lnTo>
                    <a:pt x="5197307" y="72630"/>
                  </a:lnTo>
                  <a:lnTo>
                    <a:pt x="5201546" y="72630"/>
                  </a:lnTo>
                  <a:lnTo>
                    <a:pt x="5201546" y="72630"/>
                  </a:lnTo>
                  <a:lnTo>
                    <a:pt x="5205786" y="72630"/>
                  </a:lnTo>
                  <a:lnTo>
                    <a:pt x="5205786" y="72630"/>
                  </a:lnTo>
                  <a:lnTo>
                    <a:pt x="5210025" y="72630"/>
                  </a:lnTo>
                  <a:lnTo>
                    <a:pt x="5210025" y="72009"/>
                  </a:lnTo>
                  <a:lnTo>
                    <a:pt x="5214264" y="72009"/>
                  </a:lnTo>
                  <a:lnTo>
                    <a:pt x="5214264" y="72009"/>
                  </a:lnTo>
                  <a:lnTo>
                    <a:pt x="5218503" y="72009"/>
                  </a:lnTo>
                  <a:lnTo>
                    <a:pt x="5218503" y="71385"/>
                  </a:lnTo>
                  <a:lnTo>
                    <a:pt x="5222743" y="71385"/>
                  </a:lnTo>
                  <a:lnTo>
                    <a:pt x="5222743" y="71385"/>
                  </a:lnTo>
                  <a:lnTo>
                    <a:pt x="5226982" y="71385"/>
                  </a:lnTo>
                  <a:lnTo>
                    <a:pt x="5226982" y="71385"/>
                  </a:lnTo>
                  <a:lnTo>
                    <a:pt x="5231221" y="71385"/>
                  </a:lnTo>
                  <a:lnTo>
                    <a:pt x="5231221" y="71385"/>
                  </a:lnTo>
                  <a:lnTo>
                    <a:pt x="5235460" y="71385"/>
                  </a:lnTo>
                  <a:lnTo>
                    <a:pt x="5235460" y="71385"/>
                  </a:lnTo>
                  <a:lnTo>
                    <a:pt x="5239700" y="71385"/>
                  </a:lnTo>
                  <a:lnTo>
                    <a:pt x="5239700" y="71385"/>
                  </a:lnTo>
                  <a:lnTo>
                    <a:pt x="5243939" y="71385"/>
                  </a:lnTo>
                  <a:lnTo>
                    <a:pt x="5243939" y="71385"/>
                  </a:lnTo>
                  <a:lnTo>
                    <a:pt x="5248178" y="71385"/>
                  </a:lnTo>
                  <a:lnTo>
                    <a:pt x="5248178" y="71385"/>
                  </a:lnTo>
                  <a:lnTo>
                    <a:pt x="5252417" y="71385"/>
                  </a:lnTo>
                  <a:lnTo>
                    <a:pt x="5252417" y="71385"/>
                  </a:lnTo>
                  <a:lnTo>
                    <a:pt x="5256657" y="71385"/>
                  </a:lnTo>
                  <a:lnTo>
                    <a:pt x="5256657" y="70755"/>
                  </a:lnTo>
                  <a:lnTo>
                    <a:pt x="5260896" y="70755"/>
                  </a:lnTo>
                  <a:lnTo>
                    <a:pt x="5260896" y="70755"/>
                  </a:lnTo>
                  <a:lnTo>
                    <a:pt x="5265135" y="70755"/>
                  </a:lnTo>
                  <a:lnTo>
                    <a:pt x="5265135" y="70755"/>
                  </a:lnTo>
                  <a:lnTo>
                    <a:pt x="5269374" y="70755"/>
                  </a:lnTo>
                  <a:lnTo>
                    <a:pt x="5269374" y="70755"/>
                  </a:lnTo>
                  <a:lnTo>
                    <a:pt x="5273613" y="70755"/>
                  </a:lnTo>
                  <a:lnTo>
                    <a:pt x="5273613" y="70755"/>
                  </a:lnTo>
                  <a:lnTo>
                    <a:pt x="5277853" y="70755"/>
                  </a:lnTo>
                  <a:lnTo>
                    <a:pt x="5277853" y="70755"/>
                  </a:lnTo>
                  <a:lnTo>
                    <a:pt x="5282092" y="70755"/>
                  </a:lnTo>
                  <a:lnTo>
                    <a:pt x="5282092" y="70755"/>
                  </a:lnTo>
                  <a:lnTo>
                    <a:pt x="5290570" y="70755"/>
                  </a:lnTo>
                  <a:lnTo>
                    <a:pt x="5290570" y="70755"/>
                  </a:lnTo>
                  <a:lnTo>
                    <a:pt x="5294810" y="70755"/>
                  </a:lnTo>
                  <a:lnTo>
                    <a:pt x="5294810" y="70755"/>
                  </a:lnTo>
                  <a:lnTo>
                    <a:pt x="5299049" y="70755"/>
                  </a:lnTo>
                  <a:lnTo>
                    <a:pt x="5299049" y="70755"/>
                  </a:lnTo>
                  <a:lnTo>
                    <a:pt x="5303288" y="70755"/>
                  </a:lnTo>
                  <a:lnTo>
                    <a:pt x="5303288" y="70755"/>
                  </a:lnTo>
                  <a:lnTo>
                    <a:pt x="5307527" y="70755"/>
                  </a:lnTo>
                  <a:lnTo>
                    <a:pt x="5307527" y="70755"/>
                  </a:lnTo>
                  <a:lnTo>
                    <a:pt x="5311767" y="70755"/>
                  </a:lnTo>
                  <a:lnTo>
                    <a:pt x="5311767" y="70755"/>
                  </a:lnTo>
                  <a:lnTo>
                    <a:pt x="5316006" y="70755"/>
                  </a:lnTo>
                  <a:lnTo>
                    <a:pt x="5316006" y="70755"/>
                  </a:lnTo>
                  <a:lnTo>
                    <a:pt x="5320245" y="70755"/>
                  </a:lnTo>
                  <a:lnTo>
                    <a:pt x="5320245" y="70120"/>
                  </a:lnTo>
                  <a:lnTo>
                    <a:pt x="5324484" y="70120"/>
                  </a:lnTo>
                  <a:lnTo>
                    <a:pt x="5324484" y="69483"/>
                  </a:lnTo>
                  <a:lnTo>
                    <a:pt x="5328724" y="69483"/>
                  </a:lnTo>
                  <a:lnTo>
                    <a:pt x="5328724" y="68847"/>
                  </a:lnTo>
                  <a:lnTo>
                    <a:pt x="5332963" y="68847"/>
                  </a:lnTo>
                  <a:lnTo>
                    <a:pt x="5332963" y="68847"/>
                  </a:lnTo>
                  <a:lnTo>
                    <a:pt x="5337202" y="68847"/>
                  </a:lnTo>
                  <a:lnTo>
                    <a:pt x="5337202" y="68209"/>
                  </a:lnTo>
                  <a:lnTo>
                    <a:pt x="5341441" y="68209"/>
                  </a:lnTo>
                  <a:lnTo>
                    <a:pt x="5341441" y="68209"/>
                  </a:lnTo>
                  <a:lnTo>
                    <a:pt x="5345681" y="68209"/>
                  </a:lnTo>
                  <a:lnTo>
                    <a:pt x="5345681" y="68209"/>
                  </a:lnTo>
                  <a:lnTo>
                    <a:pt x="5349920" y="68209"/>
                  </a:lnTo>
                  <a:lnTo>
                    <a:pt x="5349920" y="68209"/>
                  </a:lnTo>
                  <a:lnTo>
                    <a:pt x="5354159" y="68209"/>
                  </a:lnTo>
                  <a:lnTo>
                    <a:pt x="5354159" y="68209"/>
                  </a:lnTo>
                  <a:lnTo>
                    <a:pt x="5358398" y="68209"/>
                  </a:lnTo>
                  <a:lnTo>
                    <a:pt x="5358398" y="68209"/>
                  </a:lnTo>
                  <a:lnTo>
                    <a:pt x="5362637" y="68209"/>
                  </a:lnTo>
                  <a:lnTo>
                    <a:pt x="5362637" y="68209"/>
                  </a:lnTo>
                  <a:lnTo>
                    <a:pt x="5366877" y="68209"/>
                  </a:lnTo>
                  <a:lnTo>
                    <a:pt x="5366877" y="67567"/>
                  </a:lnTo>
                  <a:lnTo>
                    <a:pt x="5371116" y="67567"/>
                  </a:lnTo>
                  <a:lnTo>
                    <a:pt x="5371116" y="67567"/>
                  </a:lnTo>
                  <a:lnTo>
                    <a:pt x="5375355" y="67567"/>
                  </a:lnTo>
                  <a:lnTo>
                    <a:pt x="5375355" y="67567"/>
                  </a:lnTo>
                  <a:lnTo>
                    <a:pt x="5379594" y="67567"/>
                  </a:lnTo>
                  <a:lnTo>
                    <a:pt x="5379594" y="67567"/>
                  </a:lnTo>
                  <a:lnTo>
                    <a:pt x="5383834" y="67567"/>
                  </a:lnTo>
                  <a:lnTo>
                    <a:pt x="5383834" y="66925"/>
                  </a:lnTo>
                  <a:lnTo>
                    <a:pt x="5388073" y="66925"/>
                  </a:lnTo>
                  <a:lnTo>
                    <a:pt x="5388073" y="66925"/>
                  </a:lnTo>
                  <a:lnTo>
                    <a:pt x="5392312" y="66925"/>
                  </a:lnTo>
                  <a:lnTo>
                    <a:pt x="5392312" y="66925"/>
                  </a:lnTo>
                  <a:lnTo>
                    <a:pt x="5396551" y="66925"/>
                  </a:lnTo>
                  <a:lnTo>
                    <a:pt x="5396551" y="66925"/>
                  </a:lnTo>
                  <a:lnTo>
                    <a:pt x="5400791" y="66925"/>
                  </a:lnTo>
                  <a:lnTo>
                    <a:pt x="5400791" y="66925"/>
                  </a:lnTo>
                  <a:lnTo>
                    <a:pt x="5405030" y="66925"/>
                  </a:lnTo>
                  <a:lnTo>
                    <a:pt x="5405030" y="66925"/>
                  </a:lnTo>
                  <a:lnTo>
                    <a:pt x="5409269" y="66925"/>
                  </a:lnTo>
                  <a:lnTo>
                    <a:pt x="5409269" y="66925"/>
                  </a:lnTo>
                  <a:lnTo>
                    <a:pt x="5413508" y="66925"/>
                  </a:lnTo>
                  <a:lnTo>
                    <a:pt x="5413508" y="66925"/>
                  </a:lnTo>
                  <a:lnTo>
                    <a:pt x="5417748" y="66925"/>
                  </a:lnTo>
                  <a:lnTo>
                    <a:pt x="5417748" y="66279"/>
                  </a:lnTo>
                  <a:lnTo>
                    <a:pt x="5421987" y="66279"/>
                  </a:lnTo>
                  <a:lnTo>
                    <a:pt x="5421987" y="65633"/>
                  </a:lnTo>
                  <a:lnTo>
                    <a:pt x="5426226" y="65633"/>
                  </a:lnTo>
                  <a:lnTo>
                    <a:pt x="5426226" y="65633"/>
                  </a:lnTo>
                  <a:lnTo>
                    <a:pt x="5430465" y="65633"/>
                  </a:lnTo>
                  <a:lnTo>
                    <a:pt x="5430465" y="65633"/>
                  </a:lnTo>
                  <a:lnTo>
                    <a:pt x="5434705" y="65633"/>
                  </a:lnTo>
                  <a:lnTo>
                    <a:pt x="5434705" y="65633"/>
                  </a:lnTo>
                  <a:lnTo>
                    <a:pt x="5438944" y="65633"/>
                  </a:lnTo>
                  <a:lnTo>
                    <a:pt x="5438944" y="65633"/>
                  </a:lnTo>
                  <a:lnTo>
                    <a:pt x="5443183" y="65633"/>
                  </a:lnTo>
                  <a:lnTo>
                    <a:pt x="5443183" y="65633"/>
                  </a:lnTo>
                  <a:lnTo>
                    <a:pt x="5447422" y="65633"/>
                  </a:lnTo>
                  <a:lnTo>
                    <a:pt x="5447422" y="65633"/>
                  </a:lnTo>
                  <a:lnTo>
                    <a:pt x="5451662" y="65633"/>
                  </a:lnTo>
                  <a:lnTo>
                    <a:pt x="5451662" y="65633"/>
                  </a:lnTo>
                  <a:lnTo>
                    <a:pt x="5455901" y="65633"/>
                  </a:lnTo>
                  <a:lnTo>
                    <a:pt x="5455901" y="65633"/>
                  </a:lnTo>
                  <a:lnTo>
                    <a:pt x="5460140" y="65633"/>
                  </a:lnTo>
                  <a:lnTo>
                    <a:pt x="5460140" y="65633"/>
                  </a:lnTo>
                  <a:lnTo>
                    <a:pt x="5464379" y="65633"/>
                  </a:lnTo>
                  <a:lnTo>
                    <a:pt x="5464379" y="65633"/>
                  </a:lnTo>
                  <a:lnTo>
                    <a:pt x="5468618" y="65633"/>
                  </a:lnTo>
                  <a:lnTo>
                    <a:pt x="5468618" y="64982"/>
                  </a:lnTo>
                  <a:lnTo>
                    <a:pt x="5472858" y="64982"/>
                  </a:lnTo>
                  <a:lnTo>
                    <a:pt x="5472858" y="64982"/>
                  </a:lnTo>
                  <a:lnTo>
                    <a:pt x="5477097" y="64982"/>
                  </a:lnTo>
                  <a:lnTo>
                    <a:pt x="5477097" y="64982"/>
                  </a:lnTo>
                  <a:lnTo>
                    <a:pt x="5481336" y="64982"/>
                  </a:lnTo>
                  <a:lnTo>
                    <a:pt x="5481336" y="64329"/>
                  </a:lnTo>
                  <a:lnTo>
                    <a:pt x="5485575" y="64329"/>
                  </a:lnTo>
                  <a:lnTo>
                    <a:pt x="5485575" y="64329"/>
                  </a:lnTo>
                  <a:lnTo>
                    <a:pt x="5489815" y="64329"/>
                  </a:lnTo>
                  <a:lnTo>
                    <a:pt x="5489815" y="64329"/>
                  </a:lnTo>
                  <a:lnTo>
                    <a:pt x="5494054" y="64329"/>
                  </a:lnTo>
                  <a:lnTo>
                    <a:pt x="5494054" y="64329"/>
                  </a:lnTo>
                  <a:lnTo>
                    <a:pt x="5502532" y="64329"/>
                  </a:lnTo>
                  <a:lnTo>
                    <a:pt x="5502532" y="64329"/>
                  </a:lnTo>
                  <a:lnTo>
                    <a:pt x="5506772" y="64329"/>
                  </a:lnTo>
                  <a:lnTo>
                    <a:pt x="5506772" y="64329"/>
                  </a:lnTo>
                  <a:lnTo>
                    <a:pt x="5511011" y="64329"/>
                  </a:lnTo>
                  <a:lnTo>
                    <a:pt x="5511011" y="64329"/>
                  </a:lnTo>
                  <a:lnTo>
                    <a:pt x="5515250" y="64329"/>
                  </a:lnTo>
                  <a:lnTo>
                    <a:pt x="5515250" y="63673"/>
                  </a:lnTo>
                  <a:lnTo>
                    <a:pt x="5519489" y="63673"/>
                  </a:lnTo>
                  <a:lnTo>
                    <a:pt x="5519489" y="63673"/>
                  </a:lnTo>
                  <a:lnTo>
                    <a:pt x="5523729" y="63673"/>
                  </a:lnTo>
                  <a:lnTo>
                    <a:pt x="5523729" y="63673"/>
                  </a:lnTo>
                  <a:lnTo>
                    <a:pt x="5527968" y="63673"/>
                  </a:lnTo>
                  <a:lnTo>
                    <a:pt x="5527968" y="63673"/>
                  </a:lnTo>
                  <a:lnTo>
                    <a:pt x="5532207" y="63673"/>
                  </a:lnTo>
                  <a:lnTo>
                    <a:pt x="5532207" y="63673"/>
                  </a:lnTo>
                  <a:lnTo>
                    <a:pt x="5536446" y="63673"/>
                  </a:lnTo>
                  <a:lnTo>
                    <a:pt x="5536446" y="63673"/>
                  </a:lnTo>
                  <a:lnTo>
                    <a:pt x="5540686" y="63673"/>
                  </a:lnTo>
                  <a:lnTo>
                    <a:pt x="5540686" y="63673"/>
                  </a:lnTo>
                  <a:lnTo>
                    <a:pt x="5544925" y="63673"/>
                  </a:lnTo>
                  <a:lnTo>
                    <a:pt x="5544925" y="63673"/>
                  </a:lnTo>
                  <a:lnTo>
                    <a:pt x="5549164" y="63673"/>
                  </a:lnTo>
                  <a:lnTo>
                    <a:pt x="5549164" y="63673"/>
                  </a:lnTo>
                  <a:lnTo>
                    <a:pt x="5553403" y="63673"/>
                  </a:lnTo>
                  <a:lnTo>
                    <a:pt x="5553403" y="63673"/>
                  </a:lnTo>
                  <a:lnTo>
                    <a:pt x="5557643" y="63673"/>
                  </a:lnTo>
                  <a:lnTo>
                    <a:pt x="5557643" y="63013"/>
                  </a:lnTo>
                  <a:lnTo>
                    <a:pt x="5561882" y="63013"/>
                  </a:lnTo>
                  <a:lnTo>
                    <a:pt x="5561882" y="63013"/>
                  </a:lnTo>
                  <a:lnTo>
                    <a:pt x="5566121" y="63013"/>
                  </a:lnTo>
                  <a:lnTo>
                    <a:pt x="5566121" y="63013"/>
                  </a:lnTo>
                  <a:lnTo>
                    <a:pt x="5570360" y="63013"/>
                  </a:lnTo>
                  <a:lnTo>
                    <a:pt x="5570360" y="63013"/>
                  </a:lnTo>
                  <a:lnTo>
                    <a:pt x="5574599" y="63013"/>
                  </a:lnTo>
                  <a:lnTo>
                    <a:pt x="5574599" y="63013"/>
                  </a:lnTo>
                  <a:lnTo>
                    <a:pt x="5578839" y="63013"/>
                  </a:lnTo>
                  <a:lnTo>
                    <a:pt x="5578839" y="63013"/>
                  </a:lnTo>
                  <a:lnTo>
                    <a:pt x="5583078" y="63013"/>
                  </a:lnTo>
                  <a:lnTo>
                    <a:pt x="5583078" y="63013"/>
                  </a:lnTo>
                  <a:lnTo>
                    <a:pt x="5587317" y="63013"/>
                  </a:lnTo>
                  <a:lnTo>
                    <a:pt x="5587317" y="63013"/>
                  </a:lnTo>
                  <a:lnTo>
                    <a:pt x="5591556" y="63013"/>
                  </a:lnTo>
                  <a:lnTo>
                    <a:pt x="5591556" y="62349"/>
                  </a:lnTo>
                  <a:lnTo>
                    <a:pt x="5595796" y="62349"/>
                  </a:lnTo>
                  <a:lnTo>
                    <a:pt x="5595796" y="61684"/>
                  </a:lnTo>
                  <a:lnTo>
                    <a:pt x="5600035" y="61684"/>
                  </a:lnTo>
                  <a:lnTo>
                    <a:pt x="5600035" y="61684"/>
                  </a:lnTo>
                  <a:lnTo>
                    <a:pt x="5604274" y="61684"/>
                  </a:lnTo>
                  <a:lnTo>
                    <a:pt x="5604274" y="61684"/>
                  </a:lnTo>
                  <a:lnTo>
                    <a:pt x="5608513" y="61684"/>
                  </a:lnTo>
                  <a:lnTo>
                    <a:pt x="5608513" y="61684"/>
                  </a:lnTo>
                  <a:lnTo>
                    <a:pt x="5612753" y="61684"/>
                  </a:lnTo>
                  <a:lnTo>
                    <a:pt x="5612753" y="61684"/>
                  </a:lnTo>
                  <a:lnTo>
                    <a:pt x="5616992" y="61684"/>
                  </a:lnTo>
                  <a:lnTo>
                    <a:pt x="5616992" y="61017"/>
                  </a:lnTo>
                  <a:lnTo>
                    <a:pt x="5625470" y="61017"/>
                  </a:lnTo>
                  <a:lnTo>
                    <a:pt x="5625470" y="61017"/>
                  </a:lnTo>
                  <a:lnTo>
                    <a:pt x="5629710" y="61017"/>
                  </a:lnTo>
                  <a:lnTo>
                    <a:pt x="5629710" y="61017"/>
                  </a:lnTo>
                  <a:lnTo>
                    <a:pt x="5633949" y="61017"/>
                  </a:lnTo>
                  <a:lnTo>
                    <a:pt x="5633949" y="61017"/>
                  </a:lnTo>
                  <a:lnTo>
                    <a:pt x="5638188" y="61017"/>
                  </a:lnTo>
                  <a:lnTo>
                    <a:pt x="5638188" y="61017"/>
                  </a:lnTo>
                  <a:lnTo>
                    <a:pt x="5642427" y="61017"/>
                  </a:lnTo>
                  <a:lnTo>
                    <a:pt x="5642427" y="61017"/>
                  </a:lnTo>
                  <a:lnTo>
                    <a:pt x="5646667" y="61017"/>
                  </a:lnTo>
                  <a:lnTo>
                    <a:pt x="5646667" y="61017"/>
                  </a:lnTo>
                  <a:lnTo>
                    <a:pt x="5650906" y="61017"/>
                  </a:lnTo>
                  <a:lnTo>
                    <a:pt x="5650906" y="61017"/>
                  </a:lnTo>
                  <a:lnTo>
                    <a:pt x="5655145" y="61017"/>
                  </a:lnTo>
                  <a:lnTo>
                    <a:pt x="5655145" y="61017"/>
                  </a:lnTo>
                  <a:lnTo>
                    <a:pt x="5659384" y="61017"/>
                  </a:lnTo>
                  <a:lnTo>
                    <a:pt x="5659384" y="61017"/>
                  </a:lnTo>
                  <a:lnTo>
                    <a:pt x="5663624" y="61017"/>
                  </a:lnTo>
                  <a:lnTo>
                    <a:pt x="5663624" y="61017"/>
                  </a:lnTo>
                  <a:lnTo>
                    <a:pt x="5667863" y="61017"/>
                  </a:lnTo>
                  <a:lnTo>
                    <a:pt x="5667863" y="61017"/>
                  </a:lnTo>
                  <a:lnTo>
                    <a:pt x="5672102" y="61017"/>
                  </a:lnTo>
                  <a:lnTo>
                    <a:pt x="5672102" y="61017"/>
                  </a:lnTo>
                  <a:lnTo>
                    <a:pt x="5676341" y="61017"/>
                  </a:lnTo>
                  <a:lnTo>
                    <a:pt x="5676341" y="60340"/>
                  </a:lnTo>
                  <a:lnTo>
                    <a:pt x="5680580" y="60340"/>
                  </a:lnTo>
                  <a:lnTo>
                    <a:pt x="5680580" y="60340"/>
                  </a:lnTo>
                  <a:lnTo>
                    <a:pt x="5684820" y="60340"/>
                  </a:lnTo>
                  <a:lnTo>
                    <a:pt x="5684820" y="60340"/>
                  </a:lnTo>
                  <a:lnTo>
                    <a:pt x="5689059" y="60340"/>
                  </a:lnTo>
                  <a:lnTo>
                    <a:pt x="5689059" y="60340"/>
                  </a:lnTo>
                  <a:lnTo>
                    <a:pt x="5693298" y="60340"/>
                  </a:lnTo>
                  <a:lnTo>
                    <a:pt x="5693298" y="60340"/>
                  </a:lnTo>
                  <a:lnTo>
                    <a:pt x="5697537" y="60340"/>
                  </a:lnTo>
                  <a:lnTo>
                    <a:pt x="5697537" y="60340"/>
                  </a:lnTo>
                  <a:lnTo>
                    <a:pt x="5701777" y="60340"/>
                  </a:lnTo>
                  <a:lnTo>
                    <a:pt x="5701777" y="60340"/>
                  </a:lnTo>
                  <a:lnTo>
                    <a:pt x="5706016" y="60340"/>
                  </a:lnTo>
                  <a:lnTo>
                    <a:pt x="5706016" y="59658"/>
                  </a:lnTo>
                  <a:lnTo>
                    <a:pt x="5710255" y="59658"/>
                  </a:lnTo>
                  <a:lnTo>
                    <a:pt x="5710255" y="59658"/>
                  </a:lnTo>
                  <a:lnTo>
                    <a:pt x="5714494" y="59658"/>
                  </a:lnTo>
                  <a:lnTo>
                    <a:pt x="5714494" y="59658"/>
                  </a:lnTo>
                  <a:lnTo>
                    <a:pt x="5718734" y="59658"/>
                  </a:lnTo>
                  <a:lnTo>
                    <a:pt x="5718734" y="59658"/>
                  </a:lnTo>
                  <a:lnTo>
                    <a:pt x="5722973" y="59658"/>
                  </a:lnTo>
                  <a:lnTo>
                    <a:pt x="5722973" y="58974"/>
                  </a:lnTo>
                  <a:lnTo>
                    <a:pt x="5727212" y="58974"/>
                  </a:lnTo>
                  <a:lnTo>
                    <a:pt x="5727212" y="58974"/>
                  </a:lnTo>
                  <a:lnTo>
                    <a:pt x="5731451" y="58974"/>
                  </a:lnTo>
                  <a:lnTo>
                    <a:pt x="5731451" y="58974"/>
                  </a:lnTo>
                  <a:lnTo>
                    <a:pt x="5735691" y="58974"/>
                  </a:lnTo>
                  <a:lnTo>
                    <a:pt x="5735691" y="58289"/>
                  </a:lnTo>
                  <a:lnTo>
                    <a:pt x="5739930" y="58289"/>
                  </a:lnTo>
                  <a:lnTo>
                    <a:pt x="5739930" y="57604"/>
                  </a:lnTo>
                  <a:lnTo>
                    <a:pt x="5744169" y="57604"/>
                  </a:lnTo>
                  <a:lnTo>
                    <a:pt x="5744169" y="56919"/>
                  </a:lnTo>
                  <a:lnTo>
                    <a:pt x="5748408" y="56919"/>
                  </a:lnTo>
                  <a:lnTo>
                    <a:pt x="5748408" y="56919"/>
                  </a:lnTo>
                  <a:lnTo>
                    <a:pt x="5752648" y="56919"/>
                  </a:lnTo>
                  <a:lnTo>
                    <a:pt x="5752648" y="56919"/>
                  </a:lnTo>
                  <a:lnTo>
                    <a:pt x="5756887" y="56919"/>
                  </a:lnTo>
                  <a:lnTo>
                    <a:pt x="5756887" y="56919"/>
                  </a:lnTo>
                  <a:lnTo>
                    <a:pt x="5761126" y="56919"/>
                  </a:lnTo>
                  <a:lnTo>
                    <a:pt x="5761126" y="56919"/>
                  </a:lnTo>
                  <a:lnTo>
                    <a:pt x="5765365" y="56919"/>
                  </a:lnTo>
                  <a:lnTo>
                    <a:pt x="5765365" y="56919"/>
                  </a:lnTo>
                  <a:lnTo>
                    <a:pt x="5769604" y="56919"/>
                  </a:lnTo>
                  <a:lnTo>
                    <a:pt x="5769604" y="56919"/>
                  </a:lnTo>
                  <a:lnTo>
                    <a:pt x="5773844" y="56919"/>
                  </a:lnTo>
                  <a:lnTo>
                    <a:pt x="5773844" y="56919"/>
                  </a:lnTo>
                  <a:lnTo>
                    <a:pt x="5778083" y="56919"/>
                  </a:lnTo>
                  <a:lnTo>
                    <a:pt x="5778083" y="56919"/>
                  </a:lnTo>
                  <a:lnTo>
                    <a:pt x="5782322" y="56919"/>
                  </a:lnTo>
                  <a:lnTo>
                    <a:pt x="5782322" y="56919"/>
                  </a:lnTo>
                  <a:lnTo>
                    <a:pt x="5786561" y="56919"/>
                  </a:lnTo>
                  <a:lnTo>
                    <a:pt x="5786561" y="56919"/>
                  </a:lnTo>
                  <a:lnTo>
                    <a:pt x="5790801" y="56919"/>
                  </a:lnTo>
                  <a:lnTo>
                    <a:pt x="5790801" y="56919"/>
                  </a:lnTo>
                  <a:lnTo>
                    <a:pt x="5795040" y="56919"/>
                  </a:lnTo>
                  <a:lnTo>
                    <a:pt x="5795040" y="56919"/>
                  </a:lnTo>
                  <a:lnTo>
                    <a:pt x="5799279" y="56919"/>
                  </a:lnTo>
                  <a:lnTo>
                    <a:pt x="5799279" y="56919"/>
                  </a:lnTo>
                  <a:lnTo>
                    <a:pt x="5803518" y="56919"/>
                  </a:lnTo>
                  <a:lnTo>
                    <a:pt x="5803518" y="56919"/>
                  </a:lnTo>
                  <a:lnTo>
                    <a:pt x="5807758" y="56919"/>
                  </a:lnTo>
                  <a:lnTo>
                    <a:pt x="5807758" y="56919"/>
                  </a:lnTo>
                  <a:lnTo>
                    <a:pt x="5811997" y="56919"/>
                  </a:lnTo>
                  <a:lnTo>
                    <a:pt x="5811997" y="56919"/>
                  </a:lnTo>
                  <a:lnTo>
                    <a:pt x="5816236" y="56919"/>
                  </a:lnTo>
                  <a:lnTo>
                    <a:pt x="5816236" y="56919"/>
                  </a:lnTo>
                  <a:lnTo>
                    <a:pt x="5820475" y="56919"/>
                  </a:lnTo>
                  <a:lnTo>
                    <a:pt x="5820475" y="56919"/>
                  </a:lnTo>
                  <a:lnTo>
                    <a:pt x="5828954" y="56919"/>
                  </a:lnTo>
                  <a:lnTo>
                    <a:pt x="5828954" y="56919"/>
                  </a:lnTo>
                  <a:lnTo>
                    <a:pt x="5833193" y="56919"/>
                  </a:lnTo>
                  <a:lnTo>
                    <a:pt x="5833193" y="56919"/>
                  </a:lnTo>
                  <a:lnTo>
                    <a:pt x="5837432" y="56919"/>
                  </a:lnTo>
                  <a:lnTo>
                    <a:pt x="5837432" y="56919"/>
                  </a:lnTo>
                  <a:lnTo>
                    <a:pt x="5841672" y="56919"/>
                  </a:lnTo>
                  <a:lnTo>
                    <a:pt x="5841672" y="56919"/>
                  </a:lnTo>
                  <a:lnTo>
                    <a:pt x="5845911" y="56919"/>
                  </a:lnTo>
                  <a:lnTo>
                    <a:pt x="5845911" y="56919"/>
                  </a:lnTo>
                  <a:lnTo>
                    <a:pt x="5850150" y="56919"/>
                  </a:lnTo>
                  <a:lnTo>
                    <a:pt x="5850150" y="56919"/>
                  </a:lnTo>
                  <a:lnTo>
                    <a:pt x="5854389" y="56919"/>
                  </a:lnTo>
                  <a:lnTo>
                    <a:pt x="5854389" y="56218"/>
                  </a:lnTo>
                  <a:lnTo>
                    <a:pt x="5858629" y="56218"/>
                  </a:lnTo>
                  <a:lnTo>
                    <a:pt x="5858629" y="56218"/>
                  </a:lnTo>
                  <a:lnTo>
                    <a:pt x="5862868" y="56218"/>
                  </a:lnTo>
                  <a:lnTo>
                    <a:pt x="5862868" y="56218"/>
                  </a:lnTo>
                  <a:lnTo>
                    <a:pt x="5871346" y="56218"/>
                  </a:lnTo>
                  <a:lnTo>
                    <a:pt x="5871346" y="56218"/>
                  </a:lnTo>
                  <a:lnTo>
                    <a:pt x="5875585" y="56218"/>
                  </a:lnTo>
                  <a:lnTo>
                    <a:pt x="5875585" y="56218"/>
                  </a:lnTo>
                  <a:lnTo>
                    <a:pt x="5879825" y="56218"/>
                  </a:lnTo>
                  <a:lnTo>
                    <a:pt x="5879825" y="56218"/>
                  </a:lnTo>
                  <a:lnTo>
                    <a:pt x="5888303" y="56218"/>
                  </a:lnTo>
                  <a:lnTo>
                    <a:pt x="5888303" y="55514"/>
                  </a:lnTo>
                  <a:lnTo>
                    <a:pt x="5892542" y="55514"/>
                  </a:lnTo>
                  <a:lnTo>
                    <a:pt x="5892542" y="55514"/>
                  </a:lnTo>
                  <a:lnTo>
                    <a:pt x="5896782" y="55514"/>
                  </a:lnTo>
                  <a:lnTo>
                    <a:pt x="5896782" y="54808"/>
                  </a:lnTo>
                  <a:lnTo>
                    <a:pt x="5905260" y="54808"/>
                  </a:lnTo>
                  <a:lnTo>
                    <a:pt x="5905260" y="54808"/>
                  </a:lnTo>
                  <a:lnTo>
                    <a:pt x="5909499" y="54808"/>
                  </a:lnTo>
                  <a:lnTo>
                    <a:pt x="5909499" y="54808"/>
                  </a:lnTo>
                  <a:lnTo>
                    <a:pt x="5913739" y="54808"/>
                  </a:lnTo>
                  <a:lnTo>
                    <a:pt x="5913739" y="54808"/>
                  </a:lnTo>
                  <a:lnTo>
                    <a:pt x="5917978" y="54808"/>
                  </a:lnTo>
                  <a:lnTo>
                    <a:pt x="5917978" y="54808"/>
                  </a:lnTo>
                  <a:lnTo>
                    <a:pt x="5922217" y="54808"/>
                  </a:lnTo>
                  <a:lnTo>
                    <a:pt x="5922217" y="54808"/>
                  </a:lnTo>
                  <a:lnTo>
                    <a:pt x="5926456" y="54808"/>
                  </a:lnTo>
                  <a:lnTo>
                    <a:pt x="5926456" y="54808"/>
                  </a:lnTo>
                  <a:lnTo>
                    <a:pt x="5930696" y="54808"/>
                  </a:lnTo>
                  <a:lnTo>
                    <a:pt x="5930696" y="54099"/>
                  </a:lnTo>
                  <a:lnTo>
                    <a:pt x="5934935" y="54099"/>
                  </a:lnTo>
                  <a:lnTo>
                    <a:pt x="5934935" y="54099"/>
                  </a:lnTo>
                  <a:lnTo>
                    <a:pt x="5939174" y="54099"/>
                  </a:lnTo>
                  <a:lnTo>
                    <a:pt x="5939174" y="54099"/>
                  </a:lnTo>
                  <a:lnTo>
                    <a:pt x="5943413" y="54099"/>
                  </a:lnTo>
                  <a:lnTo>
                    <a:pt x="5943413" y="54099"/>
                  </a:lnTo>
                  <a:lnTo>
                    <a:pt x="5947653" y="54099"/>
                  </a:lnTo>
                  <a:lnTo>
                    <a:pt x="5947653" y="54099"/>
                  </a:lnTo>
                  <a:lnTo>
                    <a:pt x="5951892" y="54099"/>
                  </a:lnTo>
                  <a:lnTo>
                    <a:pt x="5951892" y="54099"/>
                  </a:lnTo>
                  <a:lnTo>
                    <a:pt x="5956131" y="54099"/>
                  </a:lnTo>
                  <a:lnTo>
                    <a:pt x="5956131" y="54099"/>
                  </a:lnTo>
                  <a:lnTo>
                    <a:pt x="5960370" y="54099"/>
                  </a:lnTo>
                  <a:lnTo>
                    <a:pt x="5960370" y="54099"/>
                  </a:lnTo>
                  <a:lnTo>
                    <a:pt x="5964610" y="54099"/>
                  </a:lnTo>
                  <a:lnTo>
                    <a:pt x="5964610" y="54099"/>
                  </a:lnTo>
                  <a:lnTo>
                    <a:pt x="5968849" y="54099"/>
                  </a:lnTo>
                  <a:lnTo>
                    <a:pt x="5968849" y="54099"/>
                  </a:lnTo>
                  <a:lnTo>
                    <a:pt x="5973088" y="54099"/>
                  </a:lnTo>
                  <a:lnTo>
                    <a:pt x="5973088" y="54099"/>
                  </a:lnTo>
                  <a:lnTo>
                    <a:pt x="5977327" y="54099"/>
                  </a:lnTo>
                  <a:lnTo>
                    <a:pt x="5977327" y="54099"/>
                  </a:lnTo>
                  <a:lnTo>
                    <a:pt x="5981566" y="54099"/>
                  </a:lnTo>
                  <a:lnTo>
                    <a:pt x="5981566" y="53382"/>
                  </a:lnTo>
                  <a:lnTo>
                    <a:pt x="5985806" y="53382"/>
                  </a:lnTo>
                  <a:lnTo>
                    <a:pt x="5985806" y="53382"/>
                  </a:lnTo>
                  <a:lnTo>
                    <a:pt x="5990045" y="53382"/>
                  </a:lnTo>
                  <a:lnTo>
                    <a:pt x="5990045" y="53382"/>
                  </a:lnTo>
                  <a:lnTo>
                    <a:pt x="5994284" y="53382"/>
                  </a:lnTo>
                  <a:lnTo>
                    <a:pt x="5994284" y="52661"/>
                  </a:lnTo>
                  <a:lnTo>
                    <a:pt x="5998523" y="52661"/>
                  </a:lnTo>
                  <a:lnTo>
                    <a:pt x="5998523" y="51940"/>
                  </a:lnTo>
                  <a:lnTo>
                    <a:pt x="6002763" y="51940"/>
                  </a:lnTo>
                  <a:lnTo>
                    <a:pt x="6002763" y="51218"/>
                  </a:lnTo>
                  <a:lnTo>
                    <a:pt x="6007002" y="51218"/>
                  </a:lnTo>
                  <a:lnTo>
                    <a:pt x="6007002" y="51218"/>
                  </a:lnTo>
                  <a:lnTo>
                    <a:pt x="6011241" y="51218"/>
                  </a:lnTo>
                  <a:lnTo>
                    <a:pt x="6011241" y="51218"/>
                  </a:lnTo>
                  <a:lnTo>
                    <a:pt x="6015480" y="51218"/>
                  </a:lnTo>
                  <a:lnTo>
                    <a:pt x="6015480" y="51218"/>
                  </a:lnTo>
                  <a:lnTo>
                    <a:pt x="6019720" y="51218"/>
                  </a:lnTo>
                  <a:lnTo>
                    <a:pt x="6019720" y="51218"/>
                  </a:lnTo>
                  <a:lnTo>
                    <a:pt x="6023959" y="51218"/>
                  </a:lnTo>
                  <a:lnTo>
                    <a:pt x="6023959" y="51218"/>
                  </a:lnTo>
                  <a:lnTo>
                    <a:pt x="6028198" y="51218"/>
                  </a:lnTo>
                  <a:lnTo>
                    <a:pt x="6028198" y="51218"/>
                  </a:lnTo>
                  <a:lnTo>
                    <a:pt x="6032437" y="51218"/>
                  </a:lnTo>
                  <a:lnTo>
                    <a:pt x="6032437" y="51218"/>
                  </a:lnTo>
                  <a:lnTo>
                    <a:pt x="6036677" y="51218"/>
                  </a:lnTo>
                  <a:lnTo>
                    <a:pt x="6036677" y="51218"/>
                  </a:lnTo>
                  <a:lnTo>
                    <a:pt x="6049394" y="51218"/>
                  </a:lnTo>
                  <a:lnTo>
                    <a:pt x="6049394" y="50492"/>
                  </a:lnTo>
                  <a:lnTo>
                    <a:pt x="6053634" y="50492"/>
                  </a:lnTo>
                  <a:lnTo>
                    <a:pt x="6053634" y="50492"/>
                  </a:lnTo>
                  <a:lnTo>
                    <a:pt x="6057873" y="50492"/>
                  </a:lnTo>
                  <a:lnTo>
                    <a:pt x="6057873" y="50492"/>
                  </a:lnTo>
                  <a:lnTo>
                    <a:pt x="6062112" y="50492"/>
                  </a:lnTo>
                  <a:lnTo>
                    <a:pt x="6062112" y="50492"/>
                  </a:lnTo>
                  <a:lnTo>
                    <a:pt x="6066351" y="50492"/>
                  </a:lnTo>
                  <a:lnTo>
                    <a:pt x="6066351" y="50492"/>
                  </a:lnTo>
                  <a:lnTo>
                    <a:pt x="6070590" y="50492"/>
                  </a:lnTo>
                  <a:lnTo>
                    <a:pt x="6070590" y="49763"/>
                  </a:lnTo>
                  <a:lnTo>
                    <a:pt x="6074830" y="49763"/>
                  </a:lnTo>
                  <a:lnTo>
                    <a:pt x="6074830" y="47575"/>
                  </a:lnTo>
                  <a:lnTo>
                    <a:pt x="6079069" y="47575"/>
                  </a:lnTo>
                  <a:lnTo>
                    <a:pt x="6079069" y="46845"/>
                  </a:lnTo>
                  <a:lnTo>
                    <a:pt x="6083308" y="46845"/>
                  </a:lnTo>
                  <a:lnTo>
                    <a:pt x="6083308" y="46845"/>
                  </a:lnTo>
                  <a:lnTo>
                    <a:pt x="6091787" y="46845"/>
                  </a:lnTo>
                  <a:lnTo>
                    <a:pt x="6091787" y="46845"/>
                  </a:lnTo>
                  <a:lnTo>
                    <a:pt x="6096026" y="46845"/>
                  </a:lnTo>
                  <a:lnTo>
                    <a:pt x="6096026" y="46845"/>
                  </a:lnTo>
                  <a:lnTo>
                    <a:pt x="6100265" y="46845"/>
                  </a:lnTo>
                  <a:lnTo>
                    <a:pt x="6100265" y="46112"/>
                  </a:lnTo>
                  <a:lnTo>
                    <a:pt x="6104504" y="46112"/>
                  </a:lnTo>
                  <a:lnTo>
                    <a:pt x="6104504" y="46112"/>
                  </a:lnTo>
                  <a:lnTo>
                    <a:pt x="6108744" y="46112"/>
                  </a:lnTo>
                  <a:lnTo>
                    <a:pt x="6108744" y="46112"/>
                  </a:lnTo>
                  <a:lnTo>
                    <a:pt x="6112983" y="46112"/>
                  </a:lnTo>
                  <a:lnTo>
                    <a:pt x="6112983" y="46112"/>
                  </a:lnTo>
                  <a:lnTo>
                    <a:pt x="6117222" y="46112"/>
                  </a:lnTo>
                  <a:lnTo>
                    <a:pt x="6117222" y="46112"/>
                  </a:lnTo>
                  <a:lnTo>
                    <a:pt x="6121461" y="46112"/>
                  </a:lnTo>
                  <a:lnTo>
                    <a:pt x="6121461" y="45377"/>
                  </a:lnTo>
                  <a:lnTo>
                    <a:pt x="6125701" y="45377"/>
                  </a:lnTo>
                  <a:lnTo>
                    <a:pt x="6125701" y="45377"/>
                  </a:lnTo>
                  <a:lnTo>
                    <a:pt x="6129940" y="45377"/>
                  </a:lnTo>
                  <a:lnTo>
                    <a:pt x="6129940" y="45377"/>
                  </a:lnTo>
                  <a:lnTo>
                    <a:pt x="6134179" y="45377"/>
                  </a:lnTo>
                  <a:lnTo>
                    <a:pt x="6134179" y="45377"/>
                  </a:lnTo>
                  <a:lnTo>
                    <a:pt x="6138418" y="45377"/>
                  </a:lnTo>
                  <a:lnTo>
                    <a:pt x="6138418" y="45377"/>
                  </a:lnTo>
                  <a:lnTo>
                    <a:pt x="6142658" y="45377"/>
                  </a:lnTo>
                  <a:lnTo>
                    <a:pt x="6142658" y="45377"/>
                  </a:lnTo>
                  <a:lnTo>
                    <a:pt x="6146897" y="45377"/>
                  </a:lnTo>
                  <a:lnTo>
                    <a:pt x="6146897" y="45377"/>
                  </a:lnTo>
                  <a:lnTo>
                    <a:pt x="6151136" y="45377"/>
                  </a:lnTo>
                  <a:lnTo>
                    <a:pt x="6151136" y="45377"/>
                  </a:lnTo>
                  <a:lnTo>
                    <a:pt x="6155375" y="45377"/>
                  </a:lnTo>
                  <a:lnTo>
                    <a:pt x="6155375" y="43899"/>
                  </a:lnTo>
                  <a:lnTo>
                    <a:pt x="6159615" y="43899"/>
                  </a:lnTo>
                  <a:lnTo>
                    <a:pt x="6159615" y="43899"/>
                  </a:lnTo>
                  <a:lnTo>
                    <a:pt x="6163854" y="43899"/>
                  </a:lnTo>
                  <a:lnTo>
                    <a:pt x="6163854" y="43899"/>
                  </a:lnTo>
                  <a:lnTo>
                    <a:pt x="6168093" y="43899"/>
                  </a:lnTo>
                  <a:lnTo>
                    <a:pt x="6168093" y="43899"/>
                  </a:lnTo>
                  <a:lnTo>
                    <a:pt x="6172332" y="43899"/>
                  </a:lnTo>
                  <a:lnTo>
                    <a:pt x="6172332" y="43899"/>
                  </a:lnTo>
                  <a:lnTo>
                    <a:pt x="6176571" y="43899"/>
                  </a:lnTo>
                  <a:lnTo>
                    <a:pt x="6176571" y="43899"/>
                  </a:lnTo>
                  <a:lnTo>
                    <a:pt x="6180811" y="43899"/>
                  </a:lnTo>
                  <a:lnTo>
                    <a:pt x="6180811" y="43156"/>
                  </a:lnTo>
                  <a:lnTo>
                    <a:pt x="6189289" y="43156"/>
                  </a:lnTo>
                  <a:lnTo>
                    <a:pt x="6189289" y="43156"/>
                  </a:lnTo>
                  <a:lnTo>
                    <a:pt x="6193528" y="43156"/>
                  </a:lnTo>
                  <a:lnTo>
                    <a:pt x="6193528" y="43156"/>
                  </a:lnTo>
                  <a:lnTo>
                    <a:pt x="6197768" y="43156"/>
                  </a:lnTo>
                  <a:lnTo>
                    <a:pt x="6197768" y="43156"/>
                  </a:lnTo>
                  <a:lnTo>
                    <a:pt x="6202007" y="43156"/>
                  </a:lnTo>
                  <a:lnTo>
                    <a:pt x="6202007" y="43156"/>
                  </a:lnTo>
                  <a:lnTo>
                    <a:pt x="6210485" y="43156"/>
                  </a:lnTo>
                  <a:lnTo>
                    <a:pt x="6210485" y="43156"/>
                  </a:lnTo>
                  <a:lnTo>
                    <a:pt x="6214725" y="43156"/>
                  </a:lnTo>
                  <a:lnTo>
                    <a:pt x="6214725" y="43156"/>
                  </a:lnTo>
                  <a:lnTo>
                    <a:pt x="6218964" y="43156"/>
                  </a:lnTo>
                  <a:lnTo>
                    <a:pt x="6218964" y="43156"/>
                  </a:lnTo>
                  <a:lnTo>
                    <a:pt x="6223203" y="43156"/>
                  </a:lnTo>
                  <a:lnTo>
                    <a:pt x="6223203" y="43156"/>
                  </a:lnTo>
                  <a:lnTo>
                    <a:pt x="6227442" y="43156"/>
                  </a:lnTo>
                  <a:lnTo>
                    <a:pt x="6227442" y="43156"/>
                  </a:lnTo>
                  <a:lnTo>
                    <a:pt x="6231682" y="43156"/>
                  </a:lnTo>
                  <a:lnTo>
                    <a:pt x="6231682" y="43156"/>
                  </a:lnTo>
                  <a:lnTo>
                    <a:pt x="6240160" y="43156"/>
                  </a:lnTo>
                  <a:lnTo>
                    <a:pt x="6240160" y="42404"/>
                  </a:lnTo>
                  <a:lnTo>
                    <a:pt x="6244399" y="42404"/>
                  </a:lnTo>
                  <a:lnTo>
                    <a:pt x="6244399" y="41653"/>
                  </a:lnTo>
                  <a:lnTo>
                    <a:pt x="6248639" y="41653"/>
                  </a:lnTo>
                  <a:lnTo>
                    <a:pt x="6248639" y="40148"/>
                  </a:lnTo>
                  <a:lnTo>
                    <a:pt x="6252878" y="40148"/>
                  </a:lnTo>
                  <a:lnTo>
                    <a:pt x="6252878" y="40148"/>
                  </a:lnTo>
                  <a:lnTo>
                    <a:pt x="6257117" y="40148"/>
                  </a:lnTo>
                  <a:lnTo>
                    <a:pt x="6257117" y="40148"/>
                  </a:lnTo>
                  <a:lnTo>
                    <a:pt x="6261356" y="40148"/>
                  </a:lnTo>
                  <a:lnTo>
                    <a:pt x="6261356" y="40148"/>
                  </a:lnTo>
                  <a:lnTo>
                    <a:pt x="6265596" y="40148"/>
                  </a:lnTo>
                  <a:lnTo>
                    <a:pt x="6265596" y="40148"/>
                  </a:lnTo>
                  <a:lnTo>
                    <a:pt x="6269835" y="40148"/>
                  </a:lnTo>
                  <a:lnTo>
                    <a:pt x="6269835" y="40148"/>
                  </a:lnTo>
                  <a:lnTo>
                    <a:pt x="6274074" y="40148"/>
                  </a:lnTo>
                  <a:lnTo>
                    <a:pt x="6274074" y="40148"/>
                  </a:lnTo>
                  <a:lnTo>
                    <a:pt x="6278313" y="40148"/>
                  </a:lnTo>
                  <a:lnTo>
                    <a:pt x="6278313" y="40148"/>
                  </a:lnTo>
                  <a:lnTo>
                    <a:pt x="6282552" y="40148"/>
                  </a:lnTo>
                  <a:lnTo>
                    <a:pt x="6282552" y="40148"/>
                  </a:lnTo>
                  <a:lnTo>
                    <a:pt x="6286792" y="40148"/>
                  </a:lnTo>
                  <a:lnTo>
                    <a:pt x="6286792" y="40148"/>
                  </a:lnTo>
                  <a:lnTo>
                    <a:pt x="6291031" y="40148"/>
                  </a:lnTo>
                  <a:lnTo>
                    <a:pt x="6291031" y="40148"/>
                  </a:lnTo>
                  <a:lnTo>
                    <a:pt x="6303749" y="40148"/>
                  </a:lnTo>
                  <a:lnTo>
                    <a:pt x="6303749" y="40148"/>
                  </a:lnTo>
                  <a:lnTo>
                    <a:pt x="6307988" y="40148"/>
                  </a:lnTo>
                  <a:lnTo>
                    <a:pt x="6307988" y="39388"/>
                  </a:lnTo>
                  <a:lnTo>
                    <a:pt x="6316466" y="39388"/>
                  </a:lnTo>
                  <a:lnTo>
                    <a:pt x="6316466" y="39388"/>
                  </a:lnTo>
                  <a:lnTo>
                    <a:pt x="6320706" y="39388"/>
                  </a:lnTo>
                  <a:lnTo>
                    <a:pt x="6320706" y="39388"/>
                  </a:lnTo>
                  <a:lnTo>
                    <a:pt x="6324945" y="39388"/>
                  </a:lnTo>
                  <a:lnTo>
                    <a:pt x="6324945" y="39388"/>
                  </a:lnTo>
                  <a:lnTo>
                    <a:pt x="6329184" y="39388"/>
                  </a:lnTo>
                  <a:lnTo>
                    <a:pt x="6329184" y="39388"/>
                  </a:lnTo>
                  <a:lnTo>
                    <a:pt x="6333423" y="39388"/>
                  </a:lnTo>
                  <a:lnTo>
                    <a:pt x="6333423" y="39388"/>
                  </a:lnTo>
                  <a:lnTo>
                    <a:pt x="6337663" y="39388"/>
                  </a:lnTo>
                  <a:lnTo>
                    <a:pt x="6337663" y="39388"/>
                  </a:lnTo>
                  <a:lnTo>
                    <a:pt x="6341902" y="39388"/>
                  </a:lnTo>
                  <a:lnTo>
                    <a:pt x="6341902" y="39388"/>
                  </a:lnTo>
                  <a:lnTo>
                    <a:pt x="6346141" y="39388"/>
                  </a:lnTo>
                  <a:lnTo>
                    <a:pt x="6346141" y="39388"/>
                  </a:lnTo>
                  <a:lnTo>
                    <a:pt x="6350380" y="39388"/>
                  </a:lnTo>
                  <a:lnTo>
                    <a:pt x="6350380" y="39388"/>
                  </a:lnTo>
                  <a:lnTo>
                    <a:pt x="6354620" y="39388"/>
                  </a:lnTo>
                  <a:lnTo>
                    <a:pt x="6354620" y="39388"/>
                  </a:lnTo>
                  <a:lnTo>
                    <a:pt x="6358859" y="39388"/>
                  </a:lnTo>
                  <a:lnTo>
                    <a:pt x="6358859" y="38622"/>
                  </a:lnTo>
                  <a:lnTo>
                    <a:pt x="6363098" y="38622"/>
                  </a:lnTo>
                  <a:lnTo>
                    <a:pt x="6363098" y="38622"/>
                  </a:lnTo>
                  <a:lnTo>
                    <a:pt x="6367337" y="38622"/>
                  </a:lnTo>
                  <a:lnTo>
                    <a:pt x="6367337" y="37087"/>
                  </a:lnTo>
                  <a:lnTo>
                    <a:pt x="6371577" y="37087"/>
                  </a:lnTo>
                  <a:lnTo>
                    <a:pt x="6371577" y="37087"/>
                  </a:lnTo>
                  <a:lnTo>
                    <a:pt x="6375816" y="37087"/>
                  </a:lnTo>
                  <a:lnTo>
                    <a:pt x="6375816" y="37087"/>
                  </a:lnTo>
                  <a:lnTo>
                    <a:pt x="6380055" y="37087"/>
                  </a:lnTo>
                  <a:lnTo>
                    <a:pt x="6380055" y="37087"/>
                  </a:lnTo>
                  <a:lnTo>
                    <a:pt x="6384294" y="37087"/>
                  </a:lnTo>
                  <a:lnTo>
                    <a:pt x="6384294" y="37087"/>
                  </a:lnTo>
                  <a:lnTo>
                    <a:pt x="6388533" y="37087"/>
                  </a:lnTo>
                  <a:lnTo>
                    <a:pt x="6388533" y="36314"/>
                  </a:lnTo>
                  <a:lnTo>
                    <a:pt x="6392773" y="36314"/>
                  </a:lnTo>
                  <a:lnTo>
                    <a:pt x="6392773" y="36314"/>
                  </a:lnTo>
                  <a:lnTo>
                    <a:pt x="6397012" y="36314"/>
                  </a:lnTo>
                  <a:lnTo>
                    <a:pt x="6397012" y="36314"/>
                  </a:lnTo>
                  <a:lnTo>
                    <a:pt x="6401251" y="36314"/>
                  </a:lnTo>
                  <a:lnTo>
                    <a:pt x="6401251" y="36314"/>
                  </a:lnTo>
                  <a:lnTo>
                    <a:pt x="6405490" y="36314"/>
                  </a:lnTo>
                  <a:lnTo>
                    <a:pt x="6405490" y="36314"/>
                  </a:lnTo>
                  <a:lnTo>
                    <a:pt x="6409730" y="36314"/>
                  </a:lnTo>
                  <a:lnTo>
                    <a:pt x="6409730" y="36314"/>
                  </a:lnTo>
                  <a:lnTo>
                    <a:pt x="6413969" y="36314"/>
                  </a:lnTo>
                  <a:lnTo>
                    <a:pt x="6413969" y="34761"/>
                  </a:lnTo>
                  <a:lnTo>
                    <a:pt x="6422447" y="34761"/>
                  </a:lnTo>
                  <a:lnTo>
                    <a:pt x="6422447" y="34761"/>
                  </a:lnTo>
                  <a:lnTo>
                    <a:pt x="6426687" y="34761"/>
                  </a:lnTo>
                  <a:lnTo>
                    <a:pt x="6426687" y="34761"/>
                  </a:lnTo>
                  <a:lnTo>
                    <a:pt x="6430926" y="34761"/>
                  </a:lnTo>
                  <a:lnTo>
                    <a:pt x="6430926" y="34761"/>
                  </a:lnTo>
                  <a:lnTo>
                    <a:pt x="6435165" y="34761"/>
                  </a:lnTo>
                  <a:lnTo>
                    <a:pt x="6435165" y="34761"/>
                  </a:lnTo>
                  <a:lnTo>
                    <a:pt x="6439404" y="34761"/>
                  </a:lnTo>
                  <a:lnTo>
                    <a:pt x="6439404" y="34761"/>
                  </a:lnTo>
                  <a:lnTo>
                    <a:pt x="6443644" y="34761"/>
                  </a:lnTo>
                  <a:lnTo>
                    <a:pt x="6443644" y="34761"/>
                  </a:lnTo>
                  <a:lnTo>
                    <a:pt x="6447883" y="34761"/>
                  </a:lnTo>
                  <a:lnTo>
                    <a:pt x="6447883" y="34761"/>
                  </a:lnTo>
                  <a:lnTo>
                    <a:pt x="6452122" y="34761"/>
                  </a:lnTo>
                  <a:lnTo>
                    <a:pt x="6452122" y="34761"/>
                  </a:lnTo>
                  <a:lnTo>
                    <a:pt x="6456361" y="34761"/>
                  </a:lnTo>
                  <a:lnTo>
                    <a:pt x="6456361" y="33977"/>
                  </a:lnTo>
                  <a:lnTo>
                    <a:pt x="6460601" y="33977"/>
                  </a:lnTo>
                  <a:lnTo>
                    <a:pt x="6460601" y="33977"/>
                  </a:lnTo>
                  <a:lnTo>
                    <a:pt x="6464840" y="33977"/>
                  </a:lnTo>
                  <a:lnTo>
                    <a:pt x="6464840" y="33977"/>
                  </a:lnTo>
                  <a:lnTo>
                    <a:pt x="6469079" y="33977"/>
                  </a:lnTo>
                  <a:lnTo>
                    <a:pt x="6469079" y="33977"/>
                  </a:lnTo>
                  <a:lnTo>
                    <a:pt x="6473318" y="33977"/>
                  </a:lnTo>
                  <a:lnTo>
                    <a:pt x="6473318" y="33977"/>
                  </a:lnTo>
                  <a:lnTo>
                    <a:pt x="6477557" y="33977"/>
                  </a:lnTo>
                  <a:lnTo>
                    <a:pt x="6477557" y="33977"/>
                  </a:lnTo>
                  <a:lnTo>
                    <a:pt x="6481797" y="33977"/>
                  </a:lnTo>
                  <a:lnTo>
                    <a:pt x="6481797" y="33977"/>
                  </a:lnTo>
                  <a:lnTo>
                    <a:pt x="6486036" y="33977"/>
                  </a:lnTo>
                  <a:lnTo>
                    <a:pt x="6486036" y="33977"/>
                  </a:lnTo>
                  <a:lnTo>
                    <a:pt x="6494514" y="33977"/>
                  </a:lnTo>
                  <a:lnTo>
                    <a:pt x="6494514" y="33977"/>
                  </a:lnTo>
                  <a:lnTo>
                    <a:pt x="6498754" y="33977"/>
                  </a:lnTo>
                  <a:lnTo>
                    <a:pt x="6498754" y="33977"/>
                  </a:lnTo>
                  <a:lnTo>
                    <a:pt x="6502993" y="33977"/>
                  </a:lnTo>
                  <a:lnTo>
                    <a:pt x="6502993" y="33977"/>
                  </a:lnTo>
                  <a:lnTo>
                    <a:pt x="6507232" y="33977"/>
                  </a:lnTo>
                  <a:lnTo>
                    <a:pt x="6507232" y="33977"/>
                  </a:lnTo>
                  <a:lnTo>
                    <a:pt x="6511471" y="33977"/>
                  </a:lnTo>
                  <a:lnTo>
                    <a:pt x="6511471" y="33977"/>
                  </a:lnTo>
                  <a:lnTo>
                    <a:pt x="6515711" y="33977"/>
                  </a:lnTo>
                  <a:lnTo>
                    <a:pt x="6515711" y="33185"/>
                  </a:lnTo>
                  <a:lnTo>
                    <a:pt x="6519950" y="33185"/>
                  </a:lnTo>
                  <a:lnTo>
                    <a:pt x="6519950" y="33185"/>
                  </a:lnTo>
                  <a:lnTo>
                    <a:pt x="6524189" y="33185"/>
                  </a:lnTo>
                  <a:lnTo>
                    <a:pt x="6524189" y="33185"/>
                  </a:lnTo>
                  <a:lnTo>
                    <a:pt x="6528428" y="33185"/>
                  </a:lnTo>
                  <a:lnTo>
                    <a:pt x="6528428" y="33185"/>
                  </a:lnTo>
                  <a:lnTo>
                    <a:pt x="6532668" y="33185"/>
                  </a:lnTo>
                  <a:lnTo>
                    <a:pt x="6532668" y="33185"/>
                  </a:lnTo>
                  <a:lnTo>
                    <a:pt x="6536907" y="33185"/>
                  </a:lnTo>
                  <a:lnTo>
                    <a:pt x="6536907" y="33185"/>
                  </a:lnTo>
                  <a:lnTo>
                    <a:pt x="6541146" y="33185"/>
                  </a:lnTo>
                  <a:lnTo>
                    <a:pt x="6541146" y="33185"/>
                  </a:lnTo>
                  <a:lnTo>
                    <a:pt x="6545385" y="33185"/>
                  </a:lnTo>
                  <a:lnTo>
                    <a:pt x="6545385" y="33185"/>
                  </a:lnTo>
                  <a:lnTo>
                    <a:pt x="6549625" y="33185"/>
                  </a:lnTo>
                  <a:lnTo>
                    <a:pt x="6549625" y="33185"/>
                  </a:lnTo>
                  <a:lnTo>
                    <a:pt x="6558103" y="33185"/>
                  </a:lnTo>
                  <a:lnTo>
                    <a:pt x="6558103" y="33185"/>
                  </a:lnTo>
                  <a:lnTo>
                    <a:pt x="6562342" y="33185"/>
                  </a:lnTo>
                  <a:lnTo>
                    <a:pt x="6562342" y="32383"/>
                  </a:lnTo>
                  <a:lnTo>
                    <a:pt x="6566582" y="32383"/>
                  </a:lnTo>
                  <a:lnTo>
                    <a:pt x="6566582" y="32383"/>
                  </a:lnTo>
                  <a:lnTo>
                    <a:pt x="6570821" y="32383"/>
                  </a:lnTo>
                  <a:lnTo>
                    <a:pt x="6570821" y="32383"/>
                  </a:lnTo>
                  <a:lnTo>
                    <a:pt x="6575060" y="32383"/>
                  </a:lnTo>
                  <a:lnTo>
                    <a:pt x="6575060" y="31581"/>
                  </a:lnTo>
                  <a:lnTo>
                    <a:pt x="6579299" y="31581"/>
                  </a:lnTo>
                  <a:lnTo>
                    <a:pt x="6579299" y="31581"/>
                  </a:lnTo>
                  <a:lnTo>
                    <a:pt x="6583538" y="31581"/>
                  </a:lnTo>
                  <a:lnTo>
                    <a:pt x="6583538" y="31581"/>
                  </a:lnTo>
                  <a:lnTo>
                    <a:pt x="6592017" y="31581"/>
                  </a:lnTo>
                  <a:lnTo>
                    <a:pt x="6592017" y="31581"/>
                  </a:lnTo>
                  <a:lnTo>
                    <a:pt x="6596256" y="31581"/>
                  </a:lnTo>
                  <a:lnTo>
                    <a:pt x="6596256" y="31581"/>
                  </a:lnTo>
                  <a:lnTo>
                    <a:pt x="6600495" y="31581"/>
                  </a:lnTo>
                  <a:lnTo>
                    <a:pt x="6600495" y="31581"/>
                  </a:lnTo>
                  <a:lnTo>
                    <a:pt x="6604735" y="31581"/>
                  </a:lnTo>
                  <a:lnTo>
                    <a:pt x="6604735" y="31581"/>
                  </a:lnTo>
                  <a:lnTo>
                    <a:pt x="6608974" y="31581"/>
                  </a:lnTo>
                  <a:lnTo>
                    <a:pt x="6608974" y="31581"/>
                  </a:lnTo>
                  <a:lnTo>
                    <a:pt x="6613213" y="31581"/>
                  </a:lnTo>
                  <a:lnTo>
                    <a:pt x="6613213" y="31581"/>
                  </a:lnTo>
                  <a:lnTo>
                    <a:pt x="6617452" y="31581"/>
                  </a:lnTo>
                  <a:lnTo>
                    <a:pt x="6617452" y="31581"/>
                  </a:lnTo>
                  <a:lnTo>
                    <a:pt x="6621692" y="31581"/>
                  </a:lnTo>
                  <a:lnTo>
                    <a:pt x="6621692" y="30769"/>
                  </a:lnTo>
                  <a:lnTo>
                    <a:pt x="6625931" y="30769"/>
                  </a:lnTo>
                  <a:lnTo>
                    <a:pt x="6625931" y="30769"/>
                  </a:lnTo>
                  <a:lnTo>
                    <a:pt x="6630170" y="30769"/>
                  </a:lnTo>
                  <a:lnTo>
                    <a:pt x="6630170" y="30769"/>
                  </a:lnTo>
                  <a:lnTo>
                    <a:pt x="6634409" y="30769"/>
                  </a:lnTo>
                  <a:lnTo>
                    <a:pt x="6634409" y="29954"/>
                  </a:lnTo>
                  <a:lnTo>
                    <a:pt x="6638649" y="29954"/>
                  </a:lnTo>
                  <a:lnTo>
                    <a:pt x="6638649" y="29954"/>
                  </a:lnTo>
                  <a:lnTo>
                    <a:pt x="6642888" y="29954"/>
                  </a:lnTo>
                  <a:lnTo>
                    <a:pt x="6642888" y="29954"/>
                  </a:lnTo>
                  <a:lnTo>
                    <a:pt x="6647127" y="29954"/>
                  </a:lnTo>
                  <a:lnTo>
                    <a:pt x="6647127" y="29954"/>
                  </a:lnTo>
                  <a:lnTo>
                    <a:pt x="6651366" y="29954"/>
                  </a:lnTo>
                  <a:lnTo>
                    <a:pt x="6651366" y="29137"/>
                  </a:lnTo>
                  <a:lnTo>
                    <a:pt x="6659845" y="29137"/>
                  </a:lnTo>
                  <a:lnTo>
                    <a:pt x="6659845" y="29137"/>
                  </a:lnTo>
                  <a:lnTo>
                    <a:pt x="6664084" y="29137"/>
                  </a:lnTo>
                  <a:lnTo>
                    <a:pt x="6664084" y="28319"/>
                  </a:lnTo>
                  <a:lnTo>
                    <a:pt x="6668323" y="28319"/>
                  </a:lnTo>
                  <a:lnTo>
                    <a:pt x="6668323" y="28319"/>
                  </a:lnTo>
                  <a:lnTo>
                    <a:pt x="6672563" y="28319"/>
                  </a:lnTo>
                  <a:lnTo>
                    <a:pt x="6672563" y="28319"/>
                  </a:lnTo>
                  <a:lnTo>
                    <a:pt x="6681041" y="28319"/>
                  </a:lnTo>
                  <a:lnTo>
                    <a:pt x="6681041" y="28319"/>
                  </a:lnTo>
                  <a:lnTo>
                    <a:pt x="6685280" y="28319"/>
                  </a:lnTo>
                  <a:lnTo>
                    <a:pt x="6685280" y="26678"/>
                  </a:lnTo>
                  <a:lnTo>
                    <a:pt x="6689519" y="26678"/>
                  </a:lnTo>
                  <a:lnTo>
                    <a:pt x="6689519" y="25857"/>
                  </a:lnTo>
                  <a:lnTo>
                    <a:pt x="6693759" y="25857"/>
                  </a:lnTo>
                  <a:lnTo>
                    <a:pt x="6693759" y="25036"/>
                  </a:lnTo>
                  <a:lnTo>
                    <a:pt x="6702237" y="25036"/>
                  </a:lnTo>
                  <a:lnTo>
                    <a:pt x="6702237" y="25036"/>
                  </a:lnTo>
                  <a:lnTo>
                    <a:pt x="6706476" y="25036"/>
                  </a:lnTo>
                  <a:lnTo>
                    <a:pt x="6706476" y="25036"/>
                  </a:lnTo>
                  <a:lnTo>
                    <a:pt x="6710716" y="25036"/>
                  </a:lnTo>
                  <a:lnTo>
                    <a:pt x="6710716" y="25036"/>
                  </a:lnTo>
                  <a:lnTo>
                    <a:pt x="6714955" y="25036"/>
                  </a:lnTo>
                  <a:lnTo>
                    <a:pt x="6714955" y="25036"/>
                  </a:lnTo>
                  <a:lnTo>
                    <a:pt x="6719194" y="25036"/>
                  </a:lnTo>
                  <a:lnTo>
                    <a:pt x="6719194" y="25036"/>
                  </a:lnTo>
                  <a:lnTo>
                    <a:pt x="6723433" y="25036"/>
                  </a:lnTo>
                  <a:lnTo>
                    <a:pt x="6723433" y="25036"/>
                  </a:lnTo>
                  <a:lnTo>
                    <a:pt x="6731912" y="25036"/>
                  </a:lnTo>
                  <a:lnTo>
                    <a:pt x="6731912" y="25036"/>
                  </a:lnTo>
                  <a:lnTo>
                    <a:pt x="6736151" y="25036"/>
                  </a:lnTo>
                  <a:lnTo>
                    <a:pt x="6736151" y="25036"/>
                  </a:lnTo>
                  <a:lnTo>
                    <a:pt x="6744630" y="25036"/>
                  </a:lnTo>
                  <a:lnTo>
                    <a:pt x="6744630" y="25036"/>
                  </a:lnTo>
                  <a:lnTo>
                    <a:pt x="6748869" y="25036"/>
                  </a:lnTo>
                  <a:lnTo>
                    <a:pt x="6748869" y="24207"/>
                  </a:lnTo>
                  <a:lnTo>
                    <a:pt x="6753108" y="24207"/>
                  </a:lnTo>
                  <a:lnTo>
                    <a:pt x="6753108" y="24207"/>
                  </a:lnTo>
                  <a:lnTo>
                    <a:pt x="6757347" y="24207"/>
                  </a:lnTo>
                  <a:lnTo>
                    <a:pt x="6757347" y="24207"/>
                  </a:lnTo>
                  <a:lnTo>
                    <a:pt x="6761587" y="24207"/>
                  </a:lnTo>
                  <a:lnTo>
                    <a:pt x="6761587" y="24207"/>
                  </a:lnTo>
                  <a:lnTo>
                    <a:pt x="6765826" y="24207"/>
                  </a:lnTo>
                  <a:lnTo>
                    <a:pt x="6765826" y="24207"/>
                  </a:lnTo>
                  <a:lnTo>
                    <a:pt x="6770065" y="24207"/>
                  </a:lnTo>
                  <a:lnTo>
                    <a:pt x="6770065" y="24207"/>
                  </a:lnTo>
                  <a:lnTo>
                    <a:pt x="6778543" y="24207"/>
                  </a:lnTo>
                  <a:lnTo>
                    <a:pt x="6778543" y="24207"/>
                  </a:lnTo>
                  <a:lnTo>
                    <a:pt x="6782783" y="24207"/>
                  </a:lnTo>
                  <a:lnTo>
                    <a:pt x="6782783" y="24207"/>
                  </a:lnTo>
                  <a:lnTo>
                    <a:pt x="6787022" y="24207"/>
                  </a:lnTo>
                  <a:lnTo>
                    <a:pt x="6787022" y="23371"/>
                  </a:lnTo>
                  <a:lnTo>
                    <a:pt x="6791261" y="23371"/>
                  </a:lnTo>
                  <a:lnTo>
                    <a:pt x="6791261" y="23371"/>
                  </a:lnTo>
                  <a:lnTo>
                    <a:pt x="6795500" y="23371"/>
                  </a:lnTo>
                  <a:lnTo>
                    <a:pt x="6795500" y="23371"/>
                  </a:lnTo>
                  <a:lnTo>
                    <a:pt x="6799740" y="23371"/>
                  </a:lnTo>
                  <a:lnTo>
                    <a:pt x="6799740" y="23371"/>
                  </a:lnTo>
                  <a:lnTo>
                    <a:pt x="6803979" y="23371"/>
                  </a:lnTo>
                  <a:lnTo>
                    <a:pt x="6803979" y="23371"/>
                  </a:lnTo>
                  <a:lnTo>
                    <a:pt x="6808218" y="23371"/>
                  </a:lnTo>
                  <a:lnTo>
                    <a:pt x="6808218" y="23371"/>
                  </a:lnTo>
                  <a:lnTo>
                    <a:pt x="6812457" y="23371"/>
                  </a:lnTo>
                  <a:lnTo>
                    <a:pt x="6812457" y="23371"/>
                  </a:lnTo>
                  <a:lnTo>
                    <a:pt x="6816697" y="23371"/>
                  </a:lnTo>
                  <a:lnTo>
                    <a:pt x="6816697" y="22529"/>
                  </a:lnTo>
                  <a:lnTo>
                    <a:pt x="6820936" y="22529"/>
                  </a:lnTo>
                  <a:lnTo>
                    <a:pt x="6820936" y="21688"/>
                  </a:lnTo>
                  <a:lnTo>
                    <a:pt x="6825175" y="21688"/>
                  </a:lnTo>
                  <a:lnTo>
                    <a:pt x="6825175" y="21688"/>
                  </a:lnTo>
                  <a:lnTo>
                    <a:pt x="6829414" y="21688"/>
                  </a:lnTo>
                  <a:lnTo>
                    <a:pt x="6829414" y="21688"/>
                  </a:lnTo>
                  <a:lnTo>
                    <a:pt x="6833654" y="21688"/>
                  </a:lnTo>
                  <a:lnTo>
                    <a:pt x="6833654" y="21688"/>
                  </a:lnTo>
                  <a:lnTo>
                    <a:pt x="6842132" y="21688"/>
                  </a:lnTo>
                  <a:lnTo>
                    <a:pt x="6842132" y="21688"/>
                  </a:lnTo>
                  <a:lnTo>
                    <a:pt x="6846371" y="21688"/>
                  </a:lnTo>
                  <a:lnTo>
                    <a:pt x="6846371" y="21688"/>
                  </a:lnTo>
                  <a:lnTo>
                    <a:pt x="6854850" y="21688"/>
                  </a:lnTo>
                  <a:lnTo>
                    <a:pt x="6854850" y="21688"/>
                  </a:lnTo>
                  <a:lnTo>
                    <a:pt x="6859089" y="21688"/>
                  </a:lnTo>
                  <a:lnTo>
                    <a:pt x="6859089" y="21688"/>
                  </a:lnTo>
                  <a:lnTo>
                    <a:pt x="6863328" y="21688"/>
                  </a:lnTo>
                  <a:lnTo>
                    <a:pt x="6863328" y="21688"/>
                  </a:lnTo>
                  <a:lnTo>
                    <a:pt x="6867568" y="21688"/>
                  </a:lnTo>
                  <a:lnTo>
                    <a:pt x="6867568" y="21688"/>
                  </a:lnTo>
                  <a:lnTo>
                    <a:pt x="6871807" y="21688"/>
                  </a:lnTo>
                  <a:lnTo>
                    <a:pt x="6871807" y="20841"/>
                  </a:lnTo>
                  <a:lnTo>
                    <a:pt x="6876046" y="20841"/>
                  </a:lnTo>
                  <a:lnTo>
                    <a:pt x="6876046" y="19994"/>
                  </a:lnTo>
                  <a:lnTo>
                    <a:pt x="6884524" y="19994"/>
                  </a:lnTo>
                  <a:lnTo>
                    <a:pt x="6884524" y="19994"/>
                  </a:lnTo>
                  <a:lnTo>
                    <a:pt x="6888764" y="19994"/>
                  </a:lnTo>
                  <a:lnTo>
                    <a:pt x="6888764" y="19994"/>
                  </a:lnTo>
                  <a:lnTo>
                    <a:pt x="6893003" y="19994"/>
                  </a:lnTo>
                  <a:lnTo>
                    <a:pt x="6893003" y="19994"/>
                  </a:lnTo>
                  <a:lnTo>
                    <a:pt x="6901481" y="19994"/>
                  </a:lnTo>
                  <a:lnTo>
                    <a:pt x="6901481" y="19994"/>
                  </a:lnTo>
                  <a:lnTo>
                    <a:pt x="6905721" y="19994"/>
                  </a:lnTo>
                  <a:lnTo>
                    <a:pt x="6905721" y="19140"/>
                  </a:lnTo>
                  <a:lnTo>
                    <a:pt x="6909960" y="19140"/>
                  </a:lnTo>
                  <a:lnTo>
                    <a:pt x="6909960" y="19140"/>
                  </a:lnTo>
                  <a:lnTo>
                    <a:pt x="6914199" y="19140"/>
                  </a:lnTo>
                  <a:lnTo>
                    <a:pt x="6914199" y="19140"/>
                  </a:lnTo>
                  <a:lnTo>
                    <a:pt x="6918438" y="19140"/>
                  </a:lnTo>
                  <a:lnTo>
                    <a:pt x="6918438" y="19140"/>
                  </a:lnTo>
                  <a:lnTo>
                    <a:pt x="6926917" y="19140"/>
                  </a:lnTo>
                  <a:lnTo>
                    <a:pt x="6926917" y="19140"/>
                  </a:lnTo>
                  <a:lnTo>
                    <a:pt x="6931156" y="19140"/>
                  </a:lnTo>
                  <a:lnTo>
                    <a:pt x="6931156" y="18284"/>
                  </a:lnTo>
                  <a:lnTo>
                    <a:pt x="6935395" y="18284"/>
                  </a:lnTo>
                  <a:lnTo>
                    <a:pt x="6935395" y="18284"/>
                  </a:lnTo>
                  <a:lnTo>
                    <a:pt x="6943874" y="18284"/>
                  </a:lnTo>
                  <a:lnTo>
                    <a:pt x="6943874" y="18284"/>
                  </a:lnTo>
                  <a:lnTo>
                    <a:pt x="6948113" y="18284"/>
                  </a:lnTo>
                  <a:lnTo>
                    <a:pt x="6948113" y="17426"/>
                  </a:lnTo>
                  <a:lnTo>
                    <a:pt x="6956592" y="17426"/>
                  </a:lnTo>
                  <a:lnTo>
                    <a:pt x="6956592" y="17426"/>
                  </a:lnTo>
                  <a:lnTo>
                    <a:pt x="6960831" y="17426"/>
                  </a:lnTo>
                  <a:lnTo>
                    <a:pt x="6960831" y="16568"/>
                  </a:lnTo>
                  <a:lnTo>
                    <a:pt x="6965070" y="16568"/>
                  </a:lnTo>
                  <a:lnTo>
                    <a:pt x="6965070" y="16568"/>
                  </a:lnTo>
                  <a:lnTo>
                    <a:pt x="6969309" y="16568"/>
                  </a:lnTo>
                  <a:lnTo>
                    <a:pt x="6969309" y="16568"/>
                  </a:lnTo>
                  <a:lnTo>
                    <a:pt x="6977788" y="16568"/>
                  </a:lnTo>
                  <a:lnTo>
                    <a:pt x="6977788" y="16568"/>
                  </a:lnTo>
                  <a:lnTo>
                    <a:pt x="6982027" y="16568"/>
                  </a:lnTo>
                  <a:lnTo>
                    <a:pt x="6982027" y="16568"/>
                  </a:lnTo>
                  <a:lnTo>
                    <a:pt x="6986266" y="16568"/>
                  </a:lnTo>
                  <a:lnTo>
                    <a:pt x="6986266" y="15707"/>
                  </a:lnTo>
                  <a:lnTo>
                    <a:pt x="6990505" y="15707"/>
                  </a:lnTo>
                  <a:lnTo>
                    <a:pt x="6990505" y="15707"/>
                  </a:lnTo>
                  <a:lnTo>
                    <a:pt x="6994745" y="15707"/>
                  </a:lnTo>
                  <a:lnTo>
                    <a:pt x="6994745" y="15707"/>
                  </a:lnTo>
                  <a:lnTo>
                    <a:pt x="6998984" y="15707"/>
                  </a:lnTo>
                  <a:lnTo>
                    <a:pt x="6998984" y="15707"/>
                  </a:lnTo>
                  <a:lnTo>
                    <a:pt x="7003223" y="15707"/>
                  </a:lnTo>
                  <a:lnTo>
                    <a:pt x="7003223" y="15707"/>
                  </a:lnTo>
                  <a:lnTo>
                    <a:pt x="7007462" y="15707"/>
                  </a:lnTo>
                  <a:lnTo>
                    <a:pt x="7007462" y="15707"/>
                  </a:lnTo>
                  <a:lnTo>
                    <a:pt x="7015941" y="15707"/>
                  </a:lnTo>
                  <a:lnTo>
                    <a:pt x="7015941" y="15707"/>
                  </a:lnTo>
                  <a:lnTo>
                    <a:pt x="7020180" y="15707"/>
                  </a:lnTo>
                  <a:lnTo>
                    <a:pt x="7020180" y="15707"/>
                  </a:lnTo>
                  <a:lnTo>
                    <a:pt x="7024419" y="15707"/>
                  </a:lnTo>
                  <a:lnTo>
                    <a:pt x="7024419" y="15707"/>
                  </a:lnTo>
                  <a:lnTo>
                    <a:pt x="7028659" y="15707"/>
                  </a:lnTo>
                  <a:lnTo>
                    <a:pt x="7028659" y="15707"/>
                  </a:lnTo>
                  <a:lnTo>
                    <a:pt x="7032898" y="15707"/>
                  </a:lnTo>
                  <a:lnTo>
                    <a:pt x="7032898" y="15707"/>
                  </a:lnTo>
                  <a:lnTo>
                    <a:pt x="7037137" y="15707"/>
                  </a:lnTo>
                  <a:lnTo>
                    <a:pt x="7037137" y="15707"/>
                  </a:lnTo>
                  <a:lnTo>
                    <a:pt x="7041376" y="15707"/>
                  </a:lnTo>
                  <a:lnTo>
                    <a:pt x="7041376" y="15707"/>
                  </a:lnTo>
                  <a:lnTo>
                    <a:pt x="7049855" y="15707"/>
                  </a:lnTo>
                  <a:lnTo>
                    <a:pt x="7049855" y="15707"/>
                  </a:lnTo>
                  <a:lnTo>
                    <a:pt x="7054094" y="15707"/>
                  </a:lnTo>
                  <a:lnTo>
                    <a:pt x="7054094" y="15707"/>
                  </a:lnTo>
                  <a:lnTo>
                    <a:pt x="7058333" y="15707"/>
                  </a:lnTo>
                  <a:lnTo>
                    <a:pt x="7058333" y="15707"/>
                  </a:lnTo>
                  <a:lnTo>
                    <a:pt x="7062573" y="15707"/>
                  </a:lnTo>
                  <a:lnTo>
                    <a:pt x="7062573" y="15707"/>
                  </a:lnTo>
                  <a:lnTo>
                    <a:pt x="7066812" y="15707"/>
                  </a:lnTo>
                  <a:lnTo>
                    <a:pt x="7066812" y="15707"/>
                  </a:lnTo>
                  <a:lnTo>
                    <a:pt x="7071051" y="15707"/>
                  </a:lnTo>
                  <a:lnTo>
                    <a:pt x="7071051" y="15707"/>
                  </a:lnTo>
                  <a:lnTo>
                    <a:pt x="7079530" y="15707"/>
                  </a:lnTo>
                  <a:lnTo>
                    <a:pt x="7079530" y="14837"/>
                  </a:lnTo>
                  <a:lnTo>
                    <a:pt x="7083769" y="14837"/>
                  </a:lnTo>
                  <a:lnTo>
                    <a:pt x="7083769" y="14837"/>
                  </a:lnTo>
                  <a:lnTo>
                    <a:pt x="7088008" y="14837"/>
                  </a:lnTo>
                  <a:lnTo>
                    <a:pt x="7088008" y="14837"/>
                  </a:lnTo>
                  <a:lnTo>
                    <a:pt x="7092247" y="14837"/>
                  </a:lnTo>
                  <a:lnTo>
                    <a:pt x="7092247" y="14837"/>
                  </a:lnTo>
                  <a:lnTo>
                    <a:pt x="7096486" y="14837"/>
                  </a:lnTo>
                  <a:lnTo>
                    <a:pt x="7096486" y="14837"/>
                  </a:lnTo>
                  <a:lnTo>
                    <a:pt x="7100726" y="14837"/>
                  </a:lnTo>
                  <a:lnTo>
                    <a:pt x="7100726" y="14837"/>
                  </a:lnTo>
                  <a:lnTo>
                    <a:pt x="7104965" y="14837"/>
                  </a:lnTo>
                  <a:lnTo>
                    <a:pt x="7104965" y="14837"/>
                  </a:lnTo>
                  <a:lnTo>
                    <a:pt x="7109204" y="14837"/>
                  </a:lnTo>
                  <a:lnTo>
                    <a:pt x="7109204" y="14837"/>
                  </a:lnTo>
                  <a:lnTo>
                    <a:pt x="7113443" y="14837"/>
                  </a:lnTo>
                  <a:lnTo>
                    <a:pt x="7113443" y="14837"/>
                  </a:lnTo>
                  <a:lnTo>
                    <a:pt x="7117683" y="14837"/>
                  </a:lnTo>
                  <a:lnTo>
                    <a:pt x="7117683" y="14837"/>
                  </a:lnTo>
                  <a:lnTo>
                    <a:pt x="7126161" y="14837"/>
                  </a:lnTo>
                  <a:lnTo>
                    <a:pt x="7126161" y="14837"/>
                  </a:lnTo>
                  <a:lnTo>
                    <a:pt x="7130400" y="14837"/>
                  </a:lnTo>
                  <a:lnTo>
                    <a:pt x="7130400" y="14837"/>
                  </a:lnTo>
                  <a:lnTo>
                    <a:pt x="7138879" y="14837"/>
                  </a:lnTo>
                  <a:lnTo>
                    <a:pt x="7138879" y="14837"/>
                  </a:lnTo>
                  <a:lnTo>
                    <a:pt x="7143118" y="14837"/>
                  </a:lnTo>
                  <a:lnTo>
                    <a:pt x="7143118" y="14837"/>
                  </a:lnTo>
                  <a:lnTo>
                    <a:pt x="7147357" y="14837"/>
                  </a:lnTo>
                  <a:lnTo>
                    <a:pt x="7147357" y="13952"/>
                  </a:lnTo>
                  <a:lnTo>
                    <a:pt x="7151597" y="13952"/>
                  </a:lnTo>
                  <a:lnTo>
                    <a:pt x="7151597" y="13952"/>
                  </a:lnTo>
                  <a:lnTo>
                    <a:pt x="7155836" y="13952"/>
                  </a:lnTo>
                  <a:lnTo>
                    <a:pt x="7155836" y="13952"/>
                  </a:lnTo>
                  <a:lnTo>
                    <a:pt x="7160075" y="13952"/>
                  </a:lnTo>
                  <a:lnTo>
                    <a:pt x="7160075" y="13952"/>
                  </a:lnTo>
                  <a:lnTo>
                    <a:pt x="7164314" y="13952"/>
                  </a:lnTo>
                  <a:lnTo>
                    <a:pt x="7164314" y="13952"/>
                  </a:lnTo>
                  <a:lnTo>
                    <a:pt x="7168554" y="13952"/>
                  </a:lnTo>
                  <a:lnTo>
                    <a:pt x="7168554" y="13952"/>
                  </a:lnTo>
                  <a:lnTo>
                    <a:pt x="7172793" y="13952"/>
                  </a:lnTo>
                  <a:lnTo>
                    <a:pt x="7172793" y="13952"/>
                  </a:lnTo>
                  <a:lnTo>
                    <a:pt x="7181271" y="13952"/>
                  </a:lnTo>
                  <a:lnTo>
                    <a:pt x="7181271" y="13063"/>
                  </a:lnTo>
                  <a:lnTo>
                    <a:pt x="7185510" y="13063"/>
                  </a:lnTo>
                  <a:lnTo>
                    <a:pt x="7185510" y="13063"/>
                  </a:lnTo>
                  <a:lnTo>
                    <a:pt x="7189750" y="13063"/>
                  </a:lnTo>
                  <a:lnTo>
                    <a:pt x="7189750" y="13063"/>
                  </a:lnTo>
                  <a:lnTo>
                    <a:pt x="7193989" y="13063"/>
                  </a:lnTo>
                  <a:lnTo>
                    <a:pt x="7193989" y="13063"/>
                  </a:lnTo>
                  <a:lnTo>
                    <a:pt x="7198228" y="13063"/>
                  </a:lnTo>
                  <a:lnTo>
                    <a:pt x="7198228" y="13063"/>
                  </a:lnTo>
                  <a:lnTo>
                    <a:pt x="7202467" y="13063"/>
                  </a:lnTo>
                  <a:lnTo>
                    <a:pt x="7202467" y="13063"/>
                  </a:lnTo>
                  <a:lnTo>
                    <a:pt x="7206707" y="13063"/>
                  </a:lnTo>
                  <a:lnTo>
                    <a:pt x="7206707" y="13063"/>
                  </a:lnTo>
                  <a:lnTo>
                    <a:pt x="7210946" y="13063"/>
                  </a:lnTo>
                  <a:lnTo>
                    <a:pt x="7210946" y="13063"/>
                  </a:lnTo>
                  <a:lnTo>
                    <a:pt x="7219424" y="13063"/>
                  </a:lnTo>
                  <a:lnTo>
                    <a:pt x="7219424" y="13063"/>
                  </a:lnTo>
                  <a:lnTo>
                    <a:pt x="7223664" y="13063"/>
                  </a:lnTo>
                  <a:lnTo>
                    <a:pt x="7223664" y="13063"/>
                  </a:lnTo>
                  <a:lnTo>
                    <a:pt x="7227903" y="13063"/>
                  </a:lnTo>
                  <a:lnTo>
                    <a:pt x="7227903" y="13063"/>
                  </a:lnTo>
                  <a:lnTo>
                    <a:pt x="7232142" y="13063"/>
                  </a:lnTo>
                  <a:lnTo>
                    <a:pt x="7232142" y="13063"/>
                  </a:lnTo>
                  <a:lnTo>
                    <a:pt x="7240621" y="13063"/>
                  </a:lnTo>
                  <a:lnTo>
                    <a:pt x="7240621" y="13063"/>
                  </a:lnTo>
                  <a:lnTo>
                    <a:pt x="7249099" y="13063"/>
                  </a:lnTo>
                  <a:lnTo>
                    <a:pt x="7249099" y="13063"/>
                  </a:lnTo>
                  <a:lnTo>
                    <a:pt x="7253338" y="13063"/>
                  </a:lnTo>
                  <a:lnTo>
                    <a:pt x="7253338" y="13063"/>
                  </a:lnTo>
                  <a:lnTo>
                    <a:pt x="7257578" y="13063"/>
                  </a:lnTo>
                  <a:lnTo>
                    <a:pt x="7257578" y="12161"/>
                  </a:lnTo>
                  <a:lnTo>
                    <a:pt x="7261817" y="12161"/>
                  </a:lnTo>
                  <a:lnTo>
                    <a:pt x="7261817" y="12161"/>
                  </a:lnTo>
                  <a:lnTo>
                    <a:pt x="7266056" y="12161"/>
                  </a:lnTo>
                  <a:lnTo>
                    <a:pt x="7266056" y="12161"/>
                  </a:lnTo>
                  <a:lnTo>
                    <a:pt x="7270295" y="12161"/>
                  </a:lnTo>
                  <a:lnTo>
                    <a:pt x="7270295" y="12161"/>
                  </a:lnTo>
                  <a:lnTo>
                    <a:pt x="7274535" y="12161"/>
                  </a:lnTo>
                  <a:lnTo>
                    <a:pt x="7274535" y="12161"/>
                  </a:lnTo>
                  <a:lnTo>
                    <a:pt x="7283013" y="12161"/>
                  </a:lnTo>
                  <a:lnTo>
                    <a:pt x="7283013" y="12161"/>
                  </a:lnTo>
                  <a:lnTo>
                    <a:pt x="7287252" y="12161"/>
                  </a:lnTo>
                  <a:lnTo>
                    <a:pt x="7287252" y="12161"/>
                  </a:lnTo>
                  <a:lnTo>
                    <a:pt x="7291491" y="12161"/>
                  </a:lnTo>
                  <a:lnTo>
                    <a:pt x="7291491" y="12161"/>
                  </a:lnTo>
                  <a:lnTo>
                    <a:pt x="7295731" y="12161"/>
                  </a:lnTo>
                  <a:lnTo>
                    <a:pt x="7295731" y="12161"/>
                  </a:lnTo>
                  <a:lnTo>
                    <a:pt x="7299970" y="12161"/>
                  </a:lnTo>
                  <a:lnTo>
                    <a:pt x="7299970" y="12161"/>
                  </a:lnTo>
                  <a:lnTo>
                    <a:pt x="7316927" y="12161"/>
                  </a:lnTo>
                  <a:lnTo>
                    <a:pt x="7316927" y="11251"/>
                  </a:lnTo>
                  <a:lnTo>
                    <a:pt x="7321166" y="11251"/>
                  </a:lnTo>
                  <a:lnTo>
                    <a:pt x="7321166" y="11251"/>
                  </a:lnTo>
                  <a:lnTo>
                    <a:pt x="7329645" y="11251"/>
                  </a:lnTo>
                  <a:lnTo>
                    <a:pt x="7329645" y="11251"/>
                  </a:lnTo>
                  <a:lnTo>
                    <a:pt x="7333884" y="11251"/>
                  </a:lnTo>
                  <a:lnTo>
                    <a:pt x="7333884" y="11251"/>
                  </a:lnTo>
                  <a:lnTo>
                    <a:pt x="7338123" y="11251"/>
                  </a:lnTo>
                  <a:lnTo>
                    <a:pt x="7338123" y="10338"/>
                  </a:lnTo>
                  <a:lnTo>
                    <a:pt x="7342362" y="10338"/>
                  </a:lnTo>
                  <a:lnTo>
                    <a:pt x="7342362" y="10338"/>
                  </a:lnTo>
                  <a:lnTo>
                    <a:pt x="7346602" y="10338"/>
                  </a:lnTo>
                  <a:lnTo>
                    <a:pt x="7346602" y="10338"/>
                  </a:lnTo>
                  <a:lnTo>
                    <a:pt x="7350841" y="10338"/>
                  </a:lnTo>
                  <a:lnTo>
                    <a:pt x="7350841" y="10338"/>
                  </a:lnTo>
                  <a:lnTo>
                    <a:pt x="7355080" y="10338"/>
                  </a:lnTo>
                  <a:lnTo>
                    <a:pt x="7355080" y="9420"/>
                  </a:lnTo>
                  <a:lnTo>
                    <a:pt x="7359319" y="9420"/>
                  </a:lnTo>
                  <a:lnTo>
                    <a:pt x="7359319" y="9420"/>
                  </a:lnTo>
                  <a:lnTo>
                    <a:pt x="7363559" y="9420"/>
                  </a:lnTo>
                  <a:lnTo>
                    <a:pt x="7363559" y="9420"/>
                  </a:lnTo>
                  <a:lnTo>
                    <a:pt x="7367798" y="9420"/>
                  </a:lnTo>
                  <a:lnTo>
                    <a:pt x="7367798" y="9420"/>
                  </a:lnTo>
                  <a:lnTo>
                    <a:pt x="7372037" y="9420"/>
                  </a:lnTo>
                  <a:lnTo>
                    <a:pt x="7372037" y="9420"/>
                  </a:lnTo>
                  <a:lnTo>
                    <a:pt x="7376276" y="9420"/>
                  </a:lnTo>
                  <a:lnTo>
                    <a:pt x="7376276" y="9420"/>
                  </a:lnTo>
                  <a:lnTo>
                    <a:pt x="7380516" y="9420"/>
                  </a:lnTo>
                  <a:lnTo>
                    <a:pt x="7380516" y="9420"/>
                  </a:lnTo>
                  <a:lnTo>
                    <a:pt x="7384755" y="9420"/>
                  </a:lnTo>
                  <a:lnTo>
                    <a:pt x="7384755" y="8498"/>
                  </a:lnTo>
                  <a:lnTo>
                    <a:pt x="7388994" y="8498"/>
                  </a:lnTo>
                  <a:lnTo>
                    <a:pt x="7388994" y="8498"/>
                  </a:lnTo>
                  <a:lnTo>
                    <a:pt x="7393233" y="8498"/>
                  </a:lnTo>
                  <a:lnTo>
                    <a:pt x="7393233" y="7576"/>
                  </a:lnTo>
                  <a:lnTo>
                    <a:pt x="7397472" y="7576"/>
                  </a:lnTo>
                  <a:lnTo>
                    <a:pt x="7397472" y="7576"/>
                  </a:lnTo>
                  <a:lnTo>
                    <a:pt x="7401712" y="7576"/>
                  </a:lnTo>
                  <a:lnTo>
                    <a:pt x="7401712" y="6651"/>
                  </a:lnTo>
                  <a:lnTo>
                    <a:pt x="7405951" y="6651"/>
                  </a:lnTo>
                  <a:lnTo>
                    <a:pt x="7405951" y="5724"/>
                  </a:lnTo>
                  <a:lnTo>
                    <a:pt x="7410190" y="5724"/>
                  </a:lnTo>
                  <a:lnTo>
                    <a:pt x="7410190" y="5724"/>
                  </a:lnTo>
                  <a:lnTo>
                    <a:pt x="7418669" y="5724"/>
                  </a:lnTo>
                  <a:lnTo>
                    <a:pt x="7418669" y="5724"/>
                  </a:lnTo>
                  <a:lnTo>
                    <a:pt x="7431386" y="5724"/>
                  </a:lnTo>
                  <a:lnTo>
                    <a:pt x="7431386" y="5724"/>
                  </a:lnTo>
                  <a:lnTo>
                    <a:pt x="7435626" y="5724"/>
                  </a:lnTo>
                  <a:lnTo>
                    <a:pt x="7435626" y="5724"/>
                  </a:lnTo>
                  <a:lnTo>
                    <a:pt x="7439865" y="5724"/>
                  </a:lnTo>
                  <a:lnTo>
                    <a:pt x="7439865" y="5724"/>
                  </a:lnTo>
                  <a:lnTo>
                    <a:pt x="7444104" y="5724"/>
                  </a:lnTo>
                  <a:lnTo>
                    <a:pt x="7444104" y="5724"/>
                  </a:lnTo>
                  <a:lnTo>
                    <a:pt x="7448343" y="5724"/>
                  </a:lnTo>
                  <a:lnTo>
                    <a:pt x="7448343" y="5724"/>
                  </a:lnTo>
                  <a:lnTo>
                    <a:pt x="7452583" y="5724"/>
                  </a:lnTo>
                  <a:lnTo>
                    <a:pt x="7452583" y="5724"/>
                  </a:lnTo>
                  <a:lnTo>
                    <a:pt x="7456822" y="5724"/>
                  </a:lnTo>
                  <a:lnTo>
                    <a:pt x="7456822" y="5724"/>
                  </a:lnTo>
                  <a:lnTo>
                    <a:pt x="7461061" y="5724"/>
                  </a:lnTo>
                  <a:lnTo>
                    <a:pt x="7461061" y="5724"/>
                  </a:lnTo>
                  <a:lnTo>
                    <a:pt x="7465300" y="5724"/>
                  </a:lnTo>
                  <a:lnTo>
                    <a:pt x="7465300" y="5724"/>
                  </a:lnTo>
                  <a:lnTo>
                    <a:pt x="7473779" y="5724"/>
                  </a:lnTo>
                  <a:lnTo>
                    <a:pt x="7473779" y="5724"/>
                  </a:lnTo>
                  <a:lnTo>
                    <a:pt x="7486496" y="5724"/>
                  </a:lnTo>
                  <a:lnTo>
                    <a:pt x="7486496" y="5724"/>
                  </a:lnTo>
                  <a:lnTo>
                    <a:pt x="7490736" y="5724"/>
                  </a:lnTo>
                  <a:lnTo>
                    <a:pt x="7490736" y="5724"/>
                  </a:lnTo>
                  <a:lnTo>
                    <a:pt x="7494975" y="5724"/>
                  </a:lnTo>
                  <a:lnTo>
                    <a:pt x="7494975" y="3840"/>
                  </a:lnTo>
                  <a:lnTo>
                    <a:pt x="7507693" y="3840"/>
                  </a:lnTo>
                  <a:lnTo>
                    <a:pt x="7507693" y="3840"/>
                  </a:lnTo>
                  <a:lnTo>
                    <a:pt x="7511932" y="3840"/>
                  </a:lnTo>
                  <a:lnTo>
                    <a:pt x="7511932" y="3840"/>
                  </a:lnTo>
                  <a:lnTo>
                    <a:pt x="7516171" y="3840"/>
                  </a:lnTo>
                  <a:lnTo>
                    <a:pt x="7516171" y="3840"/>
                  </a:lnTo>
                  <a:lnTo>
                    <a:pt x="7520410" y="3840"/>
                  </a:lnTo>
                  <a:lnTo>
                    <a:pt x="7520410" y="3840"/>
                  </a:lnTo>
                  <a:lnTo>
                    <a:pt x="7524650" y="3840"/>
                  </a:lnTo>
                  <a:lnTo>
                    <a:pt x="7524650" y="2891"/>
                  </a:lnTo>
                  <a:lnTo>
                    <a:pt x="7533128" y="2891"/>
                  </a:lnTo>
                  <a:lnTo>
                    <a:pt x="7533128" y="2891"/>
                  </a:lnTo>
                  <a:lnTo>
                    <a:pt x="7537367" y="2891"/>
                  </a:lnTo>
                  <a:lnTo>
                    <a:pt x="7537367" y="2891"/>
                  </a:lnTo>
                  <a:lnTo>
                    <a:pt x="7541607" y="2891"/>
                  </a:lnTo>
                  <a:lnTo>
                    <a:pt x="7541607" y="2891"/>
                  </a:lnTo>
                  <a:lnTo>
                    <a:pt x="7545846" y="2891"/>
                  </a:lnTo>
                  <a:lnTo>
                    <a:pt x="7545846" y="2891"/>
                  </a:lnTo>
                  <a:lnTo>
                    <a:pt x="7550085" y="2891"/>
                  </a:lnTo>
                  <a:lnTo>
                    <a:pt x="7550085" y="2891"/>
                  </a:lnTo>
                  <a:lnTo>
                    <a:pt x="7554324" y="2891"/>
                  </a:lnTo>
                  <a:lnTo>
                    <a:pt x="7554324" y="2891"/>
                  </a:lnTo>
                  <a:lnTo>
                    <a:pt x="7558564" y="2891"/>
                  </a:lnTo>
                  <a:lnTo>
                    <a:pt x="7558564" y="2891"/>
                  </a:lnTo>
                  <a:lnTo>
                    <a:pt x="7571281" y="2891"/>
                  </a:lnTo>
                  <a:lnTo>
                    <a:pt x="7571281" y="2891"/>
                  </a:lnTo>
                  <a:lnTo>
                    <a:pt x="7575521" y="2891"/>
                  </a:lnTo>
                  <a:lnTo>
                    <a:pt x="7575521" y="2891"/>
                  </a:lnTo>
                  <a:lnTo>
                    <a:pt x="7579760" y="2891"/>
                  </a:lnTo>
                  <a:lnTo>
                    <a:pt x="7579760" y="2891"/>
                  </a:lnTo>
                  <a:lnTo>
                    <a:pt x="7583999" y="2891"/>
                  </a:lnTo>
                  <a:lnTo>
                    <a:pt x="7583999" y="2891"/>
                  </a:lnTo>
                  <a:lnTo>
                    <a:pt x="7588238" y="2891"/>
                  </a:lnTo>
                  <a:lnTo>
                    <a:pt x="7588238" y="2891"/>
                  </a:lnTo>
                  <a:lnTo>
                    <a:pt x="7592477" y="2891"/>
                  </a:lnTo>
                  <a:lnTo>
                    <a:pt x="7592477" y="1930"/>
                  </a:lnTo>
                  <a:lnTo>
                    <a:pt x="7600956" y="1930"/>
                  </a:lnTo>
                  <a:lnTo>
                    <a:pt x="7600956" y="1930"/>
                  </a:lnTo>
                  <a:lnTo>
                    <a:pt x="7605195" y="1930"/>
                  </a:lnTo>
                  <a:lnTo>
                    <a:pt x="7605195" y="1930"/>
                  </a:lnTo>
                  <a:lnTo>
                    <a:pt x="7609434" y="1930"/>
                  </a:lnTo>
                  <a:lnTo>
                    <a:pt x="7609434" y="1930"/>
                  </a:lnTo>
                  <a:lnTo>
                    <a:pt x="7613674" y="1930"/>
                  </a:lnTo>
                  <a:lnTo>
                    <a:pt x="7613674" y="1930"/>
                  </a:lnTo>
                  <a:lnTo>
                    <a:pt x="7617913" y="1930"/>
                  </a:lnTo>
                  <a:lnTo>
                    <a:pt x="7617913" y="967"/>
                  </a:lnTo>
                  <a:lnTo>
                    <a:pt x="7622152" y="967"/>
                  </a:lnTo>
                  <a:lnTo>
                    <a:pt x="7622152" y="967"/>
                  </a:lnTo>
                  <a:lnTo>
                    <a:pt x="7626391" y="967"/>
                  </a:lnTo>
                  <a:lnTo>
                    <a:pt x="7626391" y="967"/>
                  </a:lnTo>
                  <a:lnTo>
                    <a:pt x="7630631" y="967"/>
                  </a:lnTo>
                  <a:lnTo>
                    <a:pt x="7630631" y="967"/>
                  </a:lnTo>
                  <a:lnTo>
                    <a:pt x="7634870" y="967"/>
                  </a:lnTo>
                  <a:lnTo>
                    <a:pt x="7634870" y="967"/>
                  </a:lnTo>
                  <a:lnTo>
                    <a:pt x="7643348" y="967"/>
                  </a:lnTo>
                  <a:lnTo>
                    <a:pt x="7643348" y="967"/>
                  </a:lnTo>
                  <a:lnTo>
                    <a:pt x="7647588" y="967"/>
                  </a:lnTo>
                  <a:lnTo>
                    <a:pt x="7647588" y="967"/>
                  </a:lnTo>
                  <a:lnTo>
                    <a:pt x="7660305" y="967"/>
                  </a:lnTo>
                  <a:lnTo>
                    <a:pt x="7660305" y="0"/>
                  </a:lnTo>
                  <a:lnTo>
                    <a:pt x="7664545" y="0"/>
                  </a:lnTo>
                  <a:lnTo>
                    <a:pt x="7664545" y="0"/>
                  </a:lnTo>
                  <a:lnTo>
                    <a:pt x="7668784" y="0"/>
                  </a:lnTo>
                  <a:lnTo>
                    <a:pt x="7668784" y="0"/>
                  </a:lnTo>
                  <a:lnTo>
                    <a:pt x="7677262" y="0"/>
                  </a:lnTo>
                  <a:lnTo>
                    <a:pt x="7677262" y="0"/>
                  </a:lnTo>
                  <a:lnTo>
                    <a:pt x="7681502" y="0"/>
                  </a:lnTo>
                  <a:lnTo>
                    <a:pt x="7681502" y="0"/>
                  </a:lnTo>
                  <a:lnTo>
                    <a:pt x="7685741" y="0"/>
                  </a:lnTo>
                  <a:lnTo>
                    <a:pt x="7685741" y="0"/>
                  </a:lnTo>
                  <a:lnTo>
                    <a:pt x="7694219" y="0"/>
                  </a:lnTo>
                  <a:lnTo>
                    <a:pt x="7694219" y="0"/>
                  </a:lnTo>
                  <a:lnTo>
                    <a:pt x="7698458" y="0"/>
                  </a:lnTo>
                  <a:lnTo>
                    <a:pt x="7698458" y="0"/>
                  </a:lnTo>
                  <a:lnTo>
                    <a:pt x="7702698" y="0"/>
                  </a:lnTo>
                  <a:lnTo>
                    <a:pt x="7702698" y="0"/>
                  </a:lnTo>
                  <a:lnTo>
                    <a:pt x="7706937" y="0"/>
                  </a:lnTo>
                  <a:lnTo>
                    <a:pt x="7706937" y="0"/>
                  </a:lnTo>
                  <a:lnTo>
                    <a:pt x="7715415" y="0"/>
                  </a:lnTo>
                  <a:lnTo>
                    <a:pt x="7715415" y="0"/>
                  </a:lnTo>
                  <a:lnTo>
                    <a:pt x="7723894" y="0"/>
                  </a:lnTo>
                  <a:lnTo>
                    <a:pt x="77238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92285" y="4279449"/>
              <a:ext cx="7723894" cy="401451"/>
            </a:xfrm>
            <a:custGeom>
              <a:avLst/>
              <a:pathLst>
                <a:path w="7723894" h="401451">
                  <a:moveTo>
                    <a:pt x="7723894" y="0"/>
                  </a:moveTo>
                  <a:lnTo>
                    <a:pt x="7723894" y="0"/>
                  </a:lnTo>
                  <a:lnTo>
                    <a:pt x="7715415" y="0"/>
                  </a:lnTo>
                  <a:lnTo>
                    <a:pt x="7715415" y="0"/>
                  </a:lnTo>
                  <a:lnTo>
                    <a:pt x="7706937" y="0"/>
                  </a:lnTo>
                  <a:lnTo>
                    <a:pt x="7706937" y="0"/>
                  </a:lnTo>
                  <a:lnTo>
                    <a:pt x="7702698" y="0"/>
                  </a:lnTo>
                  <a:lnTo>
                    <a:pt x="7702698" y="0"/>
                  </a:lnTo>
                  <a:lnTo>
                    <a:pt x="7698458" y="0"/>
                  </a:lnTo>
                  <a:lnTo>
                    <a:pt x="7698458" y="0"/>
                  </a:lnTo>
                  <a:lnTo>
                    <a:pt x="7694219" y="0"/>
                  </a:lnTo>
                  <a:lnTo>
                    <a:pt x="7694219" y="0"/>
                  </a:lnTo>
                  <a:lnTo>
                    <a:pt x="7685741" y="0"/>
                  </a:lnTo>
                  <a:lnTo>
                    <a:pt x="7685741" y="0"/>
                  </a:lnTo>
                  <a:lnTo>
                    <a:pt x="7681502" y="0"/>
                  </a:lnTo>
                  <a:lnTo>
                    <a:pt x="7681502" y="0"/>
                  </a:lnTo>
                  <a:lnTo>
                    <a:pt x="7677262" y="0"/>
                  </a:lnTo>
                  <a:lnTo>
                    <a:pt x="7677262" y="0"/>
                  </a:lnTo>
                  <a:lnTo>
                    <a:pt x="7668784" y="0"/>
                  </a:lnTo>
                  <a:lnTo>
                    <a:pt x="7668784" y="0"/>
                  </a:lnTo>
                  <a:lnTo>
                    <a:pt x="7664545" y="0"/>
                  </a:lnTo>
                  <a:lnTo>
                    <a:pt x="7664545" y="0"/>
                  </a:lnTo>
                  <a:lnTo>
                    <a:pt x="7660305" y="0"/>
                  </a:lnTo>
                  <a:lnTo>
                    <a:pt x="7660305" y="857"/>
                  </a:lnTo>
                  <a:lnTo>
                    <a:pt x="7647588" y="857"/>
                  </a:lnTo>
                  <a:lnTo>
                    <a:pt x="7647588" y="857"/>
                  </a:lnTo>
                  <a:lnTo>
                    <a:pt x="7643348" y="857"/>
                  </a:lnTo>
                  <a:lnTo>
                    <a:pt x="7643348" y="857"/>
                  </a:lnTo>
                  <a:lnTo>
                    <a:pt x="7634870" y="857"/>
                  </a:lnTo>
                  <a:lnTo>
                    <a:pt x="7634870" y="857"/>
                  </a:lnTo>
                  <a:lnTo>
                    <a:pt x="7630631" y="857"/>
                  </a:lnTo>
                  <a:lnTo>
                    <a:pt x="7630631" y="857"/>
                  </a:lnTo>
                  <a:lnTo>
                    <a:pt x="7626391" y="857"/>
                  </a:lnTo>
                  <a:lnTo>
                    <a:pt x="7626391" y="857"/>
                  </a:lnTo>
                  <a:lnTo>
                    <a:pt x="7622152" y="857"/>
                  </a:lnTo>
                  <a:lnTo>
                    <a:pt x="7622152" y="857"/>
                  </a:lnTo>
                  <a:lnTo>
                    <a:pt x="7617913" y="857"/>
                  </a:lnTo>
                  <a:lnTo>
                    <a:pt x="7617913" y="1710"/>
                  </a:lnTo>
                  <a:lnTo>
                    <a:pt x="7613674" y="1710"/>
                  </a:lnTo>
                  <a:lnTo>
                    <a:pt x="7613674" y="1710"/>
                  </a:lnTo>
                  <a:lnTo>
                    <a:pt x="7609434" y="1710"/>
                  </a:lnTo>
                  <a:lnTo>
                    <a:pt x="7609434" y="1710"/>
                  </a:lnTo>
                  <a:lnTo>
                    <a:pt x="7605195" y="1710"/>
                  </a:lnTo>
                  <a:lnTo>
                    <a:pt x="7605195" y="1710"/>
                  </a:lnTo>
                  <a:lnTo>
                    <a:pt x="7600956" y="1710"/>
                  </a:lnTo>
                  <a:lnTo>
                    <a:pt x="7600956" y="1710"/>
                  </a:lnTo>
                  <a:lnTo>
                    <a:pt x="7592477" y="1710"/>
                  </a:lnTo>
                  <a:lnTo>
                    <a:pt x="7592477" y="2561"/>
                  </a:lnTo>
                  <a:lnTo>
                    <a:pt x="7588238" y="2561"/>
                  </a:lnTo>
                  <a:lnTo>
                    <a:pt x="7588238" y="2561"/>
                  </a:lnTo>
                  <a:lnTo>
                    <a:pt x="7583999" y="2561"/>
                  </a:lnTo>
                  <a:lnTo>
                    <a:pt x="7583999" y="2561"/>
                  </a:lnTo>
                  <a:lnTo>
                    <a:pt x="7579760" y="2561"/>
                  </a:lnTo>
                  <a:lnTo>
                    <a:pt x="7579760" y="2561"/>
                  </a:lnTo>
                  <a:lnTo>
                    <a:pt x="7575521" y="2561"/>
                  </a:lnTo>
                  <a:lnTo>
                    <a:pt x="7575521" y="2561"/>
                  </a:lnTo>
                  <a:lnTo>
                    <a:pt x="7571281" y="2561"/>
                  </a:lnTo>
                  <a:lnTo>
                    <a:pt x="7571281" y="2561"/>
                  </a:lnTo>
                  <a:lnTo>
                    <a:pt x="7558564" y="2561"/>
                  </a:lnTo>
                  <a:lnTo>
                    <a:pt x="7558564" y="2561"/>
                  </a:lnTo>
                  <a:lnTo>
                    <a:pt x="7554324" y="2561"/>
                  </a:lnTo>
                  <a:lnTo>
                    <a:pt x="7554324" y="2561"/>
                  </a:lnTo>
                  <a:lnTo>
                    <a:pt x="7550085" y="2561"/>
                  </a:lnTo>
                  <a:lnTo>
                    <a:pt x="7550085" y="2561"/>
                  </a:lnTo>
                  <a:lnTo>
                    <a:pt x="7545846" y="2561"/>
                  </a:lnTo>
                  <a:lnTo>
                    <a:pt x="7545846" y="2561"/>
                  </a:lnTo>
                  <a:lnTo>
                    <a:pt x="7541607" y="2561"/>
                  </a:lnTo>
                  <a:lnTo>
                    <a:pt x="7541607" y="2561"/>
                  </a:lnTo>
                  <a:lnTo>
                    <a:pt x="7537367" y="2561"/>
                  </a:lnTo>
                  <a:lnTo>
                    <a:pt x="7537367" y="2561"/>
                  </a:lnTo>
                  <a:lnTo>
                    <a:pt x="7533128" y="2561"/>
                  </a:lnTo>
                  <a:lnTo>
                    <a:pt x="7533128" y="2561"/>
                  </a:lnTo>
                  <a:lnTo>
                    <a:pt x="7524650" y="2561"/>
                  </a:lnTo>
                  <a:lnTo>
                    <a:pt x="7524650" y="3404"/>
                  </a:lnTo>
                  <a:lnTo>
                    <a:pt x="7520410" y="3404"/>
                  </a:lnTo>
                  <a:lnTo>
                    <a:pt x="7520410" y="3404"/>
                  </a:lnTo>
                  <a:lnTo>
                    <a:pt x="7516171" y="3404"/>
                  </a:lnTo>
                  <a:lnTo>
                    <a:pt x="7516171" y="3404"/>
                  </a:lnTo>
                  <a:lnTo>
                    <a:pt x="7511932" y="3404"/>
                  </a:lnTo>
                  <a:lnTo>
                    <a:pt x="7511932" y="3404"/>
                  </a:lnTo>
                  <a:lnTo>
                    <a:pt x="7507693" y="3404"/>
                  </a:lnTo>
                  <a:lnTo>
                    <a:pt x="7507693" y="3404"/>
                  </a:lnTo>
                  <a:lnTo>
                    <a:pt x="7494975" y="3404"/>
                  </a:lnTo>
                  <a:lnTo>
                    <a:pt x="7494975" y="5076"/>
                  </a:lnTo>
                  <a:lnTo>
                    <a:pt x="7490736" y="5076"/>
                  </a:lnTo>
                  <a:lnTo>
                    <a:pt x="7490736" y="5076"/>
                  </a:lnTo>
                  <a:lnTo>
                    <a:pt x="7486496" y="5076"/>
                  </a:lnTo>
                  <a:lnTo>
                    <a:pt x="7486496" y="5076"/>
                  </a:lnTo>
                  <a:lnTo>
                    <a:pt x="7473779" y="5076"/>
                  </a:lnTo>
                  <a:lnTo>
                    <a:pt x="7473779" y="5076"/>
                  </a:lnTo>
                  <a:lnTo>
                    <a:pt x="7465300" y="5076"/>
                  </a:lnTo>
                  <a:lnTo>
                    <a:pt x="7465300" y="5076"/>
                  </a:lnTo>
                  <a:lnTo>
                    <a:pt x="7461061" y="5076"/>
                  </a:lnTo>
                  <a:lnTo>
                    <a:pt x="7461061" y="5076"/>
                  </a:lnTo>
                  <a:lnTo>
                    <a:pt x="7456822" y="5076"/>
                  </a:lnTo>
                  <a:lnTo>
                    <a:pt x="7456822" y="5076"/>
                  </a:lnTo>
                  <a:lnTo>
                    <a:pt x="7452583" y="5076"/>
                  </a:lnTo>
                  <a:lnTo>
                    <a:pt x="7452583" y="5076"/>
                  </a:lnTo>
                  <a:lnTo>
                    <a:pt x="7448343" y="5076"/>
                  </a:lnTo>
                  <a:lnTo>
                    <a:pt x="7448343" y="5076"/>
                  </a:lnTo>
                  <a:lnTo>
                    <a:pt x="7444104" y="5076"/>
                  </a:lnTo>
                  <a:lnTo>
                    <a:pt x="7444104" y="5076"/>
                  </a:lnTo>
                  <a:lnTo>
                    <a:pt x="7439865" y="5076"/>
                  </a:lnTo>
                  <a:lnTo>
                    <a:pt x="7439865" y="5076"/>
                  </a:lnTo>
                  <a:lnTo>
                    <a:pt x="7435626" y="5076"/>
                  </a:lnTo>
                  <a:lnTo>
                    <a:pt x="7435626" y="5076"/>
                  </a:lnTo>
                  <a:lnTo>
                    <a:pt x="7431386" y="5076"/>
                  </a:lnTo>
                  <a:lnTo>
                    <a:pt x="7431386" y="5076"/>
                  </a:lnTo>
                  <a:lnTo>
                    <a:pt x="7418669" y="5076"/>
                  </a:lnTo>
                  <a:lnTo>
                    <a:pt x="7418669" y="5076"/>
                  </a:lnTo>
                  <a:lnTo>
                    <a:pt x="7410190" y="5076"/>
                  </a:lnTo>
                  <a:lnTo>
                    <a:pt x="7410190" y="5076"/>
                  </a:lnTo>
                  <a:lnTo>
                    <a:pt x="7405951" y="5076"/>
                  </a:lnTo>
                  <a:lnTo>
                    <a:pt x="7405951" y="5900"/>
                  </a:lnTo>
                  <a:lnTo>
                    <a:pt x="7401712" y="5900"/>
                  </a:lnTo>
                  <a:lnTo>
                    <a:pt x="7401712" y="6722"/>
                  </a:lnTo>
                  <a:lnTo>
                    <a:pt x="7397472" y="6722"/>
                  </a:lnTo>
                  <a:lnTo>
                    <a:pt x="7397472" y="6722"/>
                  </a:lnTo>
                  <a:lnTo>
                    <a:pt x="7393233" y="6722"/>
                  </a:lnTo>
                  <a:lnTo>
                    <a:pt x="7393233" y="7542"/>
                  </a:lnTo>
                  <a:lnTo>
                    <a:pt x="7388994" y="7542"/>
                  </a:lnTo>
                  <a:lnTo>
                    <a:pt x="7388994" y="7542"/>
                  </a:lnTo>
                  <a:lnTo>
                    <a:pt x="7384755" y="7542"/>
                  </a:lnTo>
                  <a:lnTo>
                    <a:pt x="7384755" y="8361"/>
                  </a:lnTo>
                  <a:lnTo>
                    <a:pt x="7380516" y="8361"/>
                  </a:lnTo>
                  <a:lnTo>
                    <a:pt x="7380516" y="8361"/>
                  </a:lnTo>
                  <a:lnTo>
                    <a:pt x="7376276" y="8361"/>
                  </a:lnTo>
                  <a:lnTo>
                    <a:pt x="7376276" y="8361"/>
                  </a:lnTo>
                  <a:lnTo>
                    <a:pt x="7372037" y="8361"/>
                  </a:lnTo>
                  <a:lnTo>
                    <a:pt x="7372037" y="8361"/>
                  </a:lnTo>
                  <a:lnTo>
                    <a:pt x="7367798" y="8361"/>
                  </a:lnTo>
                  <a:lnTo>
                    <a:pt x="7367798" y="8361"/>
                  </a:lnTo>
                  <a:lnTo>
                    <a:pt x="7363559" y="8361"/>
                  </a:lnTo>
                  <a:lnTo>
                    <a:pt x="7363559" y="8361"/>
                  </a:lnTo>
                  <a:lnTo>
                    <a:pt x="7359319" y="8361"/>
                  </a:lnTo>
                  <a:lnTo>
                    <a:pt x="7359319" y="8361"/>
                  </a:lnTo>
                  <a:lnTo>
                    <a:pt x="7355080" y="8361"/>
                  </a:lnTo>
                  <a:lnTo>
                    <a:pt x="7355080" y="9177"/>
                  </a:lnTo>
                  <a:lnTo>
                    <a:pt x="7350841" y="9177"/>
                  </a:lnTo>
                  <a:lnTo>
                    <a:pt x="7350841" y="9177"/>
                  </a:lnTo>
                  <a:lnTo>
                    <a:pt x="7346602" y="9177"/>
                  </a:lnTo>
                  <a:lnTo>
                    <a:pt x="7346602" y="9177"/>
                  </a:lnTo>
                  <a:lnTo>
                    <a:pt x="7342362" y="9177"/>
                  </a:lnTo>
                  <a:lnTo>
                    <a:pt x="7342362" y="9177"/>
                  </a:lnTo>
                  <a:lnTo>
                    <a:pt x="7338123" y="9177"/>
                  </a:lnTo>
                  <a:lnTo>
                    <a:pt x="7338123" y="9989"/>
                  </a:lnTo>
                  <a:lnTo>
                    <a:pt x="7333884" y="9989"/>
                  </a:lnTo>
                  <a:lnTo>
                    <a:pt x="7333884" y="9989"/>
                  </a:lnTo>
                  <a:lnTo>
                    <a:pt x="7329645" y="9989"/>
                  </a:lnTo>
                  <a:lnTo>
                    <a:pt x="7329645" y="9989"/>
                  </a:lnTo>
                  <a:lnTo>
                    <a:pt x="7321166" y="9989"/>
                  </a:lnTo>
                  <a:lnTo>
                    <a:pt x="7321166" y="9989"/>
                  </a:lnTo>
                  <a:lnTo>
                    <a:pt x="7316927" y="9989"/>
                  </a:lnTo>
                  <a:lnTo>
                    <a:pt x="7316927" y="10798"/>
                  </a:lnTo>
                  <a:lnTo>
                    <a:pt x="7299970" y="10798"/>
                  </a:lnTo>
                  <a:lnTo>
                    <a:pt x="7299970" y="10798"/>
                  </a:lnTo>
                  <a:lnTo>
                    <a:pt x="7295731" y="10798"/>
                  </a:lnTo>
                  <a:lnTo>
                    <a:pt x="7295731" y="10798"/>
                  </a:lnTo>
                  <a:lnTo>
                    <a:pt x="7291491" y="10798"/>
                  </a:lnTo>
                  <a:lnTo>
                    <a:pt x="7291491" y="10798"/>
                  </a:lnTo>
                  <a:lnTo>
                    <a:pt x="7287252" y="10798"/>
                  </a:lnTo>
                  <a:lnTo>
                    <a:pt x="7287252" y="10798"/>
                  </a:lnTo>
                  <a:lnTo>
                    <a:pt x="7283013" y="10798"/>
                  </a:lnTo>
                  <a:lnTo>
                    <a:pt x="7283013" y="10798"/>
                  </a:lnTo>
                  <a:lnTo>
                    <a:pt x="7274535" y="10798"/>
                  </a:lnTo>
                  <a:lnTo>
                    <a:pt x="7274535" y="10798"/>
                  </a:lnTo>
                  <a:lnTo>
                    <a:pt x="7270295" y="10798"/>
                  </a:lnTo>
                  <a:lnTo>
                    <a:pt x="7270295" y="10798"/>
                  </a:lnTo>
                  <a:lnTo>
                    <a:pt x="7266056" y="10798"/>
                  </a:lnTo>
                  <a:lnTo>
                    <a:pt x="7266056" y="10798"/>
                  </a:lnTo>
                  <a:lnTo>
                    <a:pt x="7261817" y="10798"/>
                  </a:lnTo>
                  <a:lnTo>
                    <a:pt x="7261817" y="10798"/>
                  </a:lnTo>
                  <a:lnTo>
                    <a:pt x="7257578" y="10798"/>
                  </a:lnTo>
                  <a:lnTo>
                    <a:pt x="7257578" y="11601"/>
                  </a:lnTo>
                  <a:lnTo>
                    <a:pt x="7253338" y="11601"/>
                  </a:lnTo>
                  <a:lnTo>
                    <a:pt x="7253338" y="11601"/>
                  </a:lnTo>
                  <a:lnTo>
                    <a:pt x="7249099" y="11601"/>
                  </a:lnTo>
                  <a:lnTo>
                    <a:pt x="7249099" y="11601"/>
                  </a:lnTo>
                  <a:lnTo>
                    <a:pt x="7240621" y="11601"/>
                  </a:lnTo>
                  <a:lnTo>
                    <a:pt x="7240621" y="11601"/>
                  </a:lnTo>
                  <a:lnTo>
                    <a:pt x="7232142" y="11601"/>
                  </a:lnTo>
                  <a:lnTo>
                    <a:pt x="7232142" y="11601"/>
                  </a:lnTo>
                  <a:lnTo>
                    <a:pt x="7227903" y="11601"/>
                  </a:lnTo>
                  <a:lnTo>
                    <a:pt x="7227903" y="11601"/>
                  </a:lnTo>
                  <a:lnTo>
                    <a:pt x="7223664" y="11601"/>
                  </a:lnTo>
                  <a:lnTo>
                    <a:pt x="7223664" y="11601"/>
                  </a:lnTo>
                  <a:lnTo>
                    <a:pt x="7219424" y="11601"/>
                  </a:lnTo>
                  <a:lnTo>
                    <a:pt x="7219424" y="11601"/>
                  </a:lnTo>
                  <a:lnTo>
                    <a:pt x="7210946" y="11601"/>
                  </a:lnTo>
                  <a:lnTo>
                    <a:pt x="7210946" y="11601"/>
                  </a:lnTo>
                  <a:lnTo>
                    <a:pt x="7206707" y="11601"/>
                  </a:lnTo>
                  <a:lnTo>
                    <a:pt x="7206707" y="11601"/>
                  </a:lnTo>
                  <a:lnTo>
                    <a:pt x="7202467" y="11601"/>
                  </a:lnTo>
                  <a:lnTo>
                    <a:pt x="7202467" y="11601"/>
                  </a:lnTo>
                  <a:lnTo>
                    <a:pt x="7198228" y="11601"/>
                  </a:lnTo>
                  <a:lnTo>
                    <a:pt x="7198228" y="11601"/>
                  </a:lnTo>
                  <a:lnTo>
                    <a:pt x="7193989" y="11601"/>
                  </a:lnTo>
                  <a:lnTo>
                    <a:pt x="7193989" y="11601"/>
                  </a:lnTo>
                  <a:lnTo>
                    <a:pt x="7189750" y="11601"/>
                  </a:lnTo>
                  <a:lnTo>
                    <a:pt x="7189750" y="11601"/>
                  </a:lnTo>
                  <a:lnTo>
                    <a:pt x="7185510" y="11601"/>
                  </a:lnTo>
                  <a:lnTo>
                    <a:pt x="7185510" y="11601"/>
                  </a:lnTo>
                  <a:lnTo>
                    <a:pt x="7181271" y="11601"/>
                  </a:lnTo>
                  <a:lnTo>
                    <a:pt x="7181271" y="12394"/>
                  </a:lnTo>
                  <a:lnTo>
                    <a:pt x="7172793" y="12394"/>
                  </a:lnTo>
                  <a:lnTo>
                    <a:pt x="7172793" y="12394"/>
                  </a:lnTo>
                  <a:lnTo>
                    <a:pt x="7168554" y="12394"/>
                  </a:lnTo>
                  <a:lnTo>
                    <a:pt x="7168554" y="12394"/>
                  </a:lnTo>
                  <a:lnTo>
                    <a:pt x="7164314" y="12394"/>
                  </a:lnTo>
                  <a:lnTo>
                    <a:pt x="7164314" y="12394"/>
                  </a:lnTo>
                  <a:lnTo>
                    <a:pt x="7160075" y="12394"/>
                  </a:lnTo>
                  <a:lnTo>
                    <a:pt x="7160075" y="12394"/>
                  </a:lnTo>
                  <a:lnTo>
                    <a:pt x="7155836" y="12394"/>
                  </a:lnTo>
                  <a:lnTo>
                    <a:pt x="7155836" y="12394"/>
                  </a:lnTo>
                  <a:lnTo>
                    <a:pt x="7151597" y="12394"/>
                  </a:lnTo>
                  <a:lnTo>
                    <a:pt x="7151597" y="12394"/>
                  </a:lnTo>
                  <a:lnTo>
                    <a:pt x="7147357" y="12394"/>
                  </a:lnTo>
                  <a:lnTo>
                    <a:pt x="7147357" y="13182"/>
                  </a:lnTo>
                  <a:lnTo>
                    <a:pt x="7143118" y="13182"/>
                  </a:lnTo>
                  <a:lnTo>
                    <a:pt x="7143118" y="13182"/>
                  </a:lnTo>
                  <a:lnTo>
                    <a:pt x="7138879" y="13182"/>
                  </a:lnTo>
                  <a:lnTo>
                    <a:pt x="7138879" y="13182"/>
                  </a:lnTo>
                  <a:lnTo>
                    <a:pt x="7130400" y="13182"/>
                  </a:lnTo>
                  <a:lnTo>
                    <a:pt x="7130400" y="13182"/>
                  </a:lnTo>
                  <a:lnTo>
                    <a:pt x="7126161" y="13182"/>
                  </a:lnTo>
                  <a:lnTo>
                    <a:pt x="7126161" y="13182"/>
                  </a:lnTo>
                  <a:lnTo>
                    <a:pt x="7117683" y="13182"/>
                  </a:lnTo>
                  <a:lnTo>
                    <a:pt x="7117683" y="13182"/>
                  </a:lnTo>
                  <a:lnTo>
                    <a:pt x="7113443" y="13182"/>
                  </a:lnTo>
                  <a:lnTo>
                    <a:pt x="7113443" y="13182"/>
                  </a:lnTo>
                  <a:lnTo>
                    <a:pt x="7109204" y="13182"/>
                  </a:lnTo>
                  <a:lnTo>
                    <a:pt x="7109204" y="13182"/>
                  </a:lnTo>
                  <a:lnTo>
                    <a:pt x="7104965" y="13182"/>
                  </a:lnTo>
                  <a:lnTo>
                    <a:pt x="7104965" y="13182"/>
                  </a:lnTo>
                  <a:lnTo>
                    <a:pt x="7100726" y="13182"/>
                  </a:lnTo>
                  <a:lnTo>
                    <a:pt x="7100726" y="13182"/>
                  </a:lnTo>
                  <a:lnTo>
                    <a:pt x="7096486" y="13182"/>
                  </a:lnTo>
                  <a:lnTo>
                    <a:pt x="7096486" y="13182"/>
                  </a:lnTo>
                  <a:lnTo>
                    <a:pt x="7092247" y="13182"/>
                  </a:lnTo>
                  <a:lnTo>
                    <a:pt x="7092247" y="13182"/>
                  </a:lnTo>
                  <a:lnTo>
                    <a:pt x="7088008" y="13182"/>
                  </a:lnTo>
                  <a:lnTo>
                    <a:pt x="7088008" y="13182"/>
                  </a:lnTo>
                  <a:lnTo>
                    <a:pt x="7083769" y="13182"/>
                  </a:lnTo>
                  <a:lnTo>
                    <a:pt x="7083769" y="13182"/>
                  </a:lnTo>
                  <a:lnTo>
                    <a:pt x="7079530" y="13182"/>
                  </a:lnTo>
                  <a:lnTo>
                    <a:pt x="7079530" y="13960"/>
                  </a:lnTo>
                  <a:lnTo>
                    <a:pt x="7071051" y="13960"/>
                  </a:lnTo>
                  <a:lnTo>
                    <a:pt x="7071051" y="13960"/>
                  </a:lnTo>
                  <a:lnTo>
                    <a:pt x="7066812" y="13960"/>
                  </a:lnTo>
                  <a:lnTo>
                    <a:pt x="7066812" y="13960"/>
                  </a:lnTo>
                  <a:lnTo>
                    <a:pt x="7062573" y="13960"/>
                  </a:lnTo>
                  <a:lnTo>
                    <a:pt x="7062573" y="13960"/>
                  </a:lnTo>
                  <a:lnTo>
                    <a:pt x="7058333" y="13960"/>
                  </a:lnTo>
                  <a:lnTo>
                    <a:pt x="7058333" y="13960"/>
                  </a:lnTo>
                  <a:lnTo>
                    <a:pt x="7054094" y="13960"/>
                  </a:lnTo>
                  <a:lnTo>
                    <a:pt x="7054094" y="13960"/>
                  </a:lnTo>
                  <a:lnTo>
                    <a:pt x="7049855" y="13960"/>
                  </a:lnTo>
                  <a:lnTo>
                    <a:pt x="7049855" y="13960"/>
                  </a:lnTo>
                  <a:lnTo>
                    <a:pt x="7041376" y="13960"/>
                  </a:lnTo>
                  <a:lnTo>
                    <a:pt x="7041376" y="13960"/>
                  </a:lnTo>
                  <a:lnTo>
                    <a:pt x="7037137" y="13960"/>
                  </a:lnTo>
                  <a:lnTo>
                    <a:pt x="7037137" y="13960"/>
                  </a:lnTo>
                  <a:lnTo>
                    <a:pt x="7032898" y="13960"/>
                  </a:lnTo>
                  <a:lnTo>
                    <a:pt x="7032898" y="13960"/>
                  </a:lnTo>
                  <a:lnTo>
                    <a:pt x="7028659" y="13960"/>
                  </a:lnTo>
                  <a:lnTo>
                    <a:pt x="7028659" y="13960"/>
                  </a:lnTo>
                  <a:lnTo>
                    <a:pt x="7024419" y="13960"/>
                  </a:lnTo>
                  <a:lnTo>
                    <a:pt x="7024419" y="13960"/>
                  </a:lnTo>
                  <a:lnTo>
                    <a:pt x="7020180" y="13960"/>
                  </a:lnTo>
                  <a:lnTo>
                    <a:pt x="7020180" y="13960"/>
                  </a:lnTo>
                  <a:lnTo>
                    <a:pt x="7015941" y="13960"/>
                  </a:lnTo>
                  <a:lnTo>
                    <a:pt x="7015941" y="13960"/>
                  </a:lnTo>
                  <a:lnTo>
                    <a:pt x="7007462" y="13960"/>
                  </a:lnTo>
                  <a:lnTo>
                    <a:pt x="7007462" y="13960"/>
                  </a:lnTo>
                  <a:lnTo>
                    <a:pt x="7003223" y="13960"/>
                  </a:lnTo>
                  <a:lnTo>
                    <a:pt x="7003223" y="13960"/>
                  </a:lnTo>
                  <a:lnTo>
                    <a:pt x="6998984" y="13960"/>
                  </a:lnTo>
                  <a:lnTo>
                    <a:pt x="6998984" y="13960"/>
                  </a:lnTo>
                  <a:lnTo>
                    <a:pt x="6994745" y="13960"/>
                  </a:lnTo>
                  <a:lnTo>
                    <a:pt x="6994745" y="13960"/>
                  </a:lnTo>
                  <a:lnTo>
                    <a:pt x="6990505" y="13960"/>
                  </a:lnTo>
                  <a:lnTo>
                    <a:pt x="6990505" y="13960"/>
                  </a:lnTo>
                  <a:lnTo>
                    <a:pt x="6986266" y="13960"/>
                  </a:lnTo>
                  <a:lnTo>
                    <a:pt x="6986266" y="14729"/>
                  </a:lnTo>
                  <a:lnTo>
                    <a:pt x="6982027" y="14729"/>
                  </a:lnTo>
                  <a:lnTo>
                    <a:pt x="6982027" y="14729"/>
                  </a:lnTo>
                  <a:lnTo>
                    <a:pt x="6977788" y="14729"/>
                  </a:lnTo>
                  <a:lnTo>
                    <a:pt x="6977788" y="14729"/>
                  </a:lnTo>
                  <a:lnTo>
                    <a:pt x="6969309" y="14729"/>
                  </a:lnTo>
                  <a:lnTo>
                    <a:pt x="6969309" y="14729"/>
                  </a:lnTo>
                  <a:lnTo>
                    <a:pt x="6965070" y="14729"/>
                  </a:lnTo>
                  <a:lnTo>
                    <a:pt x="6965070" y="14729"/>
                  </a:lnTo>
                  <a:lnTo>
                    <a:pt x="6960831" y="14729"/>
                  </a:lnTo>
                  <a:lnTo>
                    <a:pt x="6960831" y="15496"/>
                  </a:lnTo>
                  <a:lnTo>
                    <a:pt x="6956592" y="15496"/>
                  </a:lnTo>
                  <a:lnTo>
                    <a:pt x="6956592" y="15496"/>
                  </a:lnTo>
                  <a:lnTo>
                    <a:pt x="6948113" y="15496"/>
                  </a:lnTo>
                  <a:lnTo>
                    <a:pt x="6948113" y="16263"/>
                  </a:lnTo>
                  <a:lnTo>
                    <a:pt x="6943874" y="16263"/>
                  </a:lnTo>
                  <a:lnTo>
                    <a:pt x="6943874" y="16263"/>
                  </a:lnTo>
                  <a:lnTo>
                    <a:pt x="6935395" y="16263"/>
                  </a:lnTo>
                  <a:lnTo>
                    <a:pt x="6935395" y="16263"/>
                  </a:lnTo>
                  <a:lnTo>
                    <a:pt x="6931156" y="16263"/>
                  </a:lnTo>
                  <a:lnTo>
                    <a:pt x="6931156" y="17028"/>
                  </a:lnTo>
                  <a:lnTo>
                    <a:pt x="6926917" y="17028"/>
                  </a:lnTo>
                  <a:lnTo>
                    <a:pt x="6926917" y="17028"/>
                  </a:lnTo>
                  <a:lnTo>
                    <a:pt x="6918438" y="17028"/>
                  </a:lnTo>
                  <a:lnTo>
                    <a:pt x="6918438" y="17028"/>
                  </a:lnTo>
                  <a:lnTo>
                    <a:pt x="6914199" y="17028"/>
                  </a:lnTo>
                  <a:lnTo>
                    <a:pt x="6914199" y="17028"/>
                  </a:lnTo>
                  <a:lnTo>
                    <a:pt x="6909960" y="17028"/>
                  </a:lnTo>
                  <a:lnTo>
                    <a:pt x="6909960" y="17028"/>
                  </a:lnTo>
                  <a:lnTo>
                    <a:pt x="6905721" y="17028"/>
                  </a:lnTo>
                  <a:lnTo>
                    <a:pt x="6905721" y="17792"/>
                  </a:lnTo>
                  <a:lnTo>
                    <a:pt x="6901481" y="17792"/>
                  </a:lnTo>
                  <a:lnTo>
                    <a:pt x="6901481" y="17792"/>
                  </a:lnTo>
                  <a:lnTo>
                    <a:pt x="6893003" y="17792"/>
                  </a:lnTo>
                  <a:lnTo>
                    <a:pt x="6893003" y="17792"/>
                  </a:lnTo>
                  <a:lnTo>
                    <a:pt x="6888764" y="17792"/>
                  </a:lnTo>
                  <a:lnTo>
                    <a:pt x="6888764" y="17792"/>
                  </a:lnTo>
                  <a:lnTo>
                    <a:pt x="6884524" y="17792"/>
                  </a:lnTo>
                  <a:lnTo>
                    <a:pt x="6884524" y="17792"/>
                  </a:lnTo>
                  <a:lnTo>
                    <a:pt x="6876046" y="17792"/>
                  </a:lnTo>
                  <a:lnTo>
                    <a:pt x="6876046" y="18549"/>
                  </a:lnTo>
                  <a:lnTo>
                    <a:pt x="6871807" y="18549"/>
                  </a:lnTo>
                  <a:lnTo>
                    <a:pt x="6871807" y="19307"/>
                  </a:lnTo>
                  <a:lnTo>
                    <a:pt x="6867568" y="19307"/>
                  </a:lnTo>
                  <a:lnTo>
                    <a:pt x="6867568" y="19307"/>
                  </a:lnTo>
                  <a:lnTo>
                    <a:pt x="6863328" y="19307"/>
                  </a:lnTo>
                  <a:lnTo>
                    <a:pt x="6863328" y="19307"/>
                  </a:lnTo>
                  <a:lnTo>
                    <a:pt x="6859089" y="19307"/>
                  </a:lnTo>
                  <a:lnTo>
                    <a:pt x="6859089" y="19307"/>
                  </a:lnTo>
                  <a:lnTo>
                    <a:pt x="6854850" y="19307"/>
                  </a:lnTo>
                  <a:lnTo>
                    <a:pt x="6854850" y="19307"/>
                  </a:lnTo>
                  <a:lnTo>
                    <a:pt x="6846371" y="19307"/>
                  </a:lnTo>
                  <a:lnTo>
                    <a:pt x="6846371" y="19307"/>
                  </a:lnTo>
                  <a:lnTo>
                    <a:pt x="6842132" y="19307"/>
                  </a:lnTo>
                  <a:lnTo>
                    <a:pt x="6842132" y="19307"/>
                  </a:lnTo>
                  <a:lnTo>
                    <a:pt x="6833654" y="19307"/>
                  </a:lnTo>
                  <a:lnTo>
                    <a:pt x="6833654" y="19307"/>
                  </a:lnTo>
                  <a:lnTo>
                    <a:pt x="6829414" y="19307"/>
                  </a:lnTo>
                  <a:lnTo>
                    <a:pt x="6829414" y="19307"/>
                  </a:lnTo>
                  <a:lnTo>
                    <a:pt x="6825175" y="19307"/>
                  </a:lnTo>
                  <a:lnTo>
                    <a:pt x="6825175" y="19307"/>
                  </a:lnTo>
                  <a:lnTo>
                    <a:pt x="6820936" y="19307"/>
                  </a:lnTo>
                  <a:lnTo>
                    <a:pt x="6820936" y="20060"/>
                  </a:lnTo>
                  <a:lnTo>
                    <a:pt x="6816697" y="20060"/>
                  </a:lnTo>
                  <a:lnTo>
                    <a:pt x="6816697" y="20812"/>
                  </a:lnTo>
                  <a:lnTo>
                    <a:pt x="6812457" y="20812"/>
                  </a:lnTo>
                  <a:lnTo>
                    <a:pt x="6812457" y="20812"/>
                  </a:lnTo>
                  <a:lnTo>
                    <a:pt x="6808218" y="20812"/>
                  </a:lnTo>
                  <a:lnTo>
                    <a:pt x="6808218" y="20812"/>
                  </a:lnTo>
                  <a:lnTo>
                    <a:pt x="6803979" y="20812"/>
                  </a:lnTo>
                  <a:lnTo>
                    <a:pt x="6803979" y="20812"/>
                  </a:lnTo>
                  <a:lnTo>
                    <a:pt x="6799740" y="20812"/>
                  </a:lnTo>
                  <a:lnTo>
                    <a:pt x="6799740" y="20812"/>
                  </a:lnTo>
                  <a:lnTo>
                    <a:pt x="6795500" y="20812"/>
                  </a:lnTo>
                  <a:lnTo>
                    <a:pt x="6795500" y="20812"/>
                  </a:lnTo>
                  <a:lnTo>
                    <a:pt x="6791261" y="20812"/>
                  </a:lnTo>
                  <a:lnTo>
                    <a:pt x="6791261" y="20812"/>
                  </a:lnTo>
                  <a:lnTo>
                    <a:pt x="6787022" y="20812"/>
                  </a:lnTo>
                  <a:lnTo>
                    <a:pt x="6787022" y="21560"/>
                  </a:lnTo>
                  <a:lnTo>
                    <a:pt x="6782783" y="21560"/>
                  </a:lnTo>
                  <a:lnTo>
                    <a:pt x="6782783" y="21560"/>
                  </a:lnTo>
                  <a:lnTo>
                    <a:pt x="6778543" y="21560"/>
                  </a:lnTo>
                  <a:lnTo>
                    <a:pt x="6778543" y="21560"/>
                  </a:lnTo>
                  <a:lnTo>
                    <a:pt x="6770065" y="21560"/>
                  </a:lnTo>
                  <a:lnTo>
                    <a:pt x="6770065" y="21560"/>
                  </a:lnTo>
                  <a:lnTo>
                    <a:pt x="6765826" y="21560"/>
                  </a:lnTo>
                  <a:lnTo>
                    <a:pt x="6765826" y="21560"/>
                  </a:lnTo>
                  <a:lnTo>
                    <a:pt x="6761587" y="21560"/>
                  </a:lnTo>
                  <a:lnTo>
                    <a:pt x="6761587" y="21560"/>
                  </a:lnTo>
                  <a:lnTo>
                    <a:pt x="6757347" y="21560"/>
                  </a:lnTo>
                  <a:lnTo>
                    <a:pt x="6757347" y="21560"/>
                  </a:lnTo>
                  <a:lnTo>
                    <a:pt x="6753108" y="21560"/>
                  </a:lnTo>
                  <a:lnTo>
                    <a:pt x="6753108" y="21560"/>
                  </a:lnTo>
                  <a:lnTo>
                    <a:pt x="6748869" y="21560"/>
                  </a:lnTo>
                  <a:lnTo>
                    <a:pt x="6748869" y="22303"/>
                  </a:lnTo>
                  <a:lnTo>
                    <a:pt x="6744630" y="22303"/>
                  </a:lnTo>
                  <a:lnTo>
                    <a:pt x="6744630" y="22303"/>
                  </a:lnTo>
                  <a:lnTo>
                    <a:pt x="6736151" y="22303"/>
                  </a:lnTo>
                  <a:lnTo>
                    <a:pt x="6736151" y="22303"/>
                  </a:lnTo>
                  <a:lnTo>
                    <a:pt x="6731912" y="22303"/>
                  </a:lnTo>
                  <a:lnTo>
                    <a:pt x="6731912" y="22303"/>
                  </a:lnTo>
                  <a:lnTo>
                    <a:pt x="6723433" y="22303"/>
                  </a:lnTo>
                  <a:lnTo>
                    <a:pt x="6723433" y="22303"/>
                  </a:lnTo>
                  <a:lnTo>
                    <a:pt x="6719194" y="22303"/>
                  </a:lnTo>
                  <a:lnTo>
                    <a:pt x="6719194" y="22303"/>
                  </a:lnTo>
                  <a:lnTo>
                    <a:pt x="6714955" y="22303"/>
                  </a:lnTo>
                  <a:lnTo>
                    <a:pt x="6714955" y="22303"/>
                  </a:lnTo>
                  <a:lnTo>
                    <a:pt x="6710716" y="22303"/>
                  </a:lnTo>
                  <a:lnTo>
                    <a:pt x="6710716" y="22303"/>
                  </a:lnTo>
                  <a:lnTo>
                    <a:pt x="6706476" y="22303"/>
                  </a:lnTo>
                  <a:lnTo>
                    <a:pt x="6706476" y="22303"/>
                  </a:lnTo>
                  <a:lnTo>
                    <a:pt x="6702237" y="22303"/>
                  </a:lnTo>
                  <a:lnTo>
                    <a:pt x="6702237" y="22303"/>
                  </a:lnTo>
                  <a:lnTo>
                    <a:pt x="6693759" y="22303"/>
                  </a:lnTo>
                  <a:lnTo>
                    <a:pt x="6693759" y="23039"/>
                  </a:lnTo>
                  <a:lnTo>
                    <a:pt x="6689519" y="23039"/>
                  </a:lnTo>
                  <a:lnTo>
                    <a:pt x="6689519" y="23774"/>
                  </a:lnTo>
                  <a:lnTo>
                    <a:pt x="6685280" y="23774"/>
                  </a:lnTo>
                  <a:lnTo>
                    <a:pt x="6685280" y="25245"/>
                  </a:lnTo>
                  <a:lnTo>
                    <a:pt x="6681041" y="25245"/>
                  </a:lnTo>
                  <a:lnTo>
                    <a:pt x="6681041" y="25245"/>
                  </a:lnTo>
                  <a:lnTo>
                    <a:pt x="6672563" y="25245"/>
                  </a:lnTo>
                  <a:lnTo>
                    <a:pt x="6672563" y="25245"/>
                  </a:lnTo>
                  <a:lnTo>
                    <a:pt x="6668323" y="25245"/>
                  </a:lnTo>
                  <a:lnTo>
                    <a:pt x="6668323" y="25245"/>
                  </a:lnTo>
                  <a:lnTo>
                    <a:pt x="6664084" y="25245"/>
                  </a:lnTo>
                  <a:lnTo>
                    <a:pt x="6664084" y="25978"/>
                  </a:lnTo>
                  <a:lnTo>
                    <a:pt x="6659845" y="25978"/>
                  </a:lnTo>
                  <a:lnTo>
                    <a:pt x="6659845" y="25978"/>
                  </a:lnTo>
                  <a:lnTo>
                    <a:pt x="6651366" y="25978"/>
                  </a:lnTo>
                  <a:lnTo>
                    <a:pt x="6651366" y="26709"/>
                  </a:lnTo>
                  <a:lnTo>
                    <a:pt x="6647127" y="26709"/>
                  </a:lnTo>
                  <a:lnTo>
                    <a:pt x="6647127" y="26709"/>
                  </a:lnTo>
                  <a:lnTo>
                    <a:pt x="6642888" y="26709"/>
                  </a:lnTo>
                  <a:lnTo>
                    <a:pt x="6642888" y="26709"/>
                  </a:lnTo>
                  <a:lnTo>
                    <a:pt x="6638649" y="26709"/>
                  </a:lnTo>
                  <a:lnTo>
                    <a:pt x="6638649" y="26709"/>
                  </a:lnTo>
                  <a:lnTo>
                    <a:pt x="6634409" y="26709"/>
                  </a:lnTo>
                  <a:lnTo>
                    <a:pt x="6634409" y="27439"/>
                  </a:lnTo>
                  <a:lnTo>
                    <a:pt x="6630170" y="27439"/>
                  </a:lnTo>
                  <a:lnTo>
                    <a:pt x="6630170" y="27439"/>
                  </a:lnTo>
                  <a:lnTo>
                    <a:pt x="6625931" y="27439"/>
                  </a:lnTo>
                  <a:lnTo>
                    <a:pt x="6625931" y="27439"/>
                  </a:lnTo>
                  <a:lnTo>
                    <a:pt x="6621692" y="27439"/>
                  </a:lnTo>
                  <a:lnTo>
                    <a:pt x="6621692" y="28167"/>
                  </a:lnTo>
                  <a:lnTo>
                    <a:pt x="6617452" y="28167"/>
                  </a:lnTo>
                  <a:lnTo>
                    <a:pt x="6617452" y="28167"/>
                  </a:lnTo>
                  <a:lnTo>
                    <a:pt x="6613213" y="28167"/>
                  </a:lnTo>
                  <a:lnTo>
                    <a:pt x="6613213" y="28167"/>
                  </a:lnTo>
                  <a:lnTo>
                    <a:pt x="6608974" y="28167"/>
                  </a:lnTo>
                  <a:lnTo>
                    <a:pt x="6608974" y="28167"/>
                  </a:lnTo>
                  <a:lnTo>
                    <a:pt x="6604735" y="28167"/>
                  </a:lnTo>
                  <a:lnTo>
                    <a:pt x="6604735" y="28167"/>
                  </a:lnTo>
                  <a:lnTo>
                    <a:pt x="6600495" y="28167"/>
                  </a:lnTo>
                  <a:lnTo>
                    <a:pt x="6600495" y="28167"/>
                  </a:lnTo>
                  <a:lnTo>
                    <a:pt x="6596256" y="28167"/>
                  </a:lnTo>
                  <a:lnTo>
                    <a:pt x="6596256" y="28167"/>
                  </a:lnTo>
                  <a:lnTo>
                    <a:pt x="6592017" y="28167"/>
                  </a:lnTo>
                  <a:lnTo>
                    <a:pt x="6592017" y="28167"/>
                  </a:lnTo>
                  <a:lnTo>
                    <a:pt x="6583538" y="28167"/>
                  </a:lnTo>
                  <a:lnTo>
                    <a:pt x="6583538" y="28167"/>
                  </a:lnTo>
                  <a:lnTo>
                    <a:pt x="6579299" y="28167"/>
                  </a:lnTo>
                  <a:lnTo>
                    <a:pt x="6579299" y="28167"/>
                  </a:lnTo>
                  <a:lnTo>
                    <a:pt x="6575060" y="28167"/>
                  </a:lnTo>
                  <a:lnTo>
                    <a:pt x="6575060" y="28887"/>
                  </a:lnTo>
                  <a:lnTo>
                    <a:pt x="6570821" y="28887"/>
                  </a:lnTo>
                  <a:lnTo>
                    <a:pt x="6570821" y="28887"/>
                  </a:lnTo>
                  <a:lnTo>
                    <a:pt x="6566582" y="28887"/>
                  </a:lnTo>
                  <a:lnTo>
                    <a:pt x="6566582" y="28887"/>
                  </a:lnTo>
                  <a:lnTo>
                    <a:pt x="6562342" y="28887"/>
                  </a:lnTo>
                  <a:lnTo>
                    <a:pt x="6562342" y="29605"/>
                  </a:lnTo>
                  <a:lnTo>
                    <a:pt x="6558103" y="29605"/>
                  </a:lnTo>
                  <a:lnTo>
                    <a:pt x="6558103" y="29605"/>
                  </a:lnTo>
                  <a:lnTo>
                    <a:pt x="6549625" y="29605"/>
                  </a:lnTo>
                  <a:lnTo>
                    <a:pt x="6549625" y="29605"/>
                  </a:lnTo>
                  <a:lnTo>
                    <a:pt x="6545385" y="29605"/>
                  </a:lnTo>
                  <a:lnTo>
                    <a:pt x="6545385" y="29605"/>
                  </a:lnTo>
                  <a:lnTo>
                    <a:pt x="6541146" y="29605"/>
                  </a:lnTo>
                  <a:lnTo>
                    <a:pt x="6541146" y="29605"/>
                  </a:lnTo>
                  <a:lnTo>
                    <a:pt x="6536907" y="29605"/>
                  </a:lnTo>
                  <a:lnTo>
                    <a:pt x="6536907" y="29605"/>
                  </a:lnTo>
                  <a:lnTo>
                    <a:pt x="6532668" y="29605"/>
                  </a:lnTo>
                  <a:lnTo>
                    <a:pt x="6532668" y="29605"/>
                  </a:lnTo>
                  <a:lnTo>
                    <a:pt x="6528428" y="29605"/>
                  </a:lnTo>
                  <a:lnTo>
                    <a:pt x="6528428" y="29605"/>
                  </a:lnTo>
                  <a:lnTo>
                    <a:pt x="6524189" y="29605"/>
                  </a:lnTo>
                  <a:lnTo>
                    <a:pt x="6524189" y="29605"/>
                  </a:lnTo>
                  <a:lnTo>
                    <a:pt x="6519950" y="29605"/>
                  </a:lnTo>
                  <a:lnTo>
                    <a:pt x="6519950" y="29605"/>
                  </a:lnTo>
                  <a:lnTo>
                    <a:pt x="6515711" y="29605"/>
                  </a:lnTo>
                  <a:lnTo>
                    <a:pt x="6515711" y="30317"/>
                  </a:lnTo>
                  <a:lnTo>
                    <a:pt x="6511471" y="30317"/>
                  </a:lnTo>
                  <a:lnTo>
                    <a:pt x="6511471" y="30317"/>
                  </a:lnTo>
                  <a:lnTo>
                    <a:pt x="6507232" y="30317"/>
                  </a:lnTo>
                  <a:lnTo>
                    <a:pt x="6507232" y="30317"/>
                  </a:lnTo>
                  <a:lnTo>
                    <a:pt x="6502993" y="30317"/>
                  </a:lnTo>
                  <a:lnTo>
                    <a:pt x="6502993" y="30317"/>
                  </a:lnTo>
                  <a:lnTo>
                    <a:pt x="6498754" y="30317"/>
                  </a:lnTo>
                  <a:lnTo>
                    <a:pt x="6498754" y="30317"/>
                  </a:lnTo>
                  <a:lnTo>
                    <a:pt x="6494514" y="30317"/>
                  </a:lnTo>
                  <a:lnTo>
                    <a:pt x="6494514" y="30317"/>
                  </a:lnTo>
                  <a:lnTo>
                    <a:pt x="6486036" y="30317"/>
                  </a:lnTo>
                  <a:lnTo>
                    <a:pt x="6486036" y="30317"/>
                  </a:lnTo>
                  <a:lnTo>
                    <a:pt x="6481797" y="30317"/>
                  </a:lnTo>
                  <a:lnTo>
                    <a:pt x="6481797" y="30317"/>
                  </a:lnTo>
                  <a:lnTo>
                    <a:pt x="6477557" y="30317"/>
                  </a:lnTo>
                  <a:lnTo>
                    <a:pt x="6477557" y="30317"/>
                  </a:lnTo>
                  <a:lnTo>
                    <a:pt x="6473318" y="30317"/>
                  </a:lnTo>
                  <a:lnTo>
                    <a:pt x="6473318" y="30317"/>
                  </a:lnTo>
                  <a:lnTo>
                    <a:pt x="6469079" y="30317"/>
                  </a:lnTo>
                  <a:lnTo>
                    <a:pt x="6469079" y="30317"/>
                  </a:lnTo>
                  <a:lnTo>
                    <a:pt x="6464840" y="30317"/>
                  </a:lnTo>
                  <a:lnTo>
                    <a:pt x="6464840" y="30317"/>
                  </a:lnTo>
                  <a:lnTo>
                    <a:pt x="6460601" y="30317"/>
                  </a:lnTo>
                  <a:lnTo>
                    <a:pt x="6460601" y="30317"/>
                  </a:lnTo>
                  <a:lnTo>
                    <a:pt x="6456361" y="30317"/>
                  </a:lnTo>
                  <a:lnTo>
                    <a:pt x="6456361" y="31021"/>
                  </a:lnTo>
                  <a:lnTo>
                    <a:pt x="6452122" y="31021"/>
                  </a:lnTo>
                  <a:lnTo>
                    <a:pt x="6452122" y="31021"/>
                  </a:lnTo>
                  <a:lnTo>
                    <a:pt x="6447883" y="31021"/>
                  </a:lnTo>
                  <a:lnTo>
                    <a:pt x="6447883" y="31021"/>
                  </a:lnTo>
                  <a:lnTo>
                    <a:pt x="6443644" y="31021"/>
                  </a:lnTo>
                  <a:lnTo>
                    <a:pt x="6443644" y="31021"/>
                  </a:lnTo>
                  <a:lnTo>
                    <a:pt x="6439404" y="31021"/>
                  </a:lnTo>
                  <a:lnTo>
                    <a:pt x="6439404" y="31021"/>
                  </a:lnTo>
                  <a:lnTo>
                    <a:pt x="6435165" y="31021"/>
                  </a:lnTo>
                  <a:lnTo>
                    <a:pt x="6435165" y="31021"/>
                  </a:lnTo>
                  <a:lnTo>
                    <a:pt x="6430926" y="31021"/>
                  </a:lnTo>
                  <a:lnTo>
                    <a:pt x="6430926" y="31021"/>
                  </a:lnTo>
                  <a:lnTo>
                    <a:pt x="6426687" y="31021"/>
                  </a:lnTo>
                  <a:lnTo>
                    <a:pt x="6426687" y="31021"/>
                  </a:lnTo>
                  <a:lnTo>
                    <a:pt x="6422447" y="31021"/>
                  </a:lnTo>
                  <a:lnTo>
                    <a:pt x="6422447" y="31021"/>
                  </a:lnTo>
                  <a:lnTo>
                    <a:pt x="6413969" y="31021"/>
                  </a:lnTo>
                  <a:lnTo>
                    <a:pt x="6413969" y="32418"/>
                  </a:lnTo>
                  <a:lnTo>
                    <a:pt x="6409730" y="32418"/>
                  </a:lnTo>
                  <a:lnTo>
                    <a:pt x="6409730" y="32418"/>
                  </a:lnTo>
                  <a:lnTo>
                    <a:pt x="6405490" y="32418"/>
                  </a:lnTo>
                  <a:lnTo>
                    <a:pt x="6405490" y="32418"/>
                  </a:lnTo>
                  <a:lnTo>
                    <a:pt x="6401251" y="32418"/>
                  </a:lnTo>
                  <a:lnTo>
                    <a:pt x="6401251" y="32418"/>
                  </a:lnTo>
                  <a:lnTo>
                    <a:pt x="6397012" y="32418"/>
                  </a:lnTo>
                  <a:lnTo>
                    <a:pt x="6397012" y="32418"/>
                  </a:lnTo>
                  <a:lnTo>
                    <a:pt x="6392773" y="32418"/>
                  </a:lnTo>
                  <a:lnTo>
                    <a:pt x="6392773" y="32418"/>
                  </a:lnTo>
                  <a:lnTo>
                    <a:pt x="6388533" y="32418"/>
                  </a:lnTo>
                  <a:lnTo>
                    <a:pt x="6388533" y="33113"/>
                  </a:lnTo>
                  <a:lnTo>
                    <a:pt x="6384294" y="33113"/>
                  </a:lnTo>
                  <a:lnTo>
                    <a:pt x="6384294" y="33113"/>
                  </a:lnTo>
                  <a:lnTo>
                    <a:pt x="6380055" y="33113"/>
                  </a:lnTo>
                  <a:lnTo>
                    <a:pt x="6380055" y="33113"/>
                  </a:lnTo>
                  <a:lnTo>
                    <a:pt x="6375816" y="33113"/>
                  </a:lnTo>
                  <a:lnTo>
                    <a:pt x="6375816" y="33113"/>
                  </a:lnTo>
                  <a:lnTo>
                    <a:pt x="6371577" y="33113"/>
                  </a:lnTo>
                  <a:lnTo>
                    <a:pt x="6371577" y="33113"/>
                  </a:lnTo>
                  <a:lnTo>
                    <a:pt x="6367337" y="33113"/>
                  </a:lnTo>
                  <a:lnTo>
                    <a:pt x="6367337" y="34495"/>
                  </a:lnTo>
                  <a:lnTo>
                    <a:pt x="6363098" y="34495"/>
                  </a:lnTo>
                  <a:lnTo>
                    <a:pt x="6363098" y="34495"/>
                  </a:lnTo>
                  <a:lnTo>
                    <a:pt x="6358859" y="34495"/>
                  </a:lnTo>
                  <a:lnTo>
                    <a:pt x="6358859" y="35184"/>
                  </a:lnTo>
                  <a:lnTo>
                    <a:pt x="6354620" y="35184"/>
                  </a:lnTo>
                  <a:lnTo>
                    <a:pt x="6354620" y="35184"/>
                  </a:lnTo>
                  <a:lnTo>
                    <a:pt x="6350380" y="35184"/>
                  </a:lnTo>
                  <a:lnTo>
                    <a:pt x="6350380" y="35184"/>
                  </a:lnTo>
                  <a:lnTo>
                    <a:pt x="6346141" y="35184"/>
                  </a:lnTo>
                  <a:lnTo>
                    <a:pt x="6346141" y="35184"/>
                  </a:lnTo>
                  <a:lnTo>
                    <a:pt x="6341902" y="35184"/>
                  </a:lnTo>
                  <a:lnTo>
                    <a:pt x="6341902" y="35184"/>
                  </a:lnTo>
                  <a:lnTo>
                    <a:pt x="6337663" y="35184"/>
                  </a:lnTo>
                  <a:lnTo>
                    <a:pt x="6337663" y="35184"/>
                  </a:lnTo>
                  <a:lnTo>
                    <a:pt x="6333423" y="35184"/>
                  </a:lnTo>
                  <a:lnTo>
                    <a:pt x="6333423" y="35184"/>
                  </a:lnTo>
                  <a:lnTo>
                    <a:pt x="6329184" y="35184"/>
                  </a:lnTo>
                  <a:lnTo>
                    <a:pt x="6329184" y="35184"/>
                  </a:lnTo>
                  <a:lnTo>
                    <a:pt x="6324945" y="35184"/>
                  </a:lnTo>
                  <a:lnTo>
                    <a:pt x="6324945" y="35184"/>
                  </a:lnTo>
                  <a:lnTo>
                    <a:pt x="6320706" y="35184"/>
                  </a:lnTo>
                  <a:lnTo>
                    <a:pt x="6320706" y="35184"/>
                  </a:lnTo>
                  <a:lnTo>
                    <a:pt x="6316466" y="35184"/>
                  </a:lnTo>
                  <a:lnTo>
                    <a:pt x="6316466" y="35184"/>
                  </a:lnTo>
                  <a:lnTo>
                    <a:pt x="6307988" y="35184"/>
                  </a:lnTo>
                  <a:lnTo>
                    <a:pt x="6307988" y="35868"/>
                  </a:lnTo>
                  <a:lnTo>
                    <a:pt x="6303749" y="35868"/>
                  </a:lnTo>
                  <a:lnTo>
                    <a:pt x="6303749" y="35868"/>
                  </a:lnTo>
                  <a:lnTo>
                    <a:pt x="6291031" y="35868"/>
                  </a:lnTo>
                  <a:lnTo>
                    <a:pt x="6291031" y="35868"/>
                  </a:lnTo>
                  <a:lnTo>
                    <a:pt x="6286792" y="35868"/>
                  </a:lnTo>
                  <a:lnTo>
                    <a:pt x="6286792" y="35868"/>
                  </a:lnTo>
                  <a:lnTo>
                    <a:pt x="6282552" y="35868"/>
                  </a:lnTo>
                  <a:lnTo>
                    <a:pt x="6282552" y="35868"/>
                  </a:lnTo>
                  <a:lnTo>
                    <a:pt x="6278313" y="35868"/>
                  </a:lnTo>
                  <a:lnTo>
                    <a:pt x="6278313" y="35868"/>
                  </a:lnTo>
                  <a:lnTo>
                    <a:pt x="6274074" y="35868"/>
                  </a:lnTo>
                  <a:lnTo>
                    <a:pt x="6274074" y="35868"/>
                  </a:lnTo>
                  <a:lnTo>
                    <a:pt x="6269835" y="35868"/>
                  </a:lnTo>
                  <a:lnTo>
                    <a:pt x="6269835" y="35868"/>
                  </a:lnTo>
                  <a:lnTo>
                    <a:pt x="6265596" y="35868"/>
                  </a:lnTo>
                  <a:lnTo>
                    <a:pt x="6265596" y="35868"/>
                  </a:lnTo>
                  <a:lnTo>
                    <a:pt x="6261356" y="35868"/>
                  </a:lnTo>
                  <a:lnTo>
                    <a:pt x="6261356" y="35868"/>
                  </a:lnTo>
                  <a:lnTo>
                    <a:pt x="6257117" y="35868"/>
                  </a:lnTo>
                  <a:lnTo>
                    <a:pt x="6257117" y="35868"/>
                  </a:lnTo>
                  <a:lnTo>
                    <a:pt x="6252878" y="35868"/>
                  </a:lnTo>
                  <a:lnTo>
                    <a:pt x="6252878" y="35868"/>
                  </a:lnTo>
                  <a:lnTo>
                    <a:pt x="6248639" y="35868"/>
                  </a:lnTo>
                  <a:lnTo>
                    <a:pt x="6248639" y="37224"/>
                  </a:lnTo>
                  <a:lnTo>
                    <a:pt x="6244399" y="37224"/>
                  </a:lnTo>
                  <a:lnTo>
                    <a:pt x="6244399" y="37901"/>
                  </a:lnTo>
                  <a:lnTo>
                    <a:pt x="6240160" y="37901"/>
                  </a:lnTo>
                  <a:lnTo>
                    <a:pt x="6240160" y="38578"/>
                  </a:lnTo>
                  <a:lnTo>
                    <a:pt x="6231682" y="38578"/>
                  </a:lnTo>
                  <a:lnTo>
                    <a:pt x="6231682" y="38578"/>
                  </a:lnTo>
                  <a:lnTo>
                    <a:pt x="6227442" y="38578"/>
                  </a:lnTo>
                  <a:lnTo>
                    <a:pt x="6227442" y="38578"/>
                  </a:lnTo>
                  <a:lnTo>
                    <a:pt x="6223203" y="38578"/>
                  </a:lnTo>
                  <a:lnTo>
                    <a:pt x="6223203" y="38578"/>
                  </a:lnTo>
                  <a:lnTo>
                    <a:pt x="6218964" y="38578"/>
                  </a:lnTo>
                  <a:lnTo>
                    <a:pt x="6218964" y="38578"/>
                  </a:lnTo>
                  <a:lnTo>
                    <a:pt x="6214725" y="38578"/>
                  </a:lnTo>
                  <a:lnTo>
                    <a:pt x="6214725" y="38578"/>
                  </a:lnTo>
                  <a:lnTo>
                    <a:pt x="6210485" y="38578"/>
                  </a:lnTo>
                  <a:lnTo>
                    <a:pt x="6210485" y="38578"/>
                  </a:lnTo>
                  <a:lnTo>
                    <a:pt x="6202007" y="38578"/>
                  </a:lnTo>
                  <a:lnTo>
                    <a:pt x="6202007" y="38578"/>
                  </a:lnTo>
                  <a:lnTo>
                    <a:pt x="6197768" y="38578"/>
                  </a:lnTo>
                  <a:lnTo>
                    <a:pt x="6197768" y="38578"/>
                  </a:lnTo>
                  <a:lnTo>
                    <a:pt x="6193528" y="38578"/>
                  </a:lnTo>
                  <a:lnTo>
                    <a:pt x="6193528" y="38578"/>
                  </a:lnTo>
                  <a:lnTo>
                    <a:pt x="6189289" y="38578"/>
                  </a:lnTo>
                  <a:lnTo>
                    <a:pt x="6189289" y="38578"/>
                  </a:lnTo>
                  <a:lnTo>
                    <a:pt x="6180811" y="38578"/>
                  </a:lnTo>
                  <a:lnTo>
                    <a:pt x="6180811" y="39248"/>
                  </a:lnTo>
                  <a:lnTo>
                    <a:pt x="6176571" y="39248"/>
                  </a:lnTo>
                  <a:lnTo>
                    <a:pt x="6176571" y="39248"/>
                  </a:lnTo>
                  <a:lnTo>
                    <a:pt x="6172332" y="39248"/>
                  </a:lnTo>
                  <a:lnTo>
                    <a:pt x="6172332" y="39248"/>
                  </a:lnTo>
                  <a:lnTo>
                    <a:pt x="6168093" y="39248"/>
                  </a:lnTo>
                  <a:lnTo>
                    <a:pt x="6168093" y="39248"/>
                  </a:lnTo>
                  <a:lnTo>
                    <a:pt x="6163854" y="39248"/>
                  </a:lnTo>
                  <a:lnTo>
                    <a:pt x="6163854" y="39248"/>
                  </a:lnTo>
                  <a:lnTo>
                    <a:pt x="6159615" y="39248"/>
                  </a:lnTo>
                  <a:lnTo>
                    <a:pt x="6159615" y="39248"/>
                  </a:lnTo>
                  <a:lnTo>
                    <a:pt x="6155375" y="39248"/>
                  </a:lnTo>
                  <a:lnTo>
                    <a:pt x="6155375" y="40581"/>
                  </a:lnTo>
                  <a:lnTo>
                    <a:pt x="6151136" y="40581"/>
                  </a:lnTo>
                  <a:lnTo>
                    <a:pt x="6151136" y="40581"/>
                  </a:lnTo>
                  <a:lnTo>
                    <a:pt x="6146897" y="40581"/>
                  </a:lnTo>
                  <a:lnTo>
                    <a:pt x="6146897" y="40581"/>
                  </a:lnTo>
                  <a:lnTo>
                    <a:pt x="6142658" y="40581"/>
                  </a:lnTo>
                  <a:lnTo>
                    <a:pt x="6142658" y="40581"/>
                  </a:lnTo>
                  <a:lnTo>
                    <a:pt x="6138418" y="40581"/>
                  </a:lnTo>
                  <a:lnTo>
                    <a:pt x="6138418" y="40581"/>
                  </a:lnTo>
                  <a:lnTo>
                    <a:pt x="6134179" y="40581"/>
                  </a:lnTo>
                  <a:lnTo>
                    <a:pt x="6134179" y="40581"/>
                  </a:lnTo>
                  <a:lnTo>
                    <a:pt x="6129940" y="40581"/>
                  </a:lnTo>
                  <a:lnTo>
                    <a:pt x="6129940" y="40581"/>
                  </a:lnTo>
                  <a:lnTo>
                    <a:pt x="6125701" y="40581"/>
                  </a:lnTo>
                  <a:lnTo>
                    <a:pt x="6125701" y="40581"/>
                  </a:lnTo>
                  <a:lnTo>
                    <a:pt x="6121461" y="40581"/>
                  </a:lnTo>
                  <a:lnTo>
                    <a:pt x="6121461" y="41244"/>
                  </a:lnTo>
                  <a:lnTo>
                    <a:pt x="6117222" y="41244"/>
                  </a:lnTo>
                  <a:lnTo>
                    <a:pt x="6117222" y="41244"/>
                  </a:lnTo>
                  <a:lnTo>
                    <a:pt x="6112983" y="41244"/>
                  </a:lnTo>
                  <a:lnTo>
                    <a:pt x="6112983" y="41244"/>
                  </a:lnTo>
                  <a:lnTo>
                    <a:pt x="6108744" y="41244"/>
                  </a:lnTo>
                  <a:lnTo>
                    <a:pt x="6108744" y="41244"/>
                  </a:lnTo>
                  <a:lnTo>
                    <a:pt x="6104504" y="41244"/>
                  </a:lnTo>
                  <a:lnTo>
                    <a:pt x="6104504" y="41244"/>
                  </a:lnTo>
                  <a:lnTo>
                    <a:pt x="6100265" y="41244"/>
                  </a:lnTo>
                  <a:lnTo>
                    <a:pt x="6100265" y="41906"/>
                  </a:lnTo>
                  <a:lnTo>
                    <a:pt x="6096026" y="41906"/>
                  </a:lnTo>
                  <a:lnTo>
                    <a:pt x="6096026" y="41906"/>
                  </a:lnTo>
                  <a:lnTo>
                    <a:pt x="6091787" y="41906"/>
                  </a:lnTo>
                  <a:lnTo>
                    <a:pt x="6091787" y="41906"/>
                  </a:lnTo>
                  <a:lnTo>
                    <a:pt x="6083308" y="41906"/>
                  </a:lnTo>
                  <a:lnTo>
                    <a:pt x="6083308" y="41906"/>
                  </a:lnTo>
                  <a:lnTo>
                    <a:pt x="6079069" y="41906"/>
                  </a:lnTo>
                  <a:lnTo>
                    <a:pt x="6079069" y="42565"/>
                  </a:lnTo>
                  <a:lnTo>
                    <a:pt x="6074830" y="42565"/>
                  </a:lnTo>
                  <a:lnTo>
                    <a:pt x="6074830" y="44538"/>
                  </a:lnTo>
                  <a:lnTo>
                    <a:pt x="6070590" y="44538"/>
                  </a:lnTo>
                  <a:lnTo>
                    <a:pt x="6070590" y="45196"/>
                  </a:lnTo>
                  <a:lnTo>
                    <a:pt x="6066351" y="45196"/>
                  </a:lnTo>
                  <a:lnTo>
                    <a:pt x="6066351" y="45196"/>
                  </a:lnTo>
                  <a:lnTo>
                    <a:pt x="6062112" y="45196"/>
                  </a:lnTo>
                  <a:lnTo>
                    <a:pt x="6062112" y="45196"/>
                  </a:lnTo>
                  <a:lnTo>
                    <a:pt x="6057873" y="45196"/>
                  </a:lnTo>
                  <a:lnTo>
                    <a:pt x="6057873" y="45196"/>
                  </a:lnTo>
                  <a:lnTo>
                    <a:pt x="6053634" y="45196"/>
                  </a:lnTo>
                  <a:lnTo>
                    <a:pt x="6053634" y="45196"/>
                  </a:lnTo>
                  <a:lnTo>
                    <a:pt x="6049394" y="45196"/>
                  </a:lnTo>
                  <a:lnTo>
                    <a:pt x="6049394" y="45851"/>
                  </a:lnTo>
                  <a:lnTo>
                    <a:pt x="6036677" y="45851"/>
                  </a:lnTo>
                  <a:lnTo>
                    <a:pt x="6036677" y="45851"/>
                  </a:lnTo>
                  <a:lnTo>
                    <a:pt x="6032437" y="45851"/>
                  </a:lnTo>
                  <a:lnTo>
                    <a:pt x="6032437" y="45851"/>
                  </a:lnTo>
                  <a:lnTo>
                    <a:pt x="6028198" y="45851"/>
                  </a:lnTo>
                  <a:lnTo>
                    <a:pt x="6028198" y="45851"/>
                  </a:lnTo>
                  <a:lnTo>
                    <a:pt x="6023959" y="45851"/>
                  </a:lnTo>
                  <a:lnTo>
                    <a:pt x="6023959" y="45851"/>
                  </a:lnTo>
                  <a:lnTo>
                    <a:pt x="6019720" y="45851"/>
                  </a:lnTo>
                  <a:lnTo>
                    <a:pt x="6019720" y="45851"/>
                  </a:lnTo>
                  <a:lnTo>
                    <a:pt x="6015480" y="45851"/>
                  </a:lnTo>
                  <a:lnTo>
                    <a:pt x="6015480" y="45851"/>
                  </a:lnTo>
                  <a:lnTo>
                    <a:pt x="6011241" y="45851"/>
                  </a:lnTo>
                  <a:lnTo>
                    <a:pt x="6011241" y="45851"/>
                  </a:lnTo>
                  <a:lnTo>
                    <a:pt x="6007002" y="45851"/>
                  </a:lnTo>
                  <a:lnTo>
                    <a:pt x="6007002" y="45851"/>
                  </a:lnTo>
                  <a:lnTo>
                    <a:pt x="6002763" y="45851"/>
                  </a:lnTo>
                  <a:lnTo>
                    <a:pt x="6002763" y="46502"/>
                  </a:lnTo>
                  <a:lnTo>
                    <a:pt x="5998523" y="46502"/>
                  </a:lnTo>
                  <a:lnTo>
                    <a:pt x="5998523" y="47153"/>
                  </a:lnTo>
                  <a:lnTo>
                    <a:pt x="5994284" y="47153"/>
                  </a:lnTo>
                  <a:lnTo>
                    <a:pt x="5994284" y="47803"/>
                  </a:lnTo>
                  <a:lnTo>
                    <a:pt x="5990045" y="47803"/>
                  </a:lnTo>
                  <a:lnTo>
                    <a:pt x="5990045" y="47803"/>
                  </a:lnTo>
                  <a:lnTo>
                    <a:pt x="5985806" y="47803"/>
                  </a:lnTo>
                  <a:lnTo>
                    <a:pt x="5985806" y="47803"/>
                  </a:lnTo>
                  <a:lnTo>
                    <a:pt x="5981566" y="47803"/>
                  </a:lnTo>
                  <a:lnTo>
                    <a:pt x="5981566" y="48451"/>
                  </a:lnTo>
                  <a:lnTo>
                    <a:pt x="5977327" y="48451"/>
                  </a:lnTo>
                  <a:lnTo>
                    <a:pt x="5977327" y="48451"/>
                  </a:lnTo>
                  <a:lnTo>
                    <a:pt x="5973088" y="48451"/>
                  </a:lnTo>
                  <a:lnTo>
                    <a:pt x="5973088" y="48451"/>
                  </a:lnTo>
                  <a:lnTo>
                    <a:pt x="5968849" y="48451"/>
                  </a:lnTo>
                  <a:lnTo>
                    <a:pt x="5968849" y="48451"/>
                  </a:lnTo>
                  <a:lnTo>
                    <a:pt x="5964610" y="48451"/>
                  </a:lnTo>
                  <a:lnTo>
                    <a:pt x="5964610" y="48451"/>
                  </a:lnTo>
                  <a:lnTo>
                    <a:pt x="5960370" y="48451"/>
                  </a:lnTo>
                  <a:lnTo>
                    <a:pt x="5960370" y="48451"/>
                  </a:lnTo>
                  <a:lnTo>
                    <a:pt x="5956131" y="48451"/>
                  </a:lnTo>
                  <a:lnTo>
                    <a:pt x="5956131" y="48451"/>
                  </a:lnTo>
                  <a:lnTo>
                    <a:pt x="5951892" y="48451"/>
                  </a:lnTo>
                  <a:lnTo>
                    <a:pt x="5951892" y="48451"/>
                  </a:lnTo>
                  <a:lnTo>
                    <a:pt x="5947653" y="48451"/>
                  </a:lnTo>
                  <a:lnTo>
                    <a:pt x="5947653" y="48451"/>
                  </a:lnTo>
                  <a:lnTo>
                    <a:pt x="5943413" y="48451"/>
                  </a:lnTo>
                  <a:lnTo>
                    <a:pt x="5943413" y="48451"/>
                  </a:lnTo>
                  <a:lnTo>
                    <a:pt x="5939174" y="48451"/>
                  </a:lnTo>
                  <a:lnTo>
                    <a:pt x="5939174" y="48451"/>
                  </a:lnTo>
                  <a:lnTo>
                    <a:pt x="5934935" y="48451"/>
                  </a:lnTo>
                  <a:lnTo>
                    <a:pt x="5934935" y="48451"/>
                  </a:lnTo>
                  <a:lnTo>
                    <a:pt x="5930696" y="48451"/>
                  </a:lnTo>
                  <a:lnTo>
                    <a:pt x="5930696" y="49091"/>
                  </a:lnTo>
                  <a:lnTo>
                    <a:pt x="5926456" y="49091"/>
                  </a:lnTo>
                  <a:lnTo>
                    <a:pt x="5926456" y="49091"/>
                  </a:lnTo>
                  <a:lnTo>
                    <a:pt x="5922217" y="49091"/>
                  </a:lnTo>
                  <a:lnTo>
                    <a:pt x="5922217" y="49091"/>
                  </a:lnTo>
                  <a:lnTo>
                    <a:pt x="5917978" y="49091"/>
                  </a:lnTo>
                  <a:lnTo>
                    <a:pt x="5917978" y="49091"/>
                  </a:lnTo>
                  <a:lnTo>
                    <a:pt x="5913739" y="49091"/>
                  </a:lnTo>
                  <a:lnTo>
                    <a:pt x="5913739" y="49091"/>
                  </a:lnTo>
                  <a:lnTo>
                    <a:pt x="5909499" y="49091"/>
                  </a:lnTo>
                  <a:lnTo>
                    <a:pt x="5909499" y="49091"/>
                  </a:lnTo>
                  <a:lnTo>
                    <a:pt x="5905260" y="49091"/>
                  </a:lnTo>
                  <a:lnTo>
                    <a:pt x="5905260" y="49091"/>
                  </a:lnTo>
                  <a:lnTo>
                    <a:pt x="5896782" y="49091"/>
                  </a:lnTo>
                  <a:lnTo>
                    <a:pt x="5896782" y="49729"/>
                  </a:lnTo>
                  <a:lnTo>
                    <a:pt x="5892542" y="49729"/>
                  </a:lnTo>
                  <a:lnTo>
                    <a:pt x="5892542" y="49729"/>
                  </a:lnTo>
                  <a:lnTo>
                    <a:pt x="5888303" y="49729"/>
                  </a:lnTo>
                  <a:lnTo>
                    <a:pt x="5888303" y="50366"/>
                  </a:lnTo>
                  <a:lnTo>
                    <a:pt x="5879825" y="50366"/>
                  </a:lnTo>
                  <a:lnTo>
                    <a:pt x="5879825" y="50366"/>
                  </a:lnTo>
                  <a:lnTo>
                    <a:pt x="5875585" y="50366"/>
                  </a:lnTo>
                  <a:lnTo>
                    <a:pt x="5875585" y="50366"/>
                  </a:lnTo>
                  <a:lnTo>
                    <a:pt x="5871346" y="50366"/>
                  </a:lnTo>
                  <a:lnTo>
                    <a:pt x="5871346" y="50366"/>
                  </a:lnTo>
                  <a:lnTo>
                    <a:pt x="5862868" y="50366"/>
                  </a:lnTo>
                  <a:lnTo>
                    <a:pt x="5862868" y="50366"/>
                  </a:lnTo>
                  <a:lnTo>
                    <a:pt x="5858629" y="50366"/>
                  </a:lnTo>
                  <a:lnTo>
                    <a:pt x="5858629" y="50366"/>
                  </a:lnTo>
                  <a:lnTo>
                    <a:pt x="5854389" y="50366"/>
                  </a:lnTo>
                  <a:lnTo>
                    <a:pt x="5854389" y="50999"/>
                  </a:lnTo>
                  <a:lnTo>
                    <a:pt x="5850150" y="50999"/>
                  </a:lnTo>
                  <a:lnTo>
                    <a:pt x="5850150" y="50999"/>
                  </a:lnTo>
                  <a:lnTo>
                    <a:pt x="5845911" y="50999"/>
                  </a:lnTo>
                  <a:lnTo>
                    <a:pt x="5845911" y="50999"/>
                  </a:lnTo>
                  <a:lnTo>
                    <a:pt x="5841672" y="50999"/>
                  </a:lnTo>
                  <a:lnTo>
                    <a:pt x="5841672" y="50999"/>
                  </a:lnTo>
                  <a:lnTo>
                    <a:pt x="5837432" y="50999"/>
                  </a:lnTo>
                  <a:lnTo>
                    <a:pt x="5837432" y="50999"/>
                  </a:lnTo>
                  <a:lnTo>
                    <a:pt x="5833193" y="50999"/>
                  </a:lnTo>
                  <a:lnTo>
                    <a:pt x="5833193" y="50999"/>
                  </a:lnTo>
                  <a:lnTo>
                    <a:pt x="5828954" y="50999"/>
                  </a:lnTo>
                  <a:lnTo>
                    <a:pt x="5828954" y="50999"/>
                  </a:lnTo>
                  <a:lnTo>
                    <a:pt x="5820475" y="50999"/>
                  </a:lnTo>
                  <a:lnTo>
                    <a:pt x="5820475" y="50999"/>
                  </a:lnTo>
                  <a:lnTo>
                    <a:pt x="5816236" y="50999"/>
                  </a:lnTo>
                  <a:lnTo>
                    <a:pt x="5816236" y="50999"/>
                  </a:lnTo>
                  <a:lnTo>
                    <a:pt x="5811997" y="50999"/>
                  </a:lnTo>
                  <a:lnTo>
                    <a:pt x="5811997" y="50999"/>
                  </a:lnTo>
                  <a:lnTo>
                    <a:pt x="5807758" y="50999"/>
                  </a:lnTo>
                  <a:lnTo>
                    <a:pt x="5807758" y="50999"/>
                  </a:lnTo>
                  <a:lnTo>
                    <a:pt x="5803518" y="50999"/>
                  </a:lnTo>
                  <a:lnTo>
                    <a:pt x="5803518" y="50999"/>
                  </a:lnTo>
                  <a:lnTo>
                    <a:pt x="5799279" y="50999"/>
                  </a:lnTo>
                  <a:lnTo>
                    <a:pt x="5799279" y="50999"/>
                  </a:lnTo>
                  <a:lnTo>
                    <a:pt x="5795040" y="50999"/>
                  </a:lnTo>
                  <a:lnTo>
                    <a:pt x="5795040" y="50999"/>
                  </a:lnTo>
                  <a:lnTo>
                    <a:pt x="5790801" y="50999"/>
                  </a:lnTo>
                  <a:lnTo>
                    <a:pt x="5790801" y="50999"/>
                  </a:lnTo>
                  <a:lnTo>
                    <a:pt x="5786561" y="50999"/>
                  </a:lnTo>
                  <a:lnTo>
                    <a:pt x="5786561" y="50999"/>
                  </a:lnTo>
                  <a:lnTo>
                    <a:pt x="5782322" y="50999"/>
                  </a:lnTo>
                  <a:lnTo>
                    <a:pt x="5782322" y="50999"/>
                  </a:lnTo>
                  <a:lnTo>
                    <a:pt x="5778083" y="50999"/>
                  </a:lnTo>
                  <a:lnTo>
                    <a:pt x="5778083" y="50999"/>
                  </a:lnTo>
                  <a:lnTo>
                    <a:pt x="5773844" y="50999"/>
                  </a:lnTo>
                  <a:lnTo>
                    <a:pt x="5773844" y="50999"/>
                  </a:lnTo>
                  <a:lnTo>
                    <a:pt x="5769604" y="50999"/>
                  </a:lnTo>
                  <a:lnTo>
                    <a:pt x="5769604" y="50999"/>
                  </a:lnTo>
                  <a:lnTo>
                    <a:pt x="5765365" y="50999"/>
                  </a:lnTo>
                  <a:lnTo>
                    <a:pt x="5765365" y="50999"/>
                  </a:lnTo>
                  <a:lnTo>
                    <a:pt x="5761126" y="50999"/>
                  </a:lnTo>
                  <a:lnTo>
                    <a:pt x="5761126" y="50999"/>
                  </a:lnTo>
                  <a:lnTo>
                    <a:pt x="5756887" y="50999"/>
                  </a:lnTo>
                  <a:lnTo>
                    <a:pt x="5756887" y="50999"/>
                  </a:lnTo>
                  <a:lnTo>
                    <a:pt x="5752648" y="50999"/>
                  </a:lnTo>
                  <a:lnTo>
                    <a:pt x="5752648" y="50999"/>
                  </a:lnTo>
                  <a:lnTo>
                    <a:pt x="5748408" y="50999"/>
                  </a:lnTo>
                  <a:lnTo>
                    <a:pt x="5748408" y="50999"/>
                  </a:lnTo>
                  <a:lnTo>
                    <a:pt x="5744169" y="50999"/>
                  </a:lnTo>
                  <a:lnTo>
                    <a:pt x="5744169" y="51620"/>
                  </a:lnTo>
                  <a:lnTo>
                    <a:pt x="5739930" y="51620"/>
                  </a:lnTo>
                  <a:lnTo>
                    <a:pt x="5739930" y="52241"/>
                  </a:lnTo>
                  <a:lnTo>
                    <a:pt x="5735691" y="52241"/>
                  </a:lnTo>
                  <a:lnTo>
                    <a:pt x="5735691" y="52861"/>
                  </a:lnTo>
                  <a:lnTo>
                    <a:pt x="5731451" y="52861"/>
                  </a:lnTo>
                  <a:lnTo>
                    <a:pt x="5731451" y="52861"/>
                  </a:lnTo>
                  <a:lnTo>
                    <a:pt x="5727212" y="52861"/>
                  </a:lnTo>
                  <a:lnTo>
                    <a:pt x="5727212" y="52861"/>
                  </a:lnTo>
                  <a:lnTo>
                    <a:pt x="5722973" y="52861"/>
                  </a:lnTo>
                  <a:lnTo>
                    <a:pt x="5722973" y="53481"/>
                  </a:lnTo>
                  <a:lnTo>
                    <a:pt x="5718734" y="53481"/>
                  </a:lnTo>
                  <a:lnTo>
                    <a:pt x="5718734" y="53481"/>
                  </a:lnTo>
                  <a:lnTo>
                    <a:pt x="5714494" y="53481"/>
                  </a:lnTo>
                  <a:lnTo>
                    <a:pt x="5714494" y="53481"/>
                  </a:lnTo>
                  <a:lnTo>
                    <a:pt x="5710255" y="53481"/>
                  </a:lnTo>
                  <a:lnTo>
                    <a:pt x="5710255" y="53481"/>
                  </a:lnTo>
                  <a:lnTo>
                    <a:pt x="5706016" y="53481"/>
                  </a:lnTo>
                  <a:lnTo>
                    <a:pt x="5706016" y="54099"/>
                  </a:lnTo>
                  <a:lnTo>
                    <a:pt x="5701777" y="54099"/>
                  </a:lnTo>
                  <a:lnTo>
                    <a:pt x="5701777" y="54099"/>
                  </a:lnTo>
                  <a:lnTo>
                    <a:pt x="5697537" y="54099"/>
                  </a:lnTo>
                  <a:lnTo>
                    <a:pt x="5697537" y="54099"/>
                  </a:lnTo>
                  <a:lnTo>
                    <a:pt x="5693298" y="54099"/>
                  </a:lnTo>
                  <a:lnTo>
                    <a:pt x="5693298" y="54099"/>
                  </a:lnTo>
                  <a:lnTo>
                    <a:pt x="5689059" y="54099"/>
                  </a:lnTo>
                  <a:lnTo>
                    <a:pt x="5689059" y="54099"/>
                  </a:lnTo>
                  <a:lnTo>
                    <a:pt x="5684820" y="54099"/>
                  </a:lnTo>
                  <a:lnTo>
                    <a:pt x="5684820" y="54099"/>
                  </a:lnTo>
                  <a:lnTo>
                    <a:pt x="5680580" y="54099"/>
                  </a:lnTo>
                  <a:lnTo>
                    <a:pt x="5680580" y="54099"/>
                  </a:lnTo>
                  <a:lnTo>
                    <a:pt x="5676341" y="54099"/>
                  </a:lnTo>
                  <a:lnTo>
                    <a:pt x="5676341" y="54712"/>
                  </a:lnTo>
                  <a:lnTo>
                    <a:pt x="5672102" y="54712"/>
                  </a:lnTo>
                  <a:lnTo>
                    <a:pt x="5672102" y="54712"/>
                  </a:lnTo>
                  <a:lnTo>
                    <a:pt x="5667863" y="54712"/>
                  </a:lnTo>
                  <a:lnTo>
                    <a:pt x="5667863" y="54712"/>
                  </a:lnTo>
                  <a:lnTo>
                    <a:pt x="5663624" y="54712"/>
                  </a:lnTo>
                  <a:lnTo>
                    <a:pt x="5663624" y="54712"/>
                  </a:lnTo>
                  <a:lnTo>
                    <a:pt x="5659384" y="54712"/>
                  </a:lnTo>
                  <a:lnTo>
                    <a:pt x="5659384" y="54712"/>
                  </a:lnTo>
                  <a:lnTo>
                    <a:pt x="5655145" y="54712"/>
                  </a:lnTo>
                  <a:lnTo>
                    <a:pt x="5655145" y="54712"/>
                  </a:lnTo>
                  <a:lnTo>
                    <a:pt x="5650906" y="54712"/>
                  </a:lnTo>
                  <a:lnTo>
                    <a:pt x="5650906" y="54712"/>
                  </a:lnTo>
                  <a:lnTo>
                    <a:pt x="5646667" y="54712"/>
                  </a:lnTo>
                  <a:lnTo>
                    <a:pt x="5646667" y="54712"/>
                  </a:lnTo>
                  <a:lnTo>
                    <a:pt x="5642427" y="54712"/>
                  </a:lnTo>
                  <a:lnTo>
                    <a:pt x="5642427" y="54712"/>
                  </a:lnTo>
                  <a:lnTo>
                    <a:pt x="5638188" y="54712"/>
                  </a:lnTo>
                  <a:lnTo>
                    <a:pt x="5638188" y="54712"/>
                  </a:lnTo>
                  <a:lnTo>
                    <a:pt x="5633949" y="54712"/>
                  </a:lnTo>
                  <a:lnTo>
                    <a:pt x="5633949" y="54712"/>
                  </a:lnTo>
                  <a:lnTo>
                    <a:pt x="5629710" y="54712"/>
                  </a:lnTo>
                  <a:lnTo>
                    <a:pt x="5629710" y="54712"/>
                  </a:lnTo>
                  <a:lnTo>
                    <a:pt x="5625470" y="54712"/>
                  </a:lnTo>
                  <a:lnTo>
                    <a:pt x="5625470" y="54712"/>
                  </a:lnTo>
                  <a:lnTo>
                    <a:pt x="5616992" y="54712"/>
                  </a:lnTo>
                  <a:lnTo>
                    <a:pt x="5616992" y="55318"/>
                  </a:lnTo>
                  <a:lnTo>
                    <a:pt x="5612753" y="55318"/>
                  </a:lnTo>
                  <a:lnTo>
                    <a:pt x="5612753" y="55318"/>
                  </a:lnTo>
                  <a:lnTo>
                    <a:pt x="5608513" y="55318"/>
                  </a:lnTo>
                  <a:lnTo>
                    <a:pt x="5608513" y="55318"/>
                  </a:lnTo>
                  <a:lnTo>
                    <a:pt x="5604274" y="55318"/>
                  </a:lnTo>
                  <a:lnTo>
                    <a:pt x="5604274" y="55318"/>
                  </a:lnTo>
                  <a:lnTo>
                    <a:pt x="5600035" y="55318"/>
                  </a:lnTo>
                  <a:lnTo>
                    <a:pt x="5600035" y="55318"/>
                  </a:lnTo>
                  <a:lnTo>
                    <a:pt x="5595796" y="55318"/>
                  </a:lnTo>
                  <a:lnTo>
                    <a:pt x="5595796" y="55921"/>
                  </a:lnTo>
                  <a:lnTo>
                    <a:pt x="5591556" y="55921"/>
                  </a:lnTo>
                  <a:lnTo>
                    <a:pt x="5591556" y="56524"/>
                  </a:lnTo>
                  <a:lnTo>
                    <a:pt x="5587317" y="56524"/>
                  </a:lnTo>
                  <a:lnTo>
                    <a:pt x="5587317" y="56524"/>
                  </a:lnTo>
                  <a:lnTo>
                    <a:pt x="5583078" y="56524"/>
                  </a:lnTo>
                  <a:lnTo>
                    <a:pt x="5583078" y="56524"/>
                  </a:lnTo>
                  <a:lnTo>
                    <a:pt x="5578839" y="56524"/>
                  </a:lnTo>
                  <a:lnTo>
                    <a:pt x="5578839" y="56524"/>
                  </a:lnTo>
                  <a:lnTo>
                    <a:pt x="5574599" y="56524"/>
                  </a:lnTo>
                  <a:lnTo>
                    <a:pt x="5574599" y="56524"/>
                  </a:lnTo>
                  <a:lnTo>
                    <a:pt x="5570360" y="56524"/>
                  </a:lnTo>
                  <a:lnTo>
                    <a:pt x="5570360" y="56524"/>
                  </a:lnTo>
                  <a:lnTo>
                    <a:pt x="5566121" y="56524"/>
                  </a:lnTo>
                  <a:lnTo>
                    <a:pt x="5566121" y="56524"/>
                  </a:lnTo>
                  <a:lnTo>
                    <a:pt x="5561882" y="56524"/>
                  </a:lnTo>
                  <a:lnTo>
                    <a:pt x="5561882" y="56524"/>
                  </a:lnTo>
                  <a:lnTo>
                    <a:pt x="5557643" y="56524"/>
                  </a:lnTo>
                  <a:lnTo>
                    <a:pt x="5557643" y="57123"/>
                  </a:lnTo>
                  <a:lnTo>
                    <a:pt x="5553403" y="57123"/>
                  </a:lnTo>
                  <a:lnTo>
                    <a:pt x="5553403" y="57123"/>
                  </a:lnTo>
                  <a:lnTo>
                    <a:pt x="5549164" y="57123"/>
                  </a:lnTo>
                  <a:lnTo>
                    <a:pt x="5549164" y="57123"/>
                  </a:lnTo>
                  <a:lnTo>
                    <a:pt x="5544925" y="57123"/>
                  </a:lnTo>
                  <a:lnTo>
                    <a:pt x="5544925" y="57123"/>
                  </a:lnTo>
                  <a:lnTo>
                    <a:pt x="5540686" y="57123"/>
                  </a:lnTo>
                  <a:lnTo>
                    <a:pt x="5540686" y="57123"/>
                  </a:lnTo>
                  <a:lnTo>
                    <a:pt x="5536446" y="57123"/>
                  </a:lnTo>
                  <a:lnTo>
                    <a:pt x="5536446" y="57123"/>
                  </a:lnTo>
                  <a:lnTo>
                    <a:pt x="5532207" y="57123"/>
                  </a:lnTo>
                  <a:lnTo>
                    <a:pt x="5532207" y="57123"/>
                  </a:lnTo>
                  <a:lnTo>
                    <a:pt x="5527968" y="57123"/>
                  </a:lnTo>
                  <a:lnTo>
                    <a:pt x="5527968" y="57123"/>
                  </a:lnTo>
                  <a:lnTo>
                    <a:pt x="5523729" y="57123"/>
                  </a:lnTo>
                  <a:lnTo>
                    <a:pt x="5523729" y="57123"/>
                  </a:lnTo>
                  <a:lnTo>
                    <a:pt x="5519489" y="57123"/>
                  </a:lnTo>
                  <a:lnTo>
                    <a:pt x="5519489" y="57123"/>
                  </a:lnTo>
                  <a:lnTo>
                    <a:pt x="5515250" y="57123"/>
                  </a:lnTo>
                  <a:lnTo>
                    <a:pt x="5515250" y="57719"/>
                  </a:lnTo>
                  <a:lnTo>
                    <a:pt x="5511011" y="57719"/>
                  </a:lnTo>
                  <a:lnTo>
                    <a:pt x="5511011" y="57719"/>
                  </a:lnTo>
                  <a:lnTo>
                    <a:pt x="5506772" y="57719"/>
                  </a:lnTo>
                  <a:lnTo>
                    <a:pt x="5506772" y="57719"/>
                  </a:lnTo>
                  <a:lnTo>
                    <a:pt x="5502532" y="57719"/>
                  </a:lnTo>
                  <a:lnTo>
                    <a:pt x="5502532" y="57719"/>
                  </a:lnTo>
                  <a:lnTo>
                    <a:pt x="5494054" y="57719"/>
                  </a:lnTo>
                  <a:lnTo>
                    <a:pt x="5494054" y="57719"/>
                  </a:lnTo>
                  <a:lnTo>
                    <a:pt x="5489815" y="57719"/>
                  </a:lnTo>
                  <a:lnTo>
                    <a:pt x="5489815" y="57719"/>
                  </a:lnTo>
                  <a:lnTo>
                    <a:pt x="5485575" y="57719"/>
                  </a:lnTo>
                  <a:lnTo>
                    <a:pt x="5485575" y="57719"/>
                  </a:lnTo>
                  <a:lnTo>
                    <a:pt x="5481336" y="57719"/>
                  </a:lnTo>
                  <a:lnTo>
                    <a:pt x="5481336" y="58312"/>
                  </a:lnTo>
                  <a:lnTo>
                    <a:pt x="5477097" y="58312"/>
                  </a:lnTo>
                  <a:lnTo>
                    <a:pt x="5477097" y="58312"/>
                  </a:lnTo>
                  <a:lnTo>
                    <a:pt x="5472858" y="58312"/>
                  </a:lnTo>
                  <a:lnTo>
                    <a:pt x="5472858" y="58312"/>
                  </a:lnTo>
                  <a:lnTo>
                    <a:pt x="5468618" y="58312"/>
                  </a:lnTo>
                  <a:lnTo>
                    <a:pt x="5468618" y="58904"/>
                  </a:lnTo>
                  <a:lnTo>
                    <a:pt x="5464379" y="58904"/>
                  </a:lnTo>
                  <a:lnTo>
                    <a:pt x="5464379" y="58904"/>
                  </a:lnTo>
                  <a:lnTo>
                    <a:pt x="5460140" y="58904"/>
                  </a:lnTo>
                  <a:lnTo>
                    <a:pt x="5460140" y="58904"/>
                  </a:lnTo>
                  <a:lnTo>
                    <a:pt x="5455901" y="58904"/>
                  </a:lnTo>
                  <a:lnTo>
                    <a:pt x="5455901" y="58904"/>
                  </a:lnTo>
                  <a:lnTo>
                    <a:pt x="5451662" y="58904"/>
                  </a:lnTo>
                  <a:lnTo>
                    <a:pt x="5451662" y="58904"/>
                  </a:lnTo>
                  <a:lnTo>
                    <a:pt x="5447422" y="58904"/>
                  </a:lnTo>
                  <a:lnTo>
                    <a:pt x="5447422" y="58904"/>
                  </a:lnTo>
                  <a:lnTo>
                    <a:pt x="5443183" y="58904"/>
                  </a:lnTo>
                  <a:lnTo>
                    <a:pt x="5443183" y="58904"/>
                  </a:lnTo>
                  <a:lnTo>
                    <a:pt x="5438944" y="58904"/>
                  </a:lnTo>
                  <a:lnTo>
                    <a:pt x="5438944" y="58904"/>
                  </a:lnTo>
                  <a:lnTo>
                    <a:pt x="5434705" y="58904"/>
                  </a:lnTo>
                  <a:lnTo>
                    <a:pt x="5434705" y="58904"/>
                  </a:lnTo>
                  <a:lnTo>
                    <a:pt x="5430465" y="58904"/>
                  </a:lnTo>
                  <a:lnTo>
                    <a:pt x="5430465" y="58904"/>
                  </a:lnTo>
                  <a:lnTo>
                    <a:pt x="5426226" y="58904"/>
                  </a:lnTo>
                  <a:lnTo>
                    <a:pt x="5426226" y="58904"/>
                  </a:lnTo>
                  <a:lnTo>
                    <a:pt x="5421987" y="58904"/>
                  </a:lnTo>
                  <a:lnTo>
                    <a:pt x="5421987" y="59492"/>
                  </a:lnTo>
                  <a:lnTo>
                    <a:pt x="5417748" y="59492"/>
                  </a:lnTo>
                  <a:lnTo>
                    <a:pt x="5417748" y="60079"/>
                  </a:lnTo>
                  <a:lnTo>
                    <a:pt x="5413508" y="60079"/>
                  </a:lnTo>
                  <a:lnTo>
                    <a:pt x="5413508" y="60079"/>
                  </a:lnTo>
                  <a:lnTo>
                    <a:pt x="5409269" y="60079"/>
                  </a:lnTo>
                  <a:lnTo>
                    <a:pt x="5409269" y="60079"/>
                  </a:lnTo>
                  <a:lnTo>
                    <a:pt x="5405030" y="60079"/>
                  </a:lnTo>
                  <a:lnTo>
                    <a:pt x="5405030" y="60079"/>
                  </a:lnTo>
                  <a:lnTo>
                    <a:pt x="5400791" y="60079"/>
                  </a:lnTo>
                  <a:lnTo>
                    <a:pt x="5400791" y="60079"/>
                  </a:lnTo>
                  <a:lnTo>
                    <a:pt x="5396551" y="60079"/>
                  </a:lnTo>
                  <a:lnTo>
                    <a:pt x="5396551" y="60079"/>
                  </a:lnTo>
                  <a:lnTo>
                    <a:pt x="5392312" y="60079"/>
                  </a:lnTo>
                  <a:lnTo>
                    <a:pt x="5392312" y="60079"/>
                  </a:lnTo>
                  <a:lnTo>
                    <a:pt x="5388073" y="60079"/>
                  </a:lnTo>
                  <a:lnTo>
                    <a:pt x="5388073" y="60079"/>
                  </a:lnTo>
                  <a:lnTo>
                    <a:pt x="5383834" y="60079"/>
                  </a:lnTo>
                  <a:lnTo>
                    <a:pt x="5383834" y="60664"/>
                  </a:lnTo>
                  <a:lnTo>
                    <a:pt x="5379594" y="60664"/>
                  </a:lnTo>
                  <a:lnTo>
                    <a:pt x="5379594" y="60664"/>
                  </a:lnTo>
                  <a:lnTo>
                    <a:pt x="5375355" y="60664"/>
                  </a:lnTo>
                  <a:lnTo>
                    <a:pt x="5375355" y="60664"/>
                  </a:lnTo>
                  <a:lnTo>
                    <a:pt x="5371116" y="60664"/>
                  </a:lnTo>
                  <a:lnTo>
                    <a:pt x="5371116" y="60664"/>
                  </a:lnTo>
                  <a:lnTo>
                    <a:pt x="5366877" y="60664"/>
                  </a:lnTo>
                  <a:lnTo>
                    <a:pt x="5366877" y="61248"/>
                  </a:lnTo>
                  <a:lnTo>
                    <a:pt x="5362637" y="61248"/>
                  </a:lnTo>
                  <a:lnTo>
                    <a:pt x="5362637" y="61248"/>
                  </a:lnTo>
                  <a:lnTo>
                    <a:pt x="5358398" y="61248"/>
                  </a:lnTo>
                  <a:lnTo>
                    <a:pt x="5358398" y="61248"/>
                  </a:lnTo>
                  <a:lnTo>
                    <a:pt x="5354159" y="61248"/>
                  </a:lnTo>
                  <a:lnTo>
                    <a:pt x="5354159" y="61248"/>
                  </a:lnTo>
                  <a:lnTo>
                    <a:pt x="5349920" y="61248"/>
                  </a:lnTo>
                  <a:lnTo>
                    <a:pt x="5349920" y="61248"/>
                  </a:lnTo>
                  <a:lnTo>
                    <a:pt x="5345681" y="61248"/>
                  </a:lnTo>
                  <a:lnTo>
                    <a:pt x="5345681" y="61248"/>
                  </a:lnTo>
                  <a:lnTo>
                    <a:pt x="5341441" y="61248"/>
                  </a:lnTo>
                  <a:lnTo>
                    <a:pt x="5341441" y="61248"/>
                  </a:lnTo>
                  <a:lnTo>
                    <a:pt x="5337202" y="61248"/>
                  </a:lnTo>
                  <a:lnTo>
                    <a:pt x="5337202" y="61828"/>
                  </a:lnTo>
                  <a:lnTo>
                    <a:pt x="5332963" y="61828"/>
                  </a:lnTo>
                  <a:lnTo>
                    <a:pt x="5332963" y="61828"/>
                  </a:lnTo>
                  <a:lnTo>
                    <a:pt x="5328724" y="61828"/>
                  </a:lnTo>
                  <a:lnTo>
                    <a:pt x="5328724" y="62408"/>
                  </a:lnTo>
                  <a:lnTo>
                    <a:pt x="5324484" y="62408"/>
                  </a:lnTo>
                  <a:lnTo>
                    <a:pt x="5324484" y="62987"/>
                  </a:lnTo>
                  <a:lnTo>
                    <a:pt x="5320245" y="62987"/>
                  </a:lnTo>
                  <a:lnTo>
                    <a:pt x="5320245" y="63565"/>
                  </a:lnTo>
                  <a:lnTo>
                    <a:pt x="5316006" y="63565"/>
                  </a:lnTo>
                  <a:lnTo>
                    <a:pt x="5316006" y="63565"/>
                  </a:lnTo>
                  <a:lnTo>
                    <a:pt x="5311767" y="63565"/>
                  </a:lnTo>
                  <a:lnTo>
                    <a:pt x="5311767" y="63565"/>
                  </a:lnTo>
                  <a:lnTo>
                    <a:pt x="5307527" y="63565"/>
                  </a:lnTo>
                  <a:lnTo>
                    <a:pt x="5307527" y="63565"/>
                  </a:lnTo>
                  <a:lnTo>
                    <a:pt x="5303288" y="63565"/>
                  </a:lnTo>
                  <a:lnTo>
                    <a:pt x="5303288" y="63565"/>
                  </a:lnTo>
                  <a:lnTo>
                    <a:pt x="5299049" y="63565"/>
                  </a:lnTo>
                  <a:lnTo>
                    <a:pt x="5299049" y="63565"/>
                  </a:lnTo>
                  <a:lnTo>
                    <a:pt x="5294810" y="63565"/>
                  </a:lnTo>
                  <a:lnTo>
                    <a:pt x="5294810" y="63565"/>
                  </a:lnTo>
                  <a:lnTo>
                    <a:pt x="5290570" y="63565"/>
                  </a:lnTo>
                  <a:lnTo>
                    <a:pt x="5290570" y="63565"/>
                  </a:lnTo>
                  <a:lnTo>
                    <a:pt x="5282092" y="63565"/>
                  </a:lnTo>
                  <a:lnTo>
                    <a:pt x="5282092" y="63565"/>
                  </a:lnTo>
                  <a:lnTo>
                    <a:pt x="5277853" y="63565"/>
                  </a:lnTo>
                  <a:lnTo>
                    <a:pt x="5277853" y="63565"/>
                  </a:lnTo>
                  <a:lnTo>
                    <a:pt x="5273613" y="63565"/>
                  </a:lnTo>
                  <a:lnTo>
                    <a:pt x="5273613" y="63565"/>
                  </a:lnTo>
                  <a:lnTo>
                    <a:pt x="5269374" y="63565"/>
                  </a:lnTo>
                  <a:lnTo>
                    <a:pt x="5269374" y="63565"/>
                  </a:lnTo>
                  <a:lnTo>
                    <a:pt x="5265135" y="63565"/>
                  </a:lnTo>
                  <a:lnTo>
                    <a:pt x="5265135" y="63565"/>
                  </a:lnTo>
                  <a:lnTo>
                    <a:pt x="5260896" y="63565"/>
                  </a:lnTo>
                  <a:lnTo>
                    <a:pt x="5260896" y="63565"/>
                  </a:lnTo>
                  <a:lnTo>
                    <a:pt x="5256657" y="63565"/>
                  </a:lnTo>
                  <a:lnTo>
                    <a:pt x="5256657" y="64138"/>
                  </a:lnTo>
                  <a:lnTo>
                    <a:pt x="5252417" y="64138"/>
                  </a:lnTo>
                  <a:lnTo>
                    <a:pt x="5252417" y="64138"/>
                  </a:lnTo>
                  <a:lnTo>
                    <a:pt x="5248178" y="64138"/>
                  </a:lnTo>
                  <a:lnTo>
                    <a:pt x="5248178" y="64138"/>
                  </a:lnTo>
                  <a:lnTo>
                    <a:pt x="5243939" y="64138"/>
                  </a:lnTo>
                  <a:lnTo>
                    <a:pt x="5243939" y="64138"/>
                  </a:lnTo>
                  <a:lnTo>
                    <a:pt x="5239700" y="64138"/>
                  </a:lnTo>
                  <a:lnTo>
                    <a:pt x="5239700" y="64138"/>
                  </a:lnTo>
                  <a:lnTo>
                    <a:pt x="5235460" y="64138"/>
                  </a:lnTo>
                  <a:lnTo>
                    <a:pt x="5235460" y="64138"/>
                  </a:lnTo>
                  <a:lnTo>
                    <a:pt x="5231221" y="64138"/>
                  </a:lnTo>
                  <a:lnTo>
                    <a:pt x="5231221" y="64138"/>
                  </a:lnTo>
                  <a:lnTo>
                    <a:pt x="5226982" y="64138"/>
                  </a:lnTo>
                  <a:lnTo>
                    <a:pt x="5226982" y="64138"/>
                  </a:lnTo>
                  <a:lnTo>
                    <a:pt x="5222743" y="64138"/>
                  </a:lnTo>
                  <a:lnTo>
                    <a:pt x="5222743" y="64138"/>
                  </a:lnTo>
                  <a:lnTo>
                    <a:pt x="5218503" y="64138"/>
                  </a:lnTo>
                  <a:lnTo>
                    <a:pt x="5218503" y="64707"/>
                  </a:lnTo>
                  <a:lnTo>
                    <a:pt x="5214264" y="64707"/>
                  </a:lnTo>
                  <a:lnTo>
                    <a:pt x="5214264" y="64707"/>
                  </a:lnTo>
                  <a:lnTo>
                    <a:pt x="5210025" y="64707"/>
                  </a:lnTo>
                  <a:lnTo>
                    <a:pt x="5210025" y="65274"/>
                  </a:lnTo>
                  <a:lnTo>
                    <a:pt x="5205786" y="65274"/>
                  </a:lnTo>
                  <a:lnTo>
                    <a:pt x="5205786" y="65274"/>
                  </a:lnTo>
                  <a:lnTo>
                    <a:pt x="5201546" y="65274"/>
                  </a:lnTo>
                  <a:lnTo>
                    <a:pt x="5201546" y="65274"/>
                  </a:lnTo>
                  <a:lnTo>
                    <a:pt x="5197307" y="65274"/>
                  </a:lnTo>
                  <a:lnTo>
                    <a:pt x="5197307" y="65274"/>
                  </a:lnTo>
                  <a:lnTo>
                    <a:pt x="5193068" y="65274"/>
                  </a:lnTo>
                  <a:lnTo>
                    <a:pt x="5193068" y="65274"/>
                  </a:lnTo>
                  <a:lnTo>
                    <a:pt x="5188829" y="65274"/>
                  </a:lnTo>
                  <a:lnTo>
                    <a:pt x="5188829" y="65274"/>
                  </a:lnTo>
                  <a:lnTo>
                    <a:pt x="5184589" y="65274"/>
                  </a:lnTo>
                  <a:lnTo>
                    <a:pt x="5184589" y="65274"/>
                  </a:lnTo>
                  <a:lnTo>
                    <a:pt x="5180350" y="65274"/>
                  </a:lnTo>
                  <a:lnTo>
                    <a:pt x="5180350" y="65274"/>
                  </a:lnTo>
                  <a:lnTo>
                    <a:pt x="5176111" y="65274"/>
                  </a:lnTo>
                  <a:lnTo>
                    <a:pt x="5176111" y="65274"/>
                  </a:lnTo>
                  <a:lnTo>
                    <a:pt x="5171872" y="65274"/>
                  </a:lnTo>
                  <a:lnTo>
                    <a:pt x="5171872" y="65274"/>
                  </a:lnTo>
                  <a:lnTo>
                    <a:pt x="5167632" y="65274"/>
                  </a:lnTo>
                  <a:lnTo>
                    <a:pt x="5167632" y="65274"/>
                  </a:lnTo>
                  <a:lnTo>
                    <a:pt x="5163393" y="65274"/>
                  </a:lnTo>
                  <a:lnTo>
                    <a:pt x="5163393" y="65836"/>
                  </a:lnTo>
                  <a:lnTo>
                    <a:pt x="5159154" y="65836"/>
                  </a:lnTo>
                  <a:lnTo>
                    <a:pt x="5159154" y="65836"/>
                  </a:lnTo>
                  <a:lnTo>
                    <a:pt x="5154915" y="65836"/>
                  </a:lnTo>
                  <a:lnTo>
                    <a:pt x="5154915" y="65836"/>
                  </a:lnTo>
                  <a:lnTo>
                    <a:pt x="5150676" y="65836"/>
                  </a:lnTo>
                  <a:lnTo>
                    <a:pt x="5150676" y="65836"/>
                  </a:lnTo>
                  <a:lnTo>
                    <a:pt x="5146436" y="65836"/>
                  </a:lnTo>
                  <a:lnTo>
                    <a:pt x="5146436" y="66397"/>
                  </a:lnTo>
                  <a:lnTo>
                    <a:pt x="5142197" y="66397"/>
                  </a:lnTo>
                  <a:lnTo>
                    <a:pt x="5142197" y="66397"/>
                  </a:lnTo>
                  <a:lnTo>
                    <a:pt x="5137958" y="66397"/>
                  </a:lnTo>
                  <a:lnTo>
                    <a:pt x="5137958" y="66397"/>
                  </a:lnTo>
                  <a:lnTo>
                    <a:pt x="5133719" y="66397"/>
                  </a:lnTo>
                  <a:lnTo>
                    <a:pt x="5133719" y="66397"/>
                  </a:lnTo>
                  <a:lnTo>
                    <a:pt x="5129479" y="66397"/>
                  </a:lnTo>
                  <a:lnTo>
                    <a:pt x="5129479" y="66397"/>
                  </a:lnTo>
                  <a:lnTo>
                    <a:pt x="5125240" y="66397"/>
                  </a:lnTo>
                  <a:lnTo>
                    <a:pt x="5125240" y="66397"/>
                  </a:lnTo>
                  <a:lnTo>
                    <a:pt x="5121001" y="66397"/>
                  </a:lnTo>
                  <a:lnTo>
                    <a:pt x="5121001" y="66397"/>
                  </a:lnTo>
                  <a:lnTo>
                    <a:pt x="5116762" y="66397"/>
                  </a:lnTo>
                  <a:lnTo>
                    <a:pt x="5116762" y="66397"/>
                  </a:lnTo>
                  <a:lnTo>
                    <a:pt x="5112522" y="66397"/>
                  </a:lnTo>
                  <a:lnTo>
                    <a:pt x="5112522" y="66397"/>
                  </a:lnTo>
                  <a:lnTo>
                    <a:pt x="5108283" y="66397"/>
                  </a:lnTo>
                  <a:lnTo>
                    <a:pt x="5108283" y="66953"/>
                  </a:lnTo>
                  <a:lnTo>
                    <a:pt x="5104044" y="66953"/>
                  </a:lnTo>
                  <a:lnTo>
                    <a:pt x="5104044" y="66953"/>
                  </a:lnTo>
                  <a:lnTo>
                    <a:pt x="5099805" y="66953"/>
                  </a:lnTo>
                  <a:lnTo>
                    <a:pt x="5099805" y="66953"/>
                  </a:lnTo>
                  <a:lnTo>
                    <a:pt x="5095565" y="66953"/>
                  </a:lnTo>
                  <a:lnTo>
                    <a:pt x="5095565" y="66953"/>
                  </a:lnTo>
                  <a:lnTo>
                    <a:pt x="5091326" y="66953"/>
                  </a:lnTo>
                  <a:lnTo>
                    <a:pt x="5091326" y="66953"/>
                  </a:lnTo>
                  <a:lnTo>
                    <a:pt x="5082848" y="66953"/>
                  </a:lnTo>
                  <a:lnTo>
                    <a:pt x="5082848" y="66953"/>
                  </a:lnTo>
                  <a:lnTo>
                    <a:pt x="5074369" y="66953"/>
                  </a:lnTo>
                  <a:lnTo>
                    <a:pt x="5074369" y="66953"/>
                  </a:lnTo>
                  <a:lnTo>
                    <a:pt x="5070130" y="66953"/>
                  </a:lnTo>
                  <a:lnTo>
                    <a:pt x="5070130" y="66953"/>
                  </a:lnTo>
                  <a:lnTo>
                    <a:pt x="5065891" y="66953"/>
                  </a:lnTo>
                  <a:lnTo>
                    <a:pt x="5065891" y="66953"/>
                  </a:lnTo>
                  <a:lnTo>
                    <a:pt x="5061651" y="66953"/>
                  </a:lnTo>
                  <a:lnTo>
                    <a:pt x="5061651" y="66953"/>
                  </a:lnTo>
                  <a:lnTo>
                    <a:pt x="5057412" y="66953"/>
                  </a:lnTo>
                  <a:lnTo>
                    <a:pt x="5057412" y="66953"/>
                  </a:lnTo>
                  <a:lnTo>
                    <a:pt x="5053173" y="66953"/>
                  </a:lnTo>
                  <a:lnTo>
                    <a:pt x="5053173" y="66953"/>
                  </a:lnTo>
                  <a:lnTo>
                    <a:pt x="5048934" y="66953"/>
                  </a:lnTo>
                  <a:lnTo>
                    <a:pt x="5048934" y="66953"/>
                  </a:lnTo>
                  <a:lnTo>
                    <a:pt x="5044695" y="66953"/>
                  </a:lnTo>
                  <a:lnTo>
                    <a:pt x="5044695" y="66953"/>
                  </a:lnTo>
                  <a:lnTo>
                    <a:pt x="5040455" y="66953"/>
                  </a:lnTo>
                  <a:lnTo>
                    <a:pt x="5040455" y="66953"/>
                  </a:lnTo>
                  <a:lnTo>
                    <a:pt x="5036216" y="66953"/>
                  </a:lnTo>
                  <a:lnTo>
                    <a:pt x="5036216" y="67505"/>
                  </a:lnTo>
                  <a:lnTo>
                    <a:pt x="5031977" y="67505"/>
                  </a:lnTo>
                  <a:lnTo>
                    <a:pt x="5031977" y="67505"/>
                  </a:lnTo>
                  <a:lnTo>
                    <a:pt x="5027738" y="67505"/>
                  </a:lnTo>
                  <a:lnTo>
                    <a:pt x="5027738" y="67505"/>
                  </a:lnTo>
                  <a:lnTo>
                    <a:pt x="5023498" y="67505"/>
                  </a:lnTo>
                  <a:lnTo>
                    <a:pt x="5023498" y="67505"/>
                  </a:lnTo>
                  <a:lnTo>
                    <a:pt x="5019259" y="67505"/>
                  </a:lnTo>
                  <a:lnTo>
                    <a:pt x="5019259" y="67505"/>
                  </a:lnTo>
                  <a:lnTo>
                    <a:pt x="5015020" y="67505"/>
                  </a:lnTo>
                  <a:lnTo>
                    <a:pt x="5015020" y="68055"/>
                  </a:lnTo>
                  <a:lnTo>
                    <a:pt x="5010781" y="68055"/>
                  </a:lnTo>
                  <a:lnTo>
                    <a:pt x="5010781" y="68055"/>
                  </a:lnTo>
                  <a:lnTo>
                    <a:pt x="5006541" y="68055"/>
                  </a:lnTo>
                  <a:lnTo>
                    <a:pt x="5006541" y="68055"/>
                  </a:lnTo>
                  <a:lnTo>
                    <a:pt x="5002302" y="68055"/>
                  </a:lnTo>
                  <a:lnTo>
                    <a:pt x="5002302" y="68055"/>
                  </a:lnTo>
                  <a:lnTo>
                    <a:pt x="4998063" y="68055"/>
                  </a:lnTo>
                  <a:lnTo>
                    <a:pt x="4998063" y="68603"/>
                  </a:lnTo>
                  <a:lnTo>
                    <a:pt x="4993824" y="68603"/>
                  </a:lnTo>
                  <a:lnTo>
                    <a:pt x="4993824" y="68603"/>
                  </a:lnTo>
                  <a:lnTo>
                    <a:pt x="4989584" y="68603"/>
                  </a:lnTo>
                  <a:lnTo>
                    <a:pt x="4989584" y="69151"/>
                  </a:lnTo>
                  <a:lnTo>
                    <a:pt x="4985345" y="69151"/>
                  </a:lnTo>
                  <a:lnTo>
                    <a:pt x="4985345" y="69151"/>
                  </a:lnTo>
                  <a:lnTo>
                    <a:pt x="4981106" y="69151"/>
                  </a:lnTo>
                  <a:lnTo>
                    <a:pt x="4981106" y="69151"/>
                  </a:lnTo>
                  <a:lnTo>
                    <a:pt x="4976867" y="69151"/>
                  </a:lnTo>
                  <a:lnTo>
                    <a:pt x="4976867" y="69151"/>
                  </a:lnTo>
                  <a:lnTo>
                    <a:pt x="4972627" y="69151"/>
                  </a:lnTo>
                  <a:lnTo>
                    <a:pt x="4972627" y="69151"/>
                  </a:lnTo>
                  <a:lnTo>
                    <a:pt x="4968388" y="69151"/>
                  </a:lnTo>
                  <a:lnTo>
                    <a:pt x="4968388" y="69151"/>
                  </a:lnTo>
                  <a:lnTo>
                    <a:pt x="4964149" y="69151"/>
                  </a:lnTo>
                  <a:lnTo>
                    <a:pt x="4964149" y="69698"/>
                  </a:lnTo>
                  <a:lnTo>
                    <a:pt x="4959910" y="69698"/>
                  </a:lnTo>
                  <a:lnTo>
                    <a:pt x="4959910" y="69698"/>
                  </a:lnTo>
                  <a:lnTo>
                    <a:pt x="4955671" y="69698"/>
                  </a:lnTo>
                  <a:lnTo>
                    <a:pt x="4955671" y="69698"/>
                  </a:lnTo>
                  <a:lnTo>
                    <a:pt x="4951431" y="69698"/>
                  </a:lnTo>
                  <a:lnTo>
                    <a:pt x="4951431" y="69698"/>
                  </a:lnTo>
                  <a:lnTo>
                    <a:pt x="4947192" y="69698"/>
                  </a:lnTo>
                  <a:lnTo>
                    <a:pt x="4947192" y="69698"/>
                  </a:lnTo>
                  <a:lnTo>
                    <a:pt x="4942953" y="69698"/>
                  </a:lnTo>
                  <a:lnTo>
                    <a:pt x="4942953" y="69698"/>
                  </a:lnTo>
                  <a:lnTo>
                    <a:pt x="4938714" y="69698"/>
                  </a:lnTo>
                  <a:lnTo>
                    <a:pt x="4938714" y="70242"/>
                  </a:lnTo>
                  <a:lnTo>
                    <a:pt x="4930235" y="70242"/>
                  </a:lnTo>
                  <a:lnTo>
                    <a:pt x="4930235" y="70242"/>
                  </a:lnTo>
                  <a:lnTo>
                    <a:pt x="4925996" y="70242"/>
                  </a:lnTo>
                  <a:lnTo>
                    <a:pt x="4925996" y="70242"/>
                  </a:lnTo>
                  <a:lnTo>
                    <a:pt x="4921757" y="70242"/>
                  </a:lnTo>
                  <a:lnTo>
                    <a:pt x="4921757" y="70786"/>
                  </a:lnTo>
                  <a:lnTo>
                    <a:pt x="4917517" y="70786"/>
                  </a:lnTo>
                  <a:lnTo>
                    <a:pt x="4917517" y="71330"/>
                  </a:lnTo>
                  <a:lnTo>
                    <a:pt x="4913278" y="71330"/>
                  </a:lnTo>
                  <a:lnTo>
                    <a:pt x="4913278" y="71874"/>
                  </a:lnTo>
                  <a:lnTo>
                    <a:pt x="4909039" y="71874"/>
                  </a:lnTo>
                  <a:lnTo>
                    <a:pt x="4909039" y="72417"/>
                  </a:lnTo>
                  <a:lnTo>
                    <a:pt x="4904800" y="72417"/>
                  </a:lnTo>
                  <a:lnTo>
                    <a:pt x="4904800" y="72417"/>
                  </a:lnTo>
                  <a:lnTo>
                    <a:pt x="4900560" y="72417"/>
                  </a:lnTo>
                  <a:lnTo>
                    <a:pt x="4900560" y="72417"/>
                  </a:lnTo>
                  <a:lnTo>
                    <a:pt x="4896321" y="72417"/>
                  </a:lnTo>
                  <a:lnTo>
                    <a:pt x="4896321" y="72417"/>
                  </a:lnTo>
                  <a:lnTo>
                    <a:pt x="4892082" y="72417"/>
                  </a:lnTo>
                  <a:lnTo>
                    <a:pt x="4892082" y="72417"/>
                  </a:lnTo>
                  <a:lnTo>
                    <a:pt x="4887843" y="72417"/>
                  </a:lnTo>
                  <a:lnTo>
                    <a:pt x="4887843" y="72417"/>
                  </a:lnTo>
                  <a:lnTo>
                    <a:pt x="4883603" y="72417"/>
                  </a:lnTo>
                  <a:lnTo>
                    <a:pt x="4883603" y="72417"/>
                  </a:lnTo>
                  <a:lnTo>
                    <a:pt x="4879364" y="72417"/>
                  </a:lnTo>
                  <a:lnTo>
                    <a:pt x="4879364" y="72417"/>
                  </a:lnTo>
                  <a:lnTo>
                    <a:pt x="4875125" y="72417"/>
                  </a:lnTo>
                  <a:lnTo>
                    <a:pt x="4875125" y="72417"/>
                  </a:lnTo>
                  <a:lnTo>
                    <a:pt x="4870886" y="72417"/>
                  </a:lnTo>
                  <a:lnTo>
                    <a:pt x="4870886" y="72417"/>
                  </a:lnTo>
                  <a:lnTo>
                    <a:pt x="4866646" y="72417"/>
                  </a:lnTo>
                  <a:lnTo>
                    <a:pt x="4866646" y="72417"/>
                  </a:lnTo>
                  <a:lnTo>
                    <a:pt x="4858168" y="72417"/>
                  </a:lnTo>
                  <a:lnTo>
                    <a:pt x="4858168" y="72417"/>
                  </a:lnTo>
                  <a:lnTo>
                    <a:pt x="4853929" y="72417"/>
                  </a:lnTo>
                  <a:lnTo>
                    <a:pt x="4853929" y="72417"/>
                  </a:lnTo>
                  <a:lnTo>
                    <a:pt x="4849690" y="72417"/>
                  </a:lnTo>
                  <a:lnTo>
                    <a:pt x="4849690" y="72955"/>
                  </a:lnTo>
                  <a:lnTo>
                    <a:pt x="4845450" y="72955"/>
                  </a:lnTo>
                  <a:lnTo>
                    <a:pt x="4845450" y="72955"/>
                  </a:lnTo>
                  <a:lnTo>
                    <a:pt x="4841211" y="72955"/>
                  </a:lnTo>
                  <a:lnTo>
                    <a:pt x="4841211" y="72955"/>
                  </a:lnTo>
                  <a:lnTo>
                    <a:pt x="4836972" y="72955"/>
                  </a:lnTo>
                  <a:lnTo>
                    <a:pt x="4836972" y="72955"/>
                  </a:lnTo>
                  <a:lnTo>
                    <a:pt x="4832733" y="72955"/>
                  </a:lnTo>
                  <a:lnTo>
                    <a:pt x="4832733" y="72955"/>
                  </a:lnTo>
                  <a:lnTo>
                    <a:pt x="4828493" y="72955"/>
                  </a:lnTo>
                  <a:lnTo>
                    <a:pt x="4828493" y="72955"/>
                  </a:lnTo>
                  <a:lnTo>
                    <a:pt x="4824254" y="72955"/>
                  </a:lnTo>
                  <a:lnTo>
                    <a:pt x="4824254" y="74564"/>
                  </a:lnTo>
                  <a:lnTo>
                    <a:pt x="4820015" y="74564"/>
                  </a:lnTo>
                  <a:lnTo>
                    <a:pt x="4820015" y="74564"/>
                  </a:lnTo>
                  <a:lnTo>
                    <a:pt x="4815776" y="74564"/>
                  </a:lnTo>
                  <a:lnTo>
                    <a:pt x="4815776" y="74564"/>
                  </a:lnTo>
                  <a:lnTo>
                    <a:pt x="4811536" y="74564"/>
                  </a:lnTo>
                  <a:lnTo>
                    <a:pt x="4811536" y="74564"/>
                  </a:lnTo>
                  <a:lnTo>
                    <a:pt x="4807297" y="74564"/>
                  </a:lnTo>
                  <a:lnTo>
                    <a:pt x="4807297" y="75099"/>
                  </a:lnTo>
                  <a:lnTo>
                    <a:pt x="4803058" y="75099"/>
                  </a:lnTo>
                  <a:lnTo>
                    <a:pt x="4803058" y="75099"/>
                  </a:lnTo>
                  <a:lnTo>
                    <a:pt x="4798819" y="75099"/>
                  </a:lnTo>
                  <a:lnTo>
                    <a:pt x="4798819" y="75099"/>
                  </a:lnTo>
                  <a:lnTo>
                    <a:pt x="4794579" y="75099"/>
                  </a:lnTo>
                  <a:lnTo>
                    <a:pt x="4794579" y="75099"/>
                  </a:lnTo>
                  <a:lnTo>
                    <a:pt x="4790340" y="75099"/>
                  </a:lnTo>
                  <a:lnTo>
                    <a:pt x="4790340" y="75632"/>
                  </a:lnTo>
                  <a:lnTo>
                    <a:pt x="4786101" y="75632"/>
                  </a:lnTo>
                  <a:lnTo>
                    <a:pt x="4786101" y="75632"/>
                  </a:lnTo>
                  <a:lnTo>
                    <a:pt x="4781862" y="75632"/>
                  </a:lnTo>
                  <a:lnTo>
                    <a:pt x="4781862" y="75632"/>
                  </a:lnTo>
                  <a:lnTo>
                    <a:pt x="4777622" y="75632"/>
                  </a:lnTo>
                  <a:lnTo>
                    <a:pt x="4777622" y="75632"/>
                  </a:lnTo>
                  <a:lnTo>
                    <a:pt x="4773383" y="75632"/>
                  </a:lnTo>
                  <a:lnTo>
                    <a:pt x="4773383" y="75632"/>
                  </a:lnTo>
                  <a:lnTo>
                    <a:pt x="4769144" y="75632"/>
                  </a:lnTo>
                  <a:lnTo>
                    <a:pt x="4769144" y="75632"/>
                  </a:lnTo>
                  <a:lnTo>
                    <a:pt x="4764905" y="75632"/>
                  </a:lnTo>
                  <a:lnTo>
                    <a:pt x="4764905" y="75632"/>
                  </a:lnTo>
                  <a:lnTo>
                    <a:pt x="4760665" y="75632"/>
                  </a:lnTo>
                  <a:lnTo>
                    <a:pt x="4760665" y="75632"/>
                  </a:lnTo>
                  <a:lnTo>
                    <a:pt x="4756426" y="75632"/>
                  </a:lnTo>
                  <a:lnTo>
                    <a:pt x="4756426" y="76690"/>
                  </a:lnTo>
                  <a:lnTo>
                    <a:pt x="4752187" y="76690"/>
                  </a:lnTo>
                  <a:lnTo>
                    <a:pt x="4752187" y="76690"/>
                  </a:lnTo>
                  <a:lnTo>
                    <a:pt x="4747948" y="76690"/>
                  </a:lnTo>
                  <a:lnTo>
                    <a:pt x="4747948" y="76690"/>
                  </a:lnTo>
                  <a:lnTo>
                    <a:pt x="4743709" y="76690"/>
                  </a:lnTo>
                  <a:lnTo>
                    <a:pt x="4743709" y="76690"/>
                  </a:lnTo>
                  <a:lnTo>
                    <a:pt x="4739469" y="76690"/>
                  </a:lnTo>
                  <a:lnTo>
                    <a:pt x="4739469" y="76690"/>
                  </a:lnTo>
                  <a:lnTo>
                    <a:pt x="4735230" y="76690"/>
                  </a:lnTo>
                  <a:lnTo>
                    <a:pt x="4735230" y="77217"/>
                  </a:lnTo>
                  <a:lnTo>
                    <a:pt x="4730991" y="77217"/>
                  </a:lnTo>
                  <a:lnTo>
                    <a:pt x="4730991" y="77217"/>
                  </a:lnTo>
                  <a:lnTo>
                    <a:pt x="4726752" y="77217"/>
                  </a:lnTo>
                  <a:lnTo>
                    <a:pt x="4726752" y="77743"/>
                  </a:lnTo>
                  <a:lnTo>
                    <a:pt x="4722512" y="77743"/>
                  </a:lnTo>
                  <a:lnTo>
                    <a:pt x="4722512" y="77743"/>
                  </a:lnTo>
                  <a:lnTo>
                    <a:pt x="4718273" y="77743"/>
                  </a:lnTo>
                  <a:lnTo>
                    <a:pt x="4718273" y="78269"/>
                  </a:lnTo>
                  <a:lnTo>
                    <a:pt x="4714034" y="78269"/>
                  </a:lnTo>
                  <a:lnTo>
                    <a:pt x="4714034" y="78794"/>
                  </a:lnTo>
                  <a:lnTo>
                    <a:pt x="4709795" y="78794"/>
                  </a:lnTo>
                  <a:lnTo>
                    <a:pt x="4709795" y="79319"/>
                  </a:lnTo>
                  <a:lnTo>
                    <a:pt x="4705555" y="79319"/>
                  </a:lnTo>
                  <a:lnTo>
                    <a:pt x="4705555" y="79319"/>
                  </a:lnTo>
                  <a:lnTo>
                    <a:pt x="4701316" y="79319"/>
                  </a:lnTo>
                  <a:lnTo>
                    <a:pt x="4701316" y="79844"/>
                  </a:lnTo>
                  <a:lnTo>
                    <a:pt x="4697077" y="79844"/>
                  </a:lnTo>
                  <a:lnTo>
                    <a:pt x="4697077" y="79844"/>
                  </a:lnTo>
                  <a:lnTo>
                    <a:pt x="4692838" y="79844"/>
                  </a:lnTo>
                  <a:lnTo>
                    <a:pt x="4692838" y="80367"/>
                  </a:lnTo>
                  <a:lnTo>
                    <a:pt x="4688598" y="80367"/>
                  </a:lnTo>
                  <a:lnTo>
                    <a:pt x="4688598" y="80367"/>
                  </a:lnTo>
                  <a:lnTo>
                    <a:pt x="4684359" y="80367"/>
                  </a:lnTo>
                  <a:lnTo>
                    <a:pt x="4684359" y="80367"/>
                  </a:lnTo>
                  <a:lnTo>
                    <a:pt x="4680120" y="80367"/>
                  </a:lnTo>
                  <a:lnTo>
                    <a:pt x="4680120" y="80367"/>
                  </a:lnTo>
                  <a:lnTo>
                    <a:pt x="4675881" y="80367"/>
                  </a:lnTo>
                  <a:lnTo>
                    <a:pt x="4675881" y="80367"/>
                  </a:lnTo>
                  <a:lnTo>
                    <a:pt x="4671641" y="80367"/>
                  </a:lnTo>
                  <a:lnTo>
                    <a:pt x="4671641" y="80367"/>
                  </a:lnTo>
                  <a:lnTo>
                    <a:pt x="4667402" y="80367"/>
                  </a:lnTo>
                  <a:lnTo>
                    <a:pt x="4667402" y="80889"/>
                  </a:lnTo>
                  <a:lnTo>
                    <a:pt x="4663163" y="80889"/>
                  </a:lnTo>
                  <a:lnTo>
                    <a:pt x="4663163" y="81410"/>
                  </a:lnTo>
                  <a:lnTo>
                    <a:pt x="4658924" y="81410"/>
                  </a:lnTo>
                  <a:lnTo>
                    <a:pt x="4658924" y="81410"/>
                  </a:lnTo>
                  <a:lnTo>
                    <a:pt x="4654684" y="81410"/>
                  </a:lnTo>
                  <a:lnTo>
                    <a:pt x="4654684" y="81410"/>
                  </a:lnTo>
                  <a:lnTo>
                    <a:pt x="4650445" y="81410"/>
                  </a:lnTo>
                  <a:lnTo>
                    <a:pt x="4650445" y="81410"/>
                  </a:lnTo>
                  <a:lnTo>
                    <a:pt x="4646206" y="81410"/>
                  </a:lnTo>
                  <a:lnTo>
                    <a:pt x="4646206" y="81929"/>
                  </a:lnTo>
                  <a:lnTo>
                    <a:pt x="4641967" y="81929"/>
                  </a:lnTo>
                  <a:lnTo>
                    <a:pt x="4641967" y="82448"/>
                  </a:lnTo>
                  <a:lnTo>
                    <a:pt x="4637728" y="82448"/>
                  </a:lnTo>
                  <a:lnTo>
                    <a:pt x="4637728" y="82448"/>
                  </a:lnTo>
                  <a:lnTo>
                    <a:pt x="4633488" y="82448"/>
                  </a:lnTo>
                  <a:lnTo>
                    <a:pt x="4633488" y="82448"/>
                  </a:lnTo>
                  <a:lnTo>
                    <a:pt x="4629249" y="82448"/>
                  </a:lnTo>
                  <a:lnTo>
                    <a:pt x="4629249" y="82448"/>
                  </a:lnTo>
                  <a:lnTo>
                    <a:pt x="4625010" y="82448"/>
                  </a:lnTo>
                  <a:lnTo>
                    <a:pt x="4625010" y="82448"/>
                  </a:lnTo>
                  <a:lnTo>
                    <a:pt x="4620771" y="82448"/>
                  </a:lnTo>
                  <a:lnTo>
                    <a:pt x="4620771" y="82448"/>
                  </a:lnTo>
                  <a:lnTo>
                    <a:pt x="4616531" y="82448"/>
                  </a:lnTo>
                  <a:lnTo>
                    <a:pt x="4616531" y="82448"/>
                  </a:lnTo>
                  <a:lnTo>
                    <a:pt x="4612292" y="82448"/>
                  </a:lnTo>
                  <a:lnTo>
                    <a:pt x="4612292" y="82964"/>
                  </a:lnTo>
                  <a:lnTo>
                    <a:pt x="4608053" y="82964"/>
                  </a:lnTo>
                  <a:lnTo>
                    <a:pt x="4608053" y="82964"/>
                  </a:lnTo>
                  <a:lnTo>
                    <a:pt x="4603814" y="82964"/>
                  </a:lnTo>
                  <a:lnTo>
                    <a:pt x="4603814" y="82964"/>
                  </a:lnTo>
                  <a:lnTo>
                    <a:pt x="4599574" y="82964"/>
                  </a:lnTo>
                  <a:lnTo>
                    <a:pt x="4599574" y="82964"/>
                  </a:lnTo>
                  <a:lnTo>
                    <a:pt x="4595335" y="82964"/>
                  </a:lnTo>
                  <a:lnTo>
                    <a:pt x="4595335" y="82964"/>
                  </a:lnTo>
                  <a:lnTo>
                    <a:pt x="4591096" y="82964"/>
                  </a:lnTo>
                  <a:lnTo>
                    <a:pt x="4591096" y="82964"/>
                  </a:lnTo>
                  <a:lnTo>
                    <a:pt x="4586857" y="82964"/>
                  </a:lnTo>
                  <a:lnTo>
                    <a:pt x="4586857" y="82964"/>
                  </a:lnTo>
                  <a:lnTo>
                    <a:pt x="4582617" y="82964"/>
                  </a:lnTo>
                  <a:lnTo>
                    <a:pt x="4582617" y="82964"/>
                  </a:lnTo>
                  <a:lnTo>
                    <a:pt x="4578378" y="82964"/>
                  </a:lnTo>
                  <a:lnTo>
                    <a:pt x="4578378" y="83477"/>
                  </a:lnTo>
                  <a:lnTo>
                    <a:pt x="4574139" y="83477"/>
                  </a:lnTo>
                  <a:lnTo>
                    <a:pt x="4574139" y="83477"/>
                  </a:lnTo>
                  <a:lnTo>
                    <a:pt x="4569900" y="83477"/>
                  </a:lnTo>
                  <a:lnTo>
                    <a:pt x="4569900" y="83477"/>
                  </a:lnTo>
                  <a:lnTo>
                    <a:pt x="4565660" y="83477"/>
                  </a:lnTo>
                  <a:lnTo>
                    <a:pt x="4565660" y="83477"/>
                  </a:lnTo>
                  <a:lnTo>
                    <a:pt x="4561421" y="83477"/>
                  </a:lnTo>
                  <a:lnTo>
                    <a:pt x="4561421" y="83477"/>
                  </a:lnTo>
                  <a:lnTo>
                    <a:pt x="4557182" y="83477"/>
                  </a:lnTo>
                  <a:lnTo>
                    <a:pt x="4557182" y="83477"/>
                  </a:lnTo>
                  <a:lnTo>
                    <a:pt x="4552943" y="83477"/>
                  </a:lnTo>
                  <a:lnTo>
                    <a:pt x="4552943" y="83477"/>
                  </a:lnTo>
                  <a:lnTo>
                    <a:pt x="4548704" y="83477"/>
                  </a:lnTo>
                  <a:lnTo>
                    <a:pt x="4548704" y="83477"/>
                  </a:lnTo>
                  <a:lnTo>
                    <a:pt x="4544464" y="83477"/>
                  </a:lnTo>
                  <a:lnTo>
                    <a:pt x="4544464" y="83477"/>
                  </a:lnTo>
                  <a:lnTo>
                    <a:pt x="4540225" y="83477"/>
                  </a:lnTo>
                  <a:lnTo>
                    <a:pt x="4540225" y="83477"/>
                  </a:lnTo>
                  <a:lnTo>
                    <a:pt x="4535986" y="83477"/>
                  </a:lnTo>
                  <a:lnTo>
                    <a:pt x="4535986" y="83987"/>
                  </a:lnTo>
                  <a:lnTo>
                    <a:pt x="4531747" y="83987"/>
                  </a:lnTo>
                  <a:lnTo>
                    <a:pt x="4531747" y="83987"/>
                  </a:lnTo>
                  <a:lnTo>
                    <a:pt x="4527507" y="83987"/>
                  </a:lnTo>
                  <a:lnTo>
                    <a:pt x="4527507" y="83987"/>
                  </a:lnTo>
                  <a:lnTo>
                    <a:pt x="4523268" y="83987"/>
                  </a:lnTo>
                  <a:lnTo>
                    <a:pt x="4523268" y="83987"/>
                  </a:lnTo>
                  <a:lnTo>
                    <a:pt x="4519029" y="83987"/>
                  </a:lnTo>
                  <a:lnTo>
                    <a:pt x="4519029" y="83987"/>
                  </a:lnTo>
                  <a:lnTo>
                    <a:pt x="4514790" y="83987"/>
                  </a:lnTo>
                  <a:lnTo>
                    <a:pt x="4514790" y="83987"/>
                  </a:lnTo>
                  <a:lnTo>
                    <a:pt x="4510550" y="83987"/>
                  </a:lnTo>
                  <a:lnTo>
                    <a:pt x="4510550" y="83987"/>
                  </a:lnTo>
                  <a:lnTo>
                    <a:pt x="4506311" y="83987"/>
                  </a:lnTo>
                  <a:lnTo>
                    <a:pt x="4506311" y="84494"/>
                  </a:lnTo>
                  <a:lnTo>
                    <a:pt x="4502072" y="84494"/>
                  </a:lnTo>
                  <a:lnTo>
                    <a:pt x="4502072" y="84494"/>
                  </a:lnTo>
                  <a:lnTo>
                    <a:pt x="4497833" y="84494"/>
                  </a:lnTo>
                  <a:lnTo>
                    <a:pt x="4497833" y="85001"/>
                  </a:lnTo>
                  <a:lnTo>
                    <a:pt x="4493593" y="85001"/>
                  </a:lnTo>
                  <a:lnTo>
                    <a:pt x="4493593" y="85001"/>
                  </a:lnTo>
                  <a:lnTo>
                    <a:pt x="4489354" y="85001"/>
                  </a:lnTo>
                  <a:lnTo>
                    <a:pt x="4489354" y="85506"/>
                  </a:lnTo>
                  <a:lnTo>
                    <a:pt x="4485115" y="85506"/>
                  </a:lnTo>
                  <a:lnTo>
                    <a:pt x="4485115" y="86011"/>
                  </a:lnTo>
                  <a:lnTo>
                    <a:pt x="4480876" y="86011"/>
                  </a:lnTo>
                  <a:lnTo>
                    <a:pt x="4480876" y="86011"/>
                  </a:lnTo>
                  <a:lnTo>
                    <a:pt x="4476636" y="86011"/>
                  </a:lnTo>
                  <a:lnTo>
                    <a:pt x="4476636" y="86011"/>
                  </a:lnTo>
                  <a:lnTo>
                    <a:pt x="4472397" y="86011"/>
                  </a:lnTo>
                  <a:lnTo>
                    <a:pt x="4472397" y="86011"/>
                  </a:lnTo>
                  <a:lnTo>
                    <a:pt x="4468158" y="86011"/>
                  </a:lnTo>
                  <a:lnTo>
                    <a:pt x="4468158" y="86514"/>
                  </a:lnTo>
                  <a:lnTo>
                    <a:pt x="4463919" y="86514"/>
                  </a:lnTo>
                  <a:lnTo>
                    <a:pt x="4463919" y="86514"/>
                  </a:lnTo>
                  <a:lnTo>
                    <a:pt x="4459679" y="86514"/>
                  </a:lnTo>
                  <a:lnTo>
                    <a:pt x="4459679" y="87017"/>
                  </a:lnTo>
                  <a:lnTo>
                    <a:pt x="4455440" y="87017"/>
                  </a:lnTo>
                  <a:lnTo>
                    <a:pt x="4455440" y="87017"/>
                  </a:lnTo>
                  <a:lnTo>
                    <a:pt x="4451201" y="87017"/>
                  </a:lnTo>
                  <a:lnTo>
                    <a:pt x="4451201" y="87017"/>
                  </a:lnTo>
                  <a:lnTo>
                    <a:pt x="4446962" y="87017"/>
                  </a:lnTo>
                  <a:lnTo>
                    <a:pt x="4446962" y="87017"/>
                  </a:lnTo>
                  <a:lnTo>
                    <a:pt x="4442723" y="87017"/>
                  </a:lnTo>
                  <a:lnTo>
                    <a:pt x="4442723" y="87017"/>
                  </a:lnTo>
                  <a:lnTo>
                    <a:pt x="4438483" y="87017"/>
                  </a:lnTo>
                  <a:lnTo>
                    <a:pt x="4438483" y="87017"/>
                  </a:lnTo>
                  <a:lnTo>
                    <a:pt x="4434244" y="87017"/>
                  </a:lnTo>
                  <a:lnTo>
                    <a:pt x="4434244" y="87017"/>
                  </a:lnTo>
                  <a:lnTo>
                    <a:pt x="4430005" y="87017"/>
                  </a:lnTo>
                  <a:lnTo>
                    <a:pt x="4430005" y="87516"/>
                  </a:lnTo>
                  <a:lnTo>
                    <a:pt x="4425766" y="87516"/>
                  </a:lnTo>
                  <a:lnTo>
                    <a:pt x="4425766" y="87516"/>
                  </a:lnTo>
                  <a:lnTo>
                    <a:pt x="4421526" y="87516"/>
                  </a:lnTo>
                  <a:lnTo>
                    <a:pt x="4421526" y="87516"/>
                  </a:lnTo>
                  <a:lnTo>
                    <a:pt x="4417287" y="87516"/>
                  </a:lnTo>
                  <a:lnTo>
                    <a:pt x="4417287" y="87516"/>
                  </a:lnTo>
                  <a:lnTo>
                    <a:pt x="4413048" y="87516"/>
                  </a:lnTo>
                  <a:lnTo>
                    <a:pt x="4413048" y="87516"/>
                  </a:lnTo>
                  <a:lnTo>
                    <a:pt x="4408809" y="87516"/>
                  </a:lnTo>
                  <a:lnTo>
                    <a:pt x="4408809" y="87516"/>
                  </a:lnTo>
                  <a:lnTo>
                    <a:pt x="4404569" y="87516"/>
                  </a:lnTo>
                  <a:lnTo>
                    <a:pt x="4404569" y="88014"/>
                  </a:lnTo>
                  <a:lnTo>
                    <a:pt x="4400330" y="88014"/>
                  </a:lnTo>
                  <a:lnTo>
                    <a:pt x="4400330" y="88014"/>
                  </a:lnTo>
                  <a:lnTo>
                    <a:pt x="4396091" y="88014"/>
                  </a:lnTo>
                  <a:lnTo>
                    <a:pt x="4396091" y="88014"/>
                  </a:lnTo>
                  <a:lnTo>
                    <a:pt x="4391852" y="88014"/>
                  </a:lnTo>
                  <a:lnTo>
                    <a:pt x="4391852" y="88014"/>
                  </a:lnTo>
                  <a:lnTo>
                    <a:pt x="4387612" y="88014"/>
                  </a:lnTo>
                  <a:lnTo>
                    <a:pt x="4387612" y="88014"/>
                  </a:lnTo>
                  <a:lnTo>
                    <a:pt x="4383373" y="88014"/>
                  </a:lnTo>
                  <a:lnTo>
                    <a:pt x="4383373" y="88014"/>
                  </a:lnTo>
                  <a:lnTo>
                    <a:pt x="4379134" y="88014"/>
                  </a:lnTo>
                  <a:lnTo>
                    <a:pt x="4379134" y="89499"/>
                  </a:lnTo>
                  <a:lnTo>
                    <a:pt x="4374895" y="89499"/>
                  </a:lnTo>
                  <a:lnTo>
                    <a:pt x="4374895" y="89994"/>
                  </a:lnTo>
                  <a:lnTo>
                    <a:pt x="4370655" y="89994"/>
                  </a:lnTo>
                  <a:lnTo>
                    <a:pt x="4370655" y="89994"/>
                  </a:lnTo>
                  <a:lnTo>
                    <a:pt x="4366416" y="89994"/>
                  </a:lnTo>
                  <a:lnTo>
                    <a:pt x="4366416" y="89994"/>
                  </a:lnTo>
                  <a:lnTo>
                    <a:pt x="4362177" y="89994"/>
                  </a:lnTo>
                  <a:lnTo>
                    <a:pt x="4362177" y="90488"/>
                  </a:lnTo>
                  <a:lnTo>
                    <a:pt x="4357938" y="90488"/>
                  </a:lnTo>
                  <a:lnTo>
                    <a:pt x="4357938" y="90982"/>
                  </a:lnTo>
                  <a:lnTo>
                    <a:pt x="4353698" y="90982"/>
                  </a:lnTo>
                  <a:lnTo>
                    <a:pt x="4353698" y="91475"/>
                  </a:lnTo>
                  <a:lnTo>
                    <a:pt x="4349459" y="91475"/>
                  </a:lnTo>
                  <a:lnTo>
                    <a:pt x="4349459" y="91475"/>
                  </a:lnTo>
                  <a:lnTo>
                    <a:pt x="4345220" y="91475"/>
                  </a:lnTo>
                  <a:lnTo>
                    <a:pt x="4345220" y="91967"/>
                  </a:lnTo>
                  <a:lnTo>
                    <a:pt x="4340981" y="91967"/>
                  </a:lnTo>
                  <a:lnTo>
                    <a:pt x="4340981" y="91967"/>
                  </a:lnTo>
                  <a:lnTo>
                    <a:pt x="4336742" y="91967"/>
                  </a:lnTo>
                  <a:lnTo>
                    <a:pt x="4336742" y="91967"/>
                  </a:lnTo>
                  <a:lnTo>
                    <a:pt x="4332502" y="91967"/>
                  </a:lnTo>
                  <a:lnTo>
                    <a:pt x="4332502" y="91967"/>
                  </a:lnTo>
                  <a:lnTo>
                    <a:pt x="4328263" y="91967"/>
                  </a:lnTo>
                  <a:lnTo>
                    <a:pt x="4328263" y="91967"/>
                  </a:lnTo>
                  <a:lnTo>
                    <a:pt x="4324024" y="91967"/>
                  </a:lnTo>
                  <a:lnTo>
                    <a:pt x="4324024" y="91967"/>
                  </a:lnTo>
                  <a:lnTo>
                    <a:pt x="4319785" y="91967"/>
                  </a:lnTo>
                  <a:lnTo>
                    <a:pt x="4319785" y="92948"/>
                  </a:lnTo>
                  <a:lnTo>
                    <a:pt x="4315545" y="92948"/>
                  </a:lnTo>
                  <a:lnTo>
                    <a:pt x="4315545" y="92948"/>
                  </a:lnTo>
                  <a:lnTo>
                    <a:pt x="4311306" y="92948"/>
                  </a:lnTo>
                  <a:lnTo>
                    <a:pt x="4311306" y="92948"/>
                  </a:lnTo>
                  <a:lnTo>
                    <a:pt x="4307067" y="92948"/>
                  </a:lnTo>
                  <a:lnTo>
                    <a:pt x="4307067" y="92948"/>
                  </a:lnTo>
                  <a:lnTo>
                    <a:pt x="4302828" y="92948"/>
                  </a:lnTo>
                  <a:lnTo>
                    <a:pt x="4302828" y="92948"/>
                  </a:lnTo>
                  <a:lnTo>
                    <a:pt x="4298588" y="92948"/>
                  </a:lnTo>
                  <a:lnTo>
                    <a:pt x="4298588" y="92948"/>
                  </a:lnTo>
                  <a:lnTo>
                    <a:pt x="4294349" y="92948"/>
                  </a:lnTo>
                  <a:lnTo>
                    <a:pt x="4294349" y="92948"/>
                  </a:lnTo>
                  <a:lnTo>
                    <a:pt x="4290110" y="92948"/>
                  </a:lnTo>
                  <a:lnTo>
                    <a:pt x="4290110" y="92948"/>
                  </a:lnTo>
                  <a:lnTo>
                    <a:pt x="4285871" y="92948"/>
                  </a:lnTo>
                  <a:lnTo>
                    <a:pt x="4285871" y="92948"/>
                  </a:lnTo>
                  <a:lnTo>
                    <a:pt x="4281631" y="92948"/>
                  </a:lnTo>
                  <a:lnTo>
                    <a:pt x="4281631" y="92948"/>
                  </a:lnTo>
                  <a:lnTo>
                    <a:pt x="4277392" y="92948"/>
                  </a:lnTo>
                  <a:lnTo>
                    <a:pt x="4277392" y="92948"/>
                  </a:lnTo>
                  <a:lnTo>
                    <a:pt x="4273153" y="92948"/>
                  </a:lnTo>
                  <a:lnTo>
                    <a:pt x="4273153" y="92948"/>
                  </a:lnTo>
                  <a:lnTo>
                    <a:pt x="4268914" y="92948"/>
                  </a:lnTo>
                  <a:lnTo>
                    <a:pt x="4268914" y="92948"/>
                  </a:lnTo>
                  <a:lnTo>
                    <a:pt x="4264674" y="92948"/>
                  </a:lnTo>
                  <a:lnTo>
                    <a:pt x="4264674" y="92948"/>
                  </a:lnTo>
                  <a:lnTo>
                    <a:pt x="4260435" y="92948"/>
                  </a:lnTo>
                  <a:lnTo>
                    <a:pt x="4260435" y="92948"/>
                  </a:lnTo>
                  <a:lnTo>
                    <a:pt x="4256196" y="92948"/>
                  </a:lnTo>
                  <a:lnTo>
                    <a:pt x="4256196" y="93433"/>
                  </a:lnTo>
                  <a:lnTo>
                    <a:pt x="4251957" y="93433"/>
                  </a:lnTo>
                  <a:lnTo>
                    <a:pt x="4251957" y="93433"/>
                  </a:lnTo>
                  <a:lnTo>
                    <a:pt x="4247718" y="93433"/>
                  </a:lnTo>
                  <a:lnTo>
                    <a:pt x="4247718" y="93433"/>
                  </a:lnTo>
                  <a:lnTo>
                    <a:pt x="4243478" y="93433"/>
                  </a:lnTo>
                  <a:lnTo>
                    <a:pt x="4243478" y="93917"/>
                  </a:lnTo>
                  <a:lnTo>
                    <a:pt x="4239239" y="93917"/>
                  </a:lnTo>
                  <a:lnTo>
                    <a:pt x="4239239" y="94401"/>
                  </a:lnTo>
                  <a:lnTo>
                    <a:pt x="4235000" y="94401"/>
                  </a:lnTo>
                  <a:lnTo>
                    <a:pt x="4235000" y="94401"/>
                  </a:lnTo>
                  <a:lnTo>
                    <a:pt x="4230761" y="94401"/>
                  </a:lnTo>
                  <a:lnTo>
                    <a:pt x="4230761" y="95368"/>
                  </a:lnTo>
                  <a:lnTo>
                    <a:pt x="4226521" y="95368"/>
                  </a:lnTo>
                  <a:lnTo>
                    <a:pt x="4226521" y="95368"/>
                  </a:lnTo>
                  <a:lnTo>
                    <a:pt x="4222282" y="95368"/>
                  </a:lnTo>
                  <a:lnTo>
                    <a:pt x="4222282" y="95368"/>
                  </a:lnTo>
                  <a:lnTo>
                    <a:pt x="4218043" y="95368"/>
                  </a:lnTo>
                  <a:lnTo>
                    <a:pt x="4218043" y="95368"/>
                  </a:lnTo>
                  <a:lnTo>
                    <a:pt x="4213804" y="95368"/>
                  </a:lnTo>
                  <a:lnTo>
                    <a:pt x="4213804" y="95368"/>
                  </a:lnTo>
                  <a:lnTo>
                    <a:pt x="4209564" y="95368"/>
                  </a:lnTo>
                  <a:lnTo>
                    <a:pt x="4209564" y="95368"/>
                  </a:lnTo>
                  <a:lnTo>
                    <a:pt x="4205325" y="95368"/>
                  </a:lnTo>
                  <a:lnTo>
                    <a:pt x="4205325" y="95849"/>
                  </a:lnTo>
                  <a:lnTo>
                    <a:pt x="4201086" y="95849"/>
                  </a:lnTo>
                  <a:lnTo>
                    <a:pt x="4201086" y="95849"/>
                  </a:lnTo>
                  <a:lnTo>
                    <a:pt x="4196847" y="95849"/>
                  </a:lnTo>
                  <a:lnTo>
                    <a:pt x="4196847" y="95849"/>
                  </a:lnTo>
                  <a:lnTo>
                    <a:pt x="4192607" y="95849"/>
                  </a:lnTo>
                  <a:lnTo>
                    <a:pt x="4192607" y="95849"/>
                  </a:lnTo>
                  <a:lnTo>
                    <a:pt x="4188368" y="95849"/>
                  </a:lnTo>
                  <a:lnTo>
                    <a:pt x="4188368" y="95849"/>
                  </a:lnTo>
                  <a:lnTo>
                    <a:pt x="4184129" y="95849"/>
                  </a:lnTo>
                  <a:lnTo>
                    <a:pt x="4184129" y="95849"/>
                  </a:lnTo>
                  <a:lnTo>
                    <a:pt x="4179890" y="95849"/>
                  </a:lnTo>
                  <a:lnTo>
                    <a:pt x="4179890" y="96329"/>
                  </a:lnTo>
                  <a:lnTo>
                    <a:pt x="4175650" y="96329"/>
                  </a:lnTo>
                  <a:lnTo>
                    <a:pt x="4175650" y="96329"/>
                  </a:lnTo>
                  <a:lnTo>
                    <a:pt x="4171411" y="96329"/>
                  </a:lnTo>
                  <a:lnTo>
                    <a:pt x="4171411" y="96807"/>
                  </a:lnTo>
                  <a:lnTo>
                    <a:pt x="4167172" y="96807"/>
                  </a:lnTo>
                  <a:lnTo>
                    <a:pt x="4167172" y="96807"/>
                  </a:lnTo>
                  <a:lnTo>
                    <a:pt x="4162933" y="96807"/>
                  </a:lnTo>
                  <a:lnTo>
                    <a:pt x="4162933" y="97761"/>
                  </a:lnTo>
                  <a:lnTo>
                    <a:pt x="4158693" y="97761"/>
                  </a:lnTo>
                  <a:lnTo>
                    <a:pt x="4158693" y="97761"/>
                  </a:lnTo>
                  <a:lnTo>
                    <a:pt x="4154454" y="97761"/>
                  </a:lnTo>
                  <a:lnTo>
                    <a:pt x="4154454" y="97761"/>
                  </a:lnTo>
                  <a:lnTo>
                    <a:pt x="4150215" y="97761"/>
                  </a:lnTo>
                  <a:lnTo>
                    <a:pt x="4150215" y="98238"/>
                  </a:lnTo>
                  <a:lnTo>
                    <a:pt x="4145976" y="98238"/>
                  </a:lnTo>
                  <a:lnTo>
                    <a:pt x="4145976" y="98238"/>
                  </a:lnTo>
                  <a:lnTo>
                    <a:pt x="4141737" y="98238"/>
                  </a:lnTo>
                  <a:lnTo>
                    <a:pt x="4141737" y="98238"/>
                  </a:lnTo>
                  <a:lnTo>
                    <a:pt x="4137497" y="98238"/>
                  </a:lnTo>
                  <a:lnTo>
                    <a:pt x="4137497" y="98238"/>
                  </a:lnTo>
                  <a:lnTo>
                    <a:pt x="4133258" y="98238"/>
                  </a:lnTo>
                  <a:lnTo>
                    <a:pt x="4133258" y="98713"/>
                  </a:lnTo>
                  <a:lnTo>
                    <a:pt x="4129019" y="98713"/>
                  </a:lnTo>
                  <a:lnTo>
                    <a:pt x="4129019" y="99188"/>
                  </a:lnTo>
                  <a:lnTo>
                    <a:pt x="4124780" y="99188"/>
                  </a:lnTo>
                  <a:lnTo>
                    <a:pt x="4124780" y="99663"/>
                  </a:lnTo>
                  <a:lnTo>
                    <a:pt x="4120540" y="99663"/>
                  </a:lnTo>
                  <a:lnTo>
                    <a:pt x="4120540" y="100612"/>
                  </a:lnTo>
                  <a:lnTo>
                    <a:pt x="4116301" y="100612"/>
                  </a:lnTo>
                  <a:lnTo>
                    <a:pt x="4116301" y="100612"/>
                  </a:lnTo>
                  <a:lnTo>
                    <a:pt x="4112062" y="100612"/>
                  </a:lnTo>
                  <a:lnTo>
                    <a:pt x="4112062" y="101086"/>
                  </a:lnTo>
                  <a:lnTo>
                    <a:pt x="4107823" y="101086"/>
                  </a:lnTo>
                  <a:lnTo>
                    <a:pt x="4107823" y="101086"/>
                  </a:lnTo>
                  <a:lnTo>
                    <a:pt x="4103583" y="101086"/>
                  </a:lnTo>
                  <a:lnTo>
                    <a:pt x="4103583" y="101560"/>
                  </a:lnTo>
                  <a:lnTo>
                    <a:pt x="4099344" y="101560"/>
                  </a:lnTo>
                  <a:lnTo>
                    <a:pt x="4099344" y="101560"/>
                  </a:lnTo>
                  <a:lnTo>
                    <a:pt x="4095105" y="101560"/>
                  </a:lnTo>
                  <a:lnTo>
                    <a:pt x="4095105" y="101560"/>
                  </a:lnTo>
                  <a:lnTo>
                    <a:pt x="4090866" y="101560"/>
                  </a:lnTo>
                  <a:lnTo>
                    <a:pt x="4090866" y="101560"/>
                  </a:lnTo>
                  <a:lnTo>
                    <a:pt x="4086626" y="101560"/>
                  </a:lnTo>
                  <a:lnTo>
                    <a:pt x="4086626" y="101560"/>
                  </a:lnTo>
                  <a:lnTo>
                    <a:pt x="4082387" y="101560"/>
                  </a:lnTo>
                  <a:lnTo>
                    <a:pt x="4082387" y="102032"/>
                  </a:lnTo>
                  <a:lnTo>
                    <a:pt x="4078148" y="102032"/>
                  </a:lnTo>
                  <a:lnTo>
                    <a:pt x="4078148" y="102032"/>
                  </a:lnTo>
                  <a:lnTo>
                    <a:pt x="4073909" y="102032"/>
                  </a:lnTo>
                  <a:lnTo>
                    <a:pt x="4073909" y="102032"/>
                  </a:lnTo>
                  <a:lnTo>
                    <a:pt x="4069669" y="102032"/>
                  </a:lnTo>
                  <a:lnTo>
                    <a:pt x="4069669" y="102032"/>
                  </a:lnTo>
                  <a:lnTo>
                    <a:pt x="4065430" y="102032"/>
                  </a:lnTo>
                  <a:lnTo>
                    <a:pt x="4065430" y="102032"/>
                  </a:lnTo>
                  <a:lnTo>
                    <a:pt x="4061191" y="102032"/>
                  </a:lnTo>
                  <a:lnTo>
                    <a:pt x="4061191" y="102032"/>
                  </a:lnTo>
                  <a:lnTo>
                    <a:pt x="4056952" y="102032"/>
                  </a:lnTo>
                  <a:lnTo>
                    <a:pt x="4056952" y="102032"/>
                  </a:lnTo>
                  <a:lnTo>
                    <a:pt x="4052712" y="102032"/>
                  </a:lnTo>
                  <a:lnTo>
                    <a:pt x="4052712" y="102032"/>
                  </a:lnTo>
                  <a:lnTo>
                    <a:pt x="4048473" y="102032"/>
                  </a:lnTo>
                  <a:lnTo>
                    <a:pt x="4048473" y="102032"/>
                  </a:lnTo>
                  <a:lnTo>
                    <a:pt x="4044234" y="102032"/>
                  </a:lnTo>
                  <a:lnTo>
                    <a:pt x="4044234" y="102032"/>
                  </a:lnTo>
                  <a:lnTo>
                    <a:pt x="4039995" y="102032"/>
                  </a:lnTo>
                  <a:lnTo>
                    <a:pt x="4039995" y="102032"/>
                  </a:lnTo>
                  <a:lnTo>
                    <a:pt x="4035756" y="102032"/>
                  </a:lnTo>
                  <a:lnTo>
                    <a:pt x="4035756" y="102032"/>
                  </a:lnTo>
                  <a:lnTo>
                    <a:pt x="4031516" y="102032"/>
                  </a:lnTo>
                  <a:lnTo>
                    <a:pt x="4031516" y="102500"/>
                  </a:lnTo>
                  <a:lnTo>
                    <a:pt x="4027277" y="102500"/>
                  </a:lnTo>
                  <a:lnTo>
                    <a:pt x="4027277" y="102500"/>
                  </a:lnTo>
                  <a:lnTo>
                    <a:pt x="4023038" y="102500"/>
                  </a:lnTo>
                  <a:lnTo>
                    <a:pt x="4023038" y="102967"/>
                  </a:lnTo>
                  <a:lnTo>
                    <a:pt x="4018799" y="102967"/>
                  </a:lnTo>
                  <a:lnTo>
                    <a:pt x="4018799" y="102967"/>
                  </a:lnTo>
                  <a:lnTo>
                    <a:pt x="4014559" y="102967"/>
                  </a:lnTo>
                  <a:lnTo>
                    <a:pt x="4014559" y="103434"/>
                  </a:lnTo>
                  <a:lnTo>
                    <a:pt x="4010320" y="103434"/>
                  </a:lnTo>
                  <a:lnTo>
                    <a:pt x="4010320" y="103434"/>
                  </a:lnTo>
                  <a:lnTo>
                    <a:pt x="4006081" y="103434"/>
                  </a:lnTo>
                  <a:lnTo>
                    <a:pt x="4006081" y="103434"/>
                  </a:lnTo>
                  <a:lnTo>
                    <a:pt x="4001842" y="103434"/>
                  </a:lnTo>
                  <a:lnTo>
                    <a:pt x="4001842" y="103434"/>
                  </a:lnTo>
                  <a:lnTo>
                    <a:pt x="3997602" y="103434"/>
                  </a:lnTo>
                  <a:lnTo>
                    <a:pt x="3997602" y="103900"/>
                  </a:lnTo>
                  <a:lnTo>
                    <a:pt x="3993363" y="103900"/>
                  </a:lnTo>
                  <a:lnTo>
                    <a:pt x="3993363" y="103900"/>
                  </a:lnTo>
                  <a:lnTo>
                    <a:pt x="3989124" y="103900"/>
                  </a:lnTo>
                  <a:lnTo>
                    <a:pt x="3989124" y="104365"/>
                  </a:lnTo>
                  <a:lnTo>
                    <a:pt x="3984885" y="104365"/>
                  </a:lnTo>
                  <a:lnTo>
                    <a:pt x="3984885" y="104365"/>
                  </a:lnTo>
                  <a:lnTo>
                    <a:pt x="3980645" y="104365"/>
                  </a:lnTo>
                  <a:lnTo>
                    <a:pt x="3980645" y="104365"/>
                  </a:lnTo>
                  <a:lnTo>
                    <a:pt x="3976406" y="104365"/>
                  </a:lnTo>
                  <a:lnTo>
                    <a:pt x="3976406" y="104830"/>
                  </a:lnTo>
                  <a:lnTo>
                    <a:pt x="3972167" y="104830"/>
                  </a:lnTo>
                  <a:lnTo>
                    <a:pt x="3972167" y="104830"/>
                  </a:lnTo>
                  <a:lnTo>
                    <a:pt x="3967928" y="104830"/>
                  </a:lnTo>
                  <a:lnTo>
                    <a:pt x="3967928" y="104830"/>
                  </a:lnTo>
                  <a:lnTo>
                    <a:pt x="3963688" y="104830"/>
                  </a:lnTo>
                  <a:lnTo>
                    <a:pt x="3963688" y="104830"/>
                  </a:lnTo>
                  <a:lnTo>
                    <a:pt x="3959449" y="104830"/>
                  </a:lnTo>
                  <a:lnTo>
                    <a:pt x="3959449" y="105293"/>
                  </a:lnTo>
                  <a:lnTo>
                    <a:pt x="3955210" y="105293"/>
                  </a:lnTo>
                  <a:lnTo>
                    <a:pt x="3955210" y="105293"/>
                  </a:lnTo>
                  <a:lnTo>
                    <a:pt x="3950971" y="105293"/>
                  </a:lnTo>
                  <a:lnTo>
                    <a:pt x="3950971" y="105293"/>
                  </a:lnTo>
                  <a:lnTo>
                    <a:pt x="3946731" y="105293"/>
                  </a:lnTo>
                  <a:lnTo>
                    <a:pt x="3946731" y="105293"/>
                  </a:lnTo>
                  <a:lnTo>
                    <a:pt x="3942492" y="105293"/>
                  </a:lnTo>
                  <a:lnTo>
                    <a:pt x="3942492" y="105293"/>
                  </a:lnTo>
                  <a:lnTo>
                    <a:pt x="3938253" y="105293"/>
                  </a:lnTo>
                  <a:lnTo>
                    <a:pt x="3938253" y="105293"/>
                  </a:lnTo>
                  <a:lnTo>
                    <a:pt x="3934014" y="105293"/>
                  </a:lnTo>
                  <a:lnTo>
                    <a:pt x="3934014" y="105754"/>
                  </a:lnTo>
                  <a:lnTo>
                    <a:pt x="3929775" y="105754"/>
                  </a:lnTo>
                  <a:lnTo>
                    <a:pt x="3929775" y="106215"/>
                  </a:lnTo>
                  <a:lnTo>
                    <a:pt x="3925535" y="106215"/>
                  </a:lnTo>
                  <a:lnTo>
                    <a:pt x="3925535" y="106215"/>
                  </a:lnTo>
                  <a:lnTo>
                    <a:pt x="3921296" y="106215"/>
                  </a:lnTo>
                  <a:lnTo>
                    <a:pt x="3921296" y="106215"/>
                  </a:lnTo>
                  <a:lnTo>
                    <a:pt x="3917057" y="106215"/>
                  </a:lnTo>
                  <a:lnTo>
                    <a:pt x="3917057" y="106675"/>
                  </a:lnTo>
                  <a:lnTo>
                    <a:pt x="3912818" y="106675"/>
                  </a:lnTo>
                  <a:lnTo>
                    <a:pt x="3912818" y="107135"/>
                  </a:lnTo>
                  <a:lnTo>
                    <a:pt x="3908578" y="107135"/>
                  </a:lnTo>
                  <a:lnTo>
                    <a:pt x="3908578" y="107135"/>
                  </a:lnTo>
                  <a:lnTo>
                    <a:pt x="3904339" y="107135"/>
                  </a:lnTo>
                  <a:lnTo>
                    <a:pt x="3904339" y="107135"/>
                  </a:lnTo>
                  <a:lnTo>
                    <a:pt x="3900100" y="107135"/>
                  </a:lnTo>
                  <a:lnTo>
                    <a:pt x="3900100" y="107135"/>
                  </a:lnTo>
                  <a:lnTo>
                    <a:pt x="3895861" y="107135"/>
                  </a:lnTo>
                  <a:lnTo>
                    <a:pt x="3895861" y="107135"/>
                  </a:lnTo>
                  <a:lnTo>
                    <a:pt x="3891621" y="107135"/>
                  </a:lnTo>
                  <a:lnTo>
                    <a:pt x="3891621" y="107593"/>
                  </a:lnTo>
                  <a:lnTo>
                    <a:pt x="3887382" y="107593"/>
                  </a:lnTo>
                  <a:lnTo>
                    <a:pt x="3887382" y="107593"/>
                  </a:lnTo>
                  <a:lnTo>
                    <a:pt x="3883143" y="107593"/>
                  </a:lnTo>
                  <a:lnTo>
                    <a:pt x="3883143" y="107593"/>
                  </a:lnTo>
                  <a:lnTo>
                    <a:pt x="3878904" y="107593"/>
                  </a:lnTo>
                  <a:lnTo>
                    <a:pt x="3878904" y="107593"/>
                  </a:lnTo>
                  <a:lnTo>
                    <a:pt x="3874664" y="107593"/>
                  </a:lnTo>
                  <a:lnTo>
                    <a:pt x="3874664" y="108507"/>
                  </a:lnTo>
                  <a:lnTo>
                    <a:pt x="3870425" y="108507"/>
                  </a:lnTo>
                  <a:lnTo>
                    <a:pt x="3870425" y="108964"/>
                  </a:lnTo>
                  <a:lnTo>
                    <a:pt x="3866186" y="108964"/>
                  </a:lnTo>
                  <a:lnTo>
                    <a:pt x="3866186" y="109420"/>
                  </a:lnTo>
                  <a:lnTo>
                    <a:pt x="3861947" y="109420"/>
                  </a:lnTo>
                  <a:lnTo>
                    <a:pt x="3861947" y="109420"/>
                  </a:lnTo>
                  <a:lnTo>
                    <a:pt x="3857707" y="109420"/>
                  </a:lnTo>
                  <a:lnTo>
                    <a:pt x="3857707" y="109420"/>
                  </a:lnTo>
                  <a:lnTo>
                    <a:pt x="3853468" y="109420"/>
                  </a:lnTo>
                  <a:lnTo>
                    <a:pt x="3853468" y="109420"/>
                  </a:lnTo>
                  <a:lnTo>
                    <a:pt x="3849229" y="109420"/>
                  </a:lnTo>
                  <a:lnTo>
                    <a:pt x="3849229" y="109420"/>
                  </a:lnTo>
                  <a:lnTo>
                    <a:pt x="3844990" y="109420"/>
                  </a:lnTo>
                  <a:lnTo>
                    <a:pt x="3844990" y="110330"/>
                  </a:lnTo>
                  <a:lnTo>
                    <a:pt x="3840751" y="110330"/>
                  </a:lnTo>
                  <a:lnTo>
                    <a:pt x="3840751" y="110784"/>
                  </a:lnTo>
                  <a:lnTo>
                    <a:pt x="3836511" y="110784"/>
                  </a:lnTo>
                  <a:lnTo>
                    <a:pt x="3836511" y="111238"/>
                  </a:lnTo>
                  <a:lnTo>
                    <a:pt x="3832272" y="111238"/>
                  </a:lnTo>
                  <a:lnTo>
                    <a:pt x="3832272" y="111238"/>
                  </a:lnTo>
                  <a:lnTo>
                    <a:pt x="3828033" y="111238"/>
                  </a:lnTo>
                  <a:lnTo>
                    <a:pt x="3828033" y="111238"/>
                  </a:lnTo>
                  <a:lnTo>
                    <a:pt x="3823794" y="111238"/>
                  </a:lnTo>
                  <a:lnTo>
                    <a:pt x="3823794" y="111691"/>
                  </a:lnTo>
                  <a:lnTo>
                    <a:pt x="3819554" y="111691"/>
                  </a:lnTo>
                  <a:lnTo>
                    <a:pt x="3819554" y="111691"/>
                  </a:lnTo>
                  <a:lnTo>
                    <a:pt x="3815315" y="111691"/>
                  </a:lnTo>
                  <a:lnTo>
                    <a:pt x="3815315" y="112142"/>
                  </a:lnTo>
                  <a:lnTo>
                    <a:pt x="3811076" y="112142"/>
                  </a:lnTo>
                  <a:lnTo>
                    <a:pt x="3811076" y="112142"/>
                  </a:lnTo>
                  <a:lnTo>
                    <a:pt x="3806837" y="112142"/>
                  </a:lnTo>
                  <a:lnTo>
                    <a:pt x="3806837" y="112592"/>
                  </a:lnTo>
                  <a:lnTo>
                    <a:pt x="3802597" y="112592"/>
                  </a:lnTo>
                  <a:lnTo>
                    <a:pt x="3802597" y="113042"/>
                  </a:lnTo>
                  <a:lnTo>
                    <a:pt x="3798358" y="113042"/>
                  </a:lnTo>
                  <a:lnTo>
                    <a:pt x="3798358" y="113042"/>
                  </a:lnTo>
                  <a:lnTo>
                    <a:pt x="3794119" y="113042"/>
                  </a:lnTo>
                  <a:lnTo>
                    <a:pt x="3794119" y="113042"/>
                  </a:lnTo>
                  <a:lnTo>
                    <a:pt x="3789880" y="113042"/>
                  </a:lnTo>
                  <a:lnTo>
                    <a:pt x="3789880" y="113042"/>
                  </a:lnTo>
                  <a:lnTo>
                    <a:pt x="3785640" y="113042"/>
                  </a:lnTo>
                  <a:lnTo>
                    <a:pt x="3785640" y="113491"/>
                  </a:lnTo>
                  <a:lnTo>
                    <a:pt x="3781401" y="113491"/>
                  </a:lnTo>
                  <a:lnTo>
                    <a:pt x="3781401" y="113938"/>
                  </a:lnTo>
                  <a:lnTo>
                    <a:pt x="3777162" y="113938"/>
                  </a:lnTo>
                  <a:lnTo>
                    <a:pt x="3777162" y="113938"/>
                  </a:lnTo>
                  <a:lnTo>
                    <a:pt x="3772923" y="113938"/>
                  </a:lnTo>
                  <a:lnTo>
                    <a:pt x="3772923" y="113938"/>
                  </a:lnTo>
                  <a:lnTo>
                    <a:pt x="3768683" y="113938"/>
                  </a:lnTo>
                  <a:lnTo>
                    <a:pt x="3768683" y="113938"/>
                  </a:lnTo>
                  <a:lnTo>
                    <a:pt x="3764444" y="113938"/>
                  </a:lnTo>
                  <a:lnTo>
                    <a:pt x="3764444" y="113938"/>
                  </a:lnTo>
                  <a:lnTo>
                    <a:pt x="3760205" y="113938"/>
                  </a:lnTo>
                  <a:lnTo>
                    <a:pt x="3760205" y="114385"/>
                  </a:lnTo>
                  <a:lnTo>
                    <a:pt x="3755966" y="114385"/>
                  </a:lnTo>
                  <a:lnTo>
                    <a:pt x="3755966" y="114830"/>
                  </a:lnTo>
                  <a:lnTo>
                    <a:pt x="3751726" y="114830"/>
                  </a:lnTo>
                  <a:lnTo>
                    <a:pt x="3751726" y="114830"/>
                  </a:lnTo>
                  <a:lnTo>
                    <a:pt x="3747487" y="114830"/>
                  </a:lnTo>
                  <a:lnTo>
                    <a:pt x="3747487" y="115275"/>
                  </a:lnTo>
                  <a:lnTo>
                    <a:pt x="3743248" y="115275"/>
                  </a:lnTo>
                  <a:lnTo>
                    <a:pt x="3743248" y="115275"/>
                  </a:lnTo>
                  <a:lnTo>
                    <a:pt x="3739009" y="115275"/>
                  </a:lnTo>
                  <a:lnTo>
                    <a:pt x="3739009" y="115275"/>
                  </a:lnTo>
                  <a:lnTo>
                    <a:pt x="3734770" y="115275"/>
                  </a:lnTo>
                  <a:lnTo>
                    <a:pt x="3734770" y="115720"/>
                  </a:lnTo>
                  <a:lnTo>
                    <a:pt x="3730530" y="115720"/>
                  </a:lnTo>
                  <a:lnTo>
                    <a:pt x="3730530" y="116164"/>
                  </a:lnTo>
                  <a:lnTo>
                    <a:pt x="3726291" y="116164"/>
                  </a:lnTo>
                  <a:lnTo>
                    <a:pt x="3726291" y="116608"/>
                  </a:lnTo>
                  <a:lnTo>
                    <a:pt x="3722052" y="116608"/>
                  </a:lnTo>
                  <a:lnTo>
                    <a:pt x="3722052" y="116608"/>
                  </a:lnTo>
                  <a:lnTo>
                    <a:pt x="3717813" y="116608"/>
                  </a:lnTo>
                  <a:lnTo>
                    <a:pt x="3717813" y="116608"/>
                  </a:lnTo>
                  <a:lnTo>
                    <a:pt x="3713573" y="116608"/>
                  </a:lnTo>
                  <a:lnTo>
                    <a:pt x="3713573" y="117050"/>
                  </a:lnTo>
                  <a:lnTo>
                    <a:pt x="3709334" y="117050"/>
                  </a:lnTo>
                  <a:lnTo>
                    <a:pt x="3709334" y="117050"/>
                  </a:lnTo>
                  <a:lnTo>
                    <a:pt x="3705095" y="117050"/>
                  </a:lnTo>
                  <a:lnTo>
                    <a:pt x="3705095" y="117050"/>
                  </a:lnTo>
                  <a:lnTo>
                    <a:pt x="3700856" y="117050"/>
                  </a:lnTo>
                  <a:lnTo>
                    <a:pt x="3700856" y="117050"/>
                  </a:lnTo>
                  <a:lnTo>
                    <a:pt x="3696616" y="117050"/>
                  </a:lnTo>
                  <a:lnTo>
                    <a:pt x="3696616" y="118375"/>
                  </a:lnTo>
                  <a:lnTo>
                    <a:pt x="3692377" y="118375"/>
                  </a:lnTo>
                  <a:lnTo>
                    <a:pt x="3692377" y="118375"/>
                  </a:lnTo>
                  <a:lnTo>
                    <a:pt x="3688138" y="118375"/>
                  </a:lnTo>
                  <a:lnTo>
                    <a:pt x="3688138" y="118815"/>
                  </a:lnTo>
                  <a:lnTo>
                    <a:pt x="3683899" y="118815"/>
                  </a:lnTo>
                  <a:lnTo>
                    <a:pt x="3683899" y="118815"/>
                  </a:lnTo>
                  <a:lnTo>
                    <a:pt x="3679659" y="118815"/>
                  </a:lnTo>
                  <a:lnTo>
                    <a:pt x="3679659" y="118815"/>
                  </a:lnTo>
                  <a:lnTo>
                    <a:pt x="3675420" y="118815"/>
                  </a:lnTo>
                  <a:lnTo>
                    <a:pt x="3675420" y="119255"/>
                  </a:lnTo>
                  <a:lnTo>
                    <a:pt x="3671181" y="119255"/>
                  </a:lnTo>
                  <a:lnTo>
                    <a:pt x="3671181" y="119255"/>
                  </a:lnTo>
                  <a:lnTo>
                    <a:pt x="3666942" y="119255"/>
                  </a:lnTo>
                  <a:lnTo>
                    <a:pt x="3666942" y="119255"/>
                  </a:lnTo>
                  <a:lnTo>
                    <a:pt x="3662702" y="119255"/>
                  </a:lnTo>
                  <a:lnTo>
                    <a:pt x="3662702" y="120133"/>
                  </a:lnTo>
                  <a:lnTo>
                    <a:pt x="3658463" y="120133"/>
                  </a:lnTo>
                  <a:lnTo>
                    <a:pt x="3658463" y="120133"/>
                  </a:lnTo>
                  <a:lnTo>
                    <a:pt x="3654224" y="120133"/>
                  </a:lnTo>
                  <a:lnTo>
                    <a:pt x="3654224" y="120571"/>
                  </a:lnTo>
                  <a:lnTo>
                    <a:pt x="3649985" y="120571"/>
                  </a:lnTo>
                  <a:lnTo>
                    <a:pt x="3649985" y="120571"/>
                  </a:lnTo>
                  <a:lnTo>
                    <a:pt x="3645745" y="120571"/>
                  </a:lnTo>
                  <a:lnTo>
                    <a:pt x="3645745" y="120571"/>
                  </a:lnTo>
                  <a:lnTo>
                    <a:pt x="3641506" y="120571"/>
                  </a:lnTo>
                  <a:lnTo>
                    <a:pt x="3641506" y="120571"/>
                  </a:lnTo>
                  <a:lnTo>
                    <a:pt x="3637267" y="120571"/>
                  </a:lnTo>
                  <a:lnTo>
                    <a:pt x="3637267" y="120571"/>
                  </a:lnTo>
                  <a:lnTo>
                    <a:pt x="3633028" y="120571"/>
                  </a:lnTo>
                  <a:lnTo>
                    <a:pt x="3633028" y="120571"/>
                  </a:lnTo>
                  <a:lnTo>
                    <a:pt x="3628789" y="120571"/>
                  </a:lnTo>
                  <a:lnTo>
                    <a:pt x="3628789" y="120571"/>
                  </a:lnTo>
                  <a:lnTo>
                    <a:pt x="3624549" y="120571"/>
                  </a:lnTo>
                  <a:lnTo>
                    <a:pt x="3624549" y="120571"/>
                  </a:lnTo>
                  <a:lnTo>
                    <a:pt x="3620310" y="120571"/>
                  </a:lnTo>
                  <a:lnTo>
                    <a:pt x="3620310" y="120571"/>
                  </a:lnTo>
                  <a:lnTo>
                    <a:pt x="3616071" y="120571"/>
                  </a:lnTo>
                  <a:lnTo>
                    <a:pt x="3616071" y="120571"/>
                  </a:lnTo>
                  <a:lnTo>
                    <a:pt x="3611832" y="120571"/>
                  </a:lnTo>
                  <a:lnTo>
                    <a:pt x="3611832" y="120571"/>
                  </a:lnTo>
                  <a:lnTo>
                    <a:pt x="3607592" y="120571"/>
                  </a:lnTo>
                  <a:lnTo>
                    <a:pt x="3607592" y="120571"/>
                  </a:lnTo>
                  <a:lnTo>
                    <a:pt x="3603353" y="120571"/>
                  </a:lnTo>
                  <a:lnTo>
                    <a:pt x="3603353" y="120571"/>
                  </a:lnTo>
                  <a:lnTo>
                    <a:pt x="3599114" y="120571"/>
                  </a:lnTo>
                  <a:lnTo>
                    <a:pt x="3599114" y="121441"/>
                  </a:lnTo>
                  <a:lnTo>
                    <a:pt x="3594875" y="121441"/>
                  </a:lnTo>
                  <a:lnTo>
                    <a:pt x="3594875" y="121876"/>
                  </a:lnTo>
                  <a:lnTo>
                    <a:pt x="3590635" y="121876"/>
                  </a:lnTo>
                  <a:lnTo>
                    <a:pt x="3590635" y="121876"/>
                  </a:lnTo>
                  <a:lnTo>
                    <a:pt x="3586396" y="121876"/>
                  </a:lnTo>
                  <a:lnTo>
                    <a:pt x="3586396" y="122744"/>
                  </a:lnTo>
                  <a:lnTo>
                    <a:pt x="3582157" y="122744"/>
                  </a:lnTo>
                  <a:lnTo>
                    <a:pt x="3582157" y="122744"/>
                  </a:lnTo>
                  <a:lnTo>
                    <a:pt x="3577918" y="122744"/>
                  </a:lnTo>
                  <a:lnTo>
                    <a:pt x="3577918" y="122744"/>
                  </a:lnTo>
                  <a:lnTo>
                    <a:pt x="3573678" y="122744"/>
                  </a:lnTo>
                  <a:lnTo>
                    <a:pt x="3573678" y="123178"/>
                  </a:lnTo>
                  <a:lnTo>
                    <a:pt x="3569439" y="123178"/>
                  </a:lnTo>
                  <a:lnTo>
                    <a:pt x="3569439" y="123178"/>
                  </a:lnTo>
                  <a:lnTo>
                    <a:pt x="3565200" y="123178"/>
                  </a:lnTo>
                  <a:lnTo>
                    <a:pt x="3565200" y="123178"/>
                  </a:lnTo>
                  <a:lnTo>
                    <a:pt x="3560961" y="123178"/>
                  </a:lnTo>
                  <a:lnTo>
                    <a:pt x="3560961" y="123610"/>
                  </a:lnTo>
                  <a:lnTo>
                    <a:pt x="3556721" y="123610"/>
                  </a:lnTo>
                  <a:lnTo>
                    <a:pt x="3556721" y="123610"/>
                  </a:lnTo>
                  <a:lnTo>
                    <a:pt x="3552482" y="123610"/>
                  </a:lnTo>
                  <a:lnTo>
                    <a:pt x="3552482" y="124906"/>
                  </a:lnTo>
                  <a:lnTo>
                    <a:pt x="3548243" y="124906"/>
                  </a:lnTo>
                  <a:lnTo>
                    <a:pt x="3548243" y="125769"/>
                  </a:lnTo>
                  <a:lnTo>
                    <a:pt x="3544004" y="125769"/>
                  </a:lnTo>
                  <a:lnTo>
                    <a:pt x="3544004" y="125769"/>
                  </a:lnTo>
                  <a:lnTo>
                    <a:pt x="3539765" y="125769"/>
                  </a:lnTo>
                  <a:lnTo>
                    <a:pt x="3539765" y="125769"/>
                  </a:lnTo>
                  <a:lnTo>
                    <a:pt x="3535525" y="125769"/>
                  </a:lnTo>
                  <a:lnTo>
                    <a:pt x="3535525" y="126200"/>
                  </a:lnTo>
                  <a:lnTo>
                    <a:pt x="3531286" y="126200"/>
                  </a:lnTo>
                  <a:lnTo>
                    <a:pt x="3531286" y="126630"/>
                  </a:lnTo>
                  <a:lnTo>
                    <a:pt x="3527047" y="126630"/>
                  </a:lnTo>
                  <a:lnTo>
                    <a:pt x="3527047" y="127061"/>
                  </a:lnTo>
                  <a:lnTo>
                    <a:pt x="3522808" y="127061"/>
                  </a:lnTo>
                  <a:lnTo>
                    <a:pt x="3522808" y="127061"/>
                  </a:lnTo>
                  <a:lnTo>
                    <a:pt x="3518568" y="127061"/>
                  </a:lnTo>
                  <a:lnTo>
                    <a:pt x="3518568" y="127061"/>
                  </a:lnTo>
                  <a:lnTo>
                    <a:pt x="3514329" y="127061"/>
                  </a:lnTo>
                  <a:lnTo>
                    <a:pt x="3514329" y="127491"/>
                  </a:lnTo>
                  <a:lnTo>
                    <a:pt x="3510090" y="127491"/>
                  </a:lnTo>
                  <a:lnTo>
                    <a:pt x="3510090" y="127920"/>
                  </a:lnTo>
                  <a:lnTo>
                    <a:pt x="3505851" y="127920"/>
                  </a:lnTo>
                  <a:lnTo>
                    <a:pt x="3505851" y="128349"/>
                  </a:lnTo>
                  <a:lnTo>
                    <a:pt x="3501611" y="128349"/>
                  </a:lnTo>
                  <a:lnTo>
                    <a:pt x="3501611" y="129207"/>
                  </a:lnTo>
                  <a:lnTo>
                    <a:pt x="3497372" y="129207"/>
                  </a:lnTo>
                  <a:lnTo>
                    <a:pt x="3497372" y="129207"/>
                  </a:lnTo>
                  <a:lnTo>
                    <a:pt x="3493133" y="129207"/>
                  </a:lnTo>
                  <a:lnTo>
                    <a:pt x="3493133" y="129207"/>
                  </a:lnTo>
                  <a:lnTo>
                    <a:pt x="3488894" y="129207"/>
                  </a:lnTo>
                  <a:lnTo>
                    <a:pt x="3488894" y="130063"/>
                  </a:lnTo>
                  <a:lnTo>
                    <a:pt x="3484654" y="130063"/>
                  </a:lnTo>
                  <a:lnTo>
                    <a:pt x="3484654" y="130063"/>
                  </a:lnTo>
                  <a:lnTo>
                    <a:pt x="3480415" y="130063"/>
                  </a:lnTo>
                  <a:lnTo>
                    <a:pt x="3480415" y="130063"/>
                  </a:lnTo>
                  <a:lnTo>
                    <a:pt x="3476176" y="130063"/>
                  </a:lnTo>
                  <a:lnTo>
                    <a:pt x="3476176" y="130063"/>
                  </a:lnTo>
                  <a:lnTo>
                    <a:pt x="3471937" y="130063"/>
                  </a:lnTo>
                  <a:lnTo>
                    <a:pt x="3471937" y="130063"/>
                  </a:lnTo>
                  <a:lnTo>
                    <a:pt x="3467697" y="130063"/>
                  </a:lnTo>
                  <a:lnTo>
                    <a:pt x="3467697" y="130063"/>
                  </a:lnTo>
                  <a:lnTo>
                    <a:pt x="3463458" y="130063"/>
                  </a:lnTo>
                  <a:lnTo>
                    <a:pt x="3463458" y="130063"/>
                  </a:lnTo>
                  <a:lnTo>
                    <a:pt x="3459219" y="130063"/>
                  </a:lnTo>
                  <a:lnTo>
                    <a:pt x="3459219" y="130915"/>
                  </a:lnTo>
                  <a:lnTo>
                    <a:pt x="3454980" y="130915"/>
                  </a:lnTo>
                  <a:lnTo>
                    <a:pt x="3454980" y="131341"/>
                  </a:lnTo>
                  <a:lnTo>
                    <a:pt x="3450740" y="131341"/>
                  </a:lnTo>
                  <a:lnTo>
                    <a:pt x="3450740" y="131341"/>
                  </a:lnTo>
                  <a:lnTo>
                    <a:pt x="3446501" y="131341"/>
                  </a:lnTo>
                  <a:lnTo>
                    <a:pt x="3446501" y="131341"/>
                  </a:lnTo>
                  <a:lnTo>
                    <a:pt x="3442262" y="131341"/>
                  </a:lnTo>
                  <a:lnTo>
                    <a:pt x="3442262" y="131341"/>
                  </a:lnTo>
                  <a:lnTo>
                    <a:pt x="3438023" y="131341"/>
                  </a:lnTo>
                  <a:lnTo>
                    <a:pt x="3438023" y="131341"/>
                  </a:lnTo>
                  <a:lnTo>
                    <a:pt x="3433784" y="131341"/>
                  </a:lnTo>
                  <a:lnTo>
                    <a:pt x="3433784" y="131766"/>
                  </a:lnTo>
                  <a:lnTo>
                    <a:pt x="3429544" y="131766"/>
                  </a:lnTo>
                  <a:lnTo>
                    <a:pt x="3429544" y="132616"/>
                  </a:lnTo>
                  <a:lnTo>
                    <a:pt x="3425305" y="132616"/>
                  </a:lnTo>
                  <a:lnTo>
                    <a:pt x="3425305" y="133040"/>
                  </a:lnTo>
                  <a:lnTo>
                    <a:pt x="3421066" y="133040"/>
                  </a:lnTo>
                  <a:lnTo>
                    <a:pt x="3421066" y="133040"/>
                  </a:lnTo>
                  <a:lnTo>
                    <a:pt x="3416827" y="133040"/>
                  </a:lnTo>
                  <a:lnTo>
                    <a:pt x="3416827" y="133040"/>
                  </a:lnTo>
                  <a:lnTo>
                    <a:pt x="3412587" y="133040"/>
                  </a:lnTo>
                  <a:lnTo>
                    <a:pt x="3412587" y="133040"/>
                  </a:lnTo>
                  <a:lnTo>
                    <a:pt x="3408348" y="133040"/>
                  </a:lnTo>
                  <a:lnTo>
                    <a:pt x="3408348" y="133040"/>
                  </a:lnTo>
                  <a:lnTo>
                    <a:pt x="3404109" y="133040"/>
                  </a:lnTo>
                  <a:lnTo>
                    <a:pt x="3404109" y="133885"/>
                  </a:lnTo>
                  <a:lnTo>
                    <a:pt x="3399870" y="133885"/>
                  </a:lnTo>
                  <a:lnTo>
                    <a:pt x="3399870" y="134308"/>
                  </a:lnTo>
                  <a:lnTo>
                    <a:pt x="3395630" y="134308"/>
                  </a:lnTo>
                  <a:lnTo>
                    <a:pt x="3395630" y="134308"/>
                  </a:lnTo>
                  <a:lnTo>
                    <a:pt x="3391391" y="134308"/>
                  </a:lnTo>
                  <a:lnTo>
                    <a:pt x="3391391" y="134729"/>
                  </a:lnTo>
                  <a:lnTo>
                    <a:pt x="3387152" y="134729"/>
                  </a:lnTo>
                  <a:lnTo>
                    <a:pt x="3387152" y="134729"/>
                  </a:lnTo>
                  <a:lnTo>
                    <a:pt x="3382913" y="134729"/>
                  </a:lnTo>
                  <a:lnTo>
                    <a:pt x="3382913" y="134729"/>
                  </a:lnTo>
                  <a:lnTo>
                    <a:pt x="3378673" y="134729"/>
                  </a:lnTo>
                  <a:lnTo>
                    <a:pt x="3378673" y="134729"/>
                  </a:lnTo>
                  <a:lnTo>
                    <a:pt x="3374434" y="134729"/>
                  </a:lnTo>
                  <a:lnTo>
                    <a:pt x="3374434" y="134729"/>
                  </a:lnTo>
                  <a:lnTo>
                    <a:pt x="3370195" y="134729"/>
                  </a:lnTo>
                  <a:lnTo>
                    <a:pt x="3370195" y="134729"/>
                  </a:lnTo>
                  <a:lnTo>
                    <a:pt x="3365956" y="134729"/>
                  </a:lnTo>
                  <a:lnTo>
                    <a:pt x="3365956" y="134729"/>
                  </a:lnTo>
                  <a:lnTo>
                    <a:pt x="3361716" y="134729"/>
                  </a:lnTo>
                  <a:lnTo>
                    <a:pt x="3361716" y="134729"/>
                  </a:lnTo>
                  <a:lnTo>
                    <a:pt x="3357477" y="134729"/>
                  </a:lnTo>
                  <a:lnTo>
                    <a:pt x="3357477" y="134729"/>
                  </a:lnTo>
                  <a:lnTo>
                    <a:pt x="3353238" y="134729"/>
                  </a:lnTo>
                  <a:lnTo>
                    <a:pt x="3353238" y="134729"/>
                  </a:lnTo>
                  <a:lnTo>
                    <a:pt x="3348999" y="134729"/>
                  </a:lnTo>
                  <a:lnTo>
                    <a:pt x="3348999" y="135146"/>
                  </a:lnTo>
                  <a:lnTo>
                    <a:pt x="3344759" y="135146"/>
                  </a:lnTo>
                  <a:lnTo>
                    <a:pt x="3344759" y="135146"/>
                  </a:lnTo>
                  <a:lnTo>
                    <a:pt x="3340520" y="135146"/>
                  </a:lnTo>
                  <a:lnTo>
                    <a:pt x="3340520" y="135980"/>
                  </a:lnTo>
                  <a:lnTo>
                    <a:pt x="3336281" y="135980"/>
                  </a:lnTo>
                  <a:lnTo>
                    <a:pt x="3336281" y="137230"/>
                  </a:lnTo>
                  <a:lnTo>
                    <a:pt x="3332042" y="137230"/>
                  </a:lnTo>
                  <a:lnTo>
                    <a:pt x="3332042" y="137646"/>
                  </a:lnTo>
                  <a:lnTo>
                    <a:pt x="3327803" y="137646"/>
                  </a:lnTo>
                  <a:lnTo>
                    <a:pt x="3327803" y="137646"/>
                  </a:lnTo>
                  <a:lnTo>
                    <a:pt x="3323563" y="137646"/>
                  </a:lnTo>
                  <a:lnTo>
                    <a:pt x="3323563" y="138062"/>
                  </a:lnTo>
                  <a:lnTo>
                    <a:pt x="3319324" y="138062"/>
                  </a:lnTo>
                  <a:lnTo>
                    <a:pt x="3319324" y="138478"/>
                  </a:lnTo>
                  <a:lnTo>
                    <a:pt x="3315085" y="138478"/>
                  </a:lnTo>
                  <a:lnTo>
                    <a:pt x="3315085" y="138893"/>
                  </a:lnTo>
                  <a:lnTo>
                    <a:pt x="3310846" y="138893"/>
                  </a:lnTo>
                  <a:lnTo>
                    <a:pt x="3310846" y="138893"/>
                  </a:lnTo>
                  <a:lnTo>
                    <a:pt x="3306606" y="138893"/>
                  </a:lnTo>
                  <a:lnTo>
                    <a:pt x="3306606" y="138893"/>
                  </a:lnTo>
                  <a:lnTo>
                    <a:pt x="3302367" y="138893"/>
                  </a:lnTo>
                  <a:lnTo>
                    <a:pt x="3302367" y="139308"/>
                  </a:lnTo>
                  <a:lnTo>
                    <a:pt x="3298128" y="139308"/>
                  </a:lnTo>
                  <a:lnTo>
                    <a:pt x="3298128" y="139308"/>
                  </a:lnTo>
                  <a:lnTo>
                    <a:pt x="3293889" y="139308"/>
                  </a:lnTo>
                  <a:lnTo>
                    <a:pt x="3293889" y="140136"/>
                  </a:lnTo>
                  <a:lnTo>
                    <a:pt x="3289649" y="140136"/>
                  </a:lnTo>
                  <a:lnTo>
                    <a:pt x="3289649" y="140549"/>
                  </a:lnTo>
                  <a:lnTo>
                    <a:pt x="3285410" y="140549"/>
                  </a:lnTo>
                  <a:lnTo>
                    <a:pt x="3285410" y="140549"/>
                  </a:lnTo>
                  <a:lnTo>
                    <a:pt x="3281171" y="140549"/>
                  </a:lnTo>
                  <a:lnTo>
                    <a:pt x="3281171" y="141375"/>
                  </a:lnTo>
                  <a:lnTo>
                    <a:pt x="3276932" y="141375"/>
                  </a:lnTo>
                  <a:lnTo>
                    <a:pt x="3276932" y="141788"/>
                  </a:lnTo>
                  <a:lnTo>
                    <a:pt x="3272692" y="141788"/>
                  </a:lnTo>
                  <a:lnTo>
                    <a:pt x="3272692" y="141788"/>
                  </a:lnTo>
                  <a:lnTo>
                    <a:pt x="3268453" y="141788"/>
                  </a:lnTo>
                  <a:lnTo>
                    <a:pt x="3268453" y="142611"/>
                  </a:lnTo>
                  <a:lnTo>
                    <a:pt x="3264214" y="142611"/>
                  </a:lnTo>
                  <a:lnTo>
                    <a:pt x="3264214" y="142611"/>
                  </a:lnTo>
                  <a:lnTo>
                    <a:pt x="3259975" y="142611"/>
                  </a:lnTo>
                  <a:lnTo>
                    <a:pt x="3259975" y="142611"/>
                  </a:lnTo>
                  <a:lnTo>
                    <a:pt x="3255735" y="142611"/>
                  </a:lnTo>
                  <a:lnTo>
                    <a:pt x="3255735" y="142611"/>
                  </a:lnTo>
                  <a:lnTo>
                    <a:pt x="3251496" y="142611"/>
                  </a:lnTo>
                  <a:lnTo>
                    <a:pt x="3251496" y="142611"/>
                  </a:lnTo>
                  <a:lnTo>
                    <a:pt x="3247257" y="142611"/>
                  </a:lnTo>
                  <a:lnTo>
                    <a:pt x="3247257" y="143022"/>
                  </a:lnTo>
                  <a:lnTo>
                    <a:pt x="3243018" y="143022"/>
                  </a:lnTo>
                  <a:lnTo>
                    <a:pt x="3243018" y="143022"/>
                  </a:lnTo>
                  <a:lnTo>
                    <a:pt x="3238778" y="143022"/>
                  </a:lnTo>
                  <a:lnTo>
                    <a:pt x="3238778" y="143022"/>
                  </a:lnTo>
                  <a:lnTo>
                    <a:pt x="3234539" y="143022"/>
                  </a:lnTo>
                  <a:lnTo>
                    <a:pt x="3234539" y="143431"/>
                  </a:lnTo>
                  <a:lnTo>
                    <a:pt x="3230300" y="143431"/>
                  </a:lnTo>
                  <a:lnTo>
                    <a:pt x="3230300" y="143431"/>
                  </a:lnTo>
                  <a:lnTo>
                    <a:pt x="3226061" y="143431"/>
                  </a:lnTo>
                  <a:lnTo>
                    <a:pt x="3226061" y="143431"/>
                  </a:lnTo>
                  <a:lnTo>
                    <a:pt x="3221822" y="143431"/>
                  </a:lnTo>
                  <a:lnTo>
                    <a:pt x="3221822" y="143840"/>
                  </a:lnTo>
                  <a:lnTo>
                    <a:pt x="3217582" y="143840"/>
                  </a:lnTo>
                  <a:lnTo>
                    <a:pt x="3217582" y="144248"/>
                  </a:lnTo>
                  <a:lnTo>
                    <a:pt x="3213343" y="144248"/>
                  </a:lnTo>
                  <a:lnTo>
                    <a:pt x="3213343" y="144248"/>
                  </a:lnTo>
                  <a:lnTo>
                    <a:pt x="3209104" y="144248"/>
                  </a:lnTo>
                  <a:lnTo>
                    <a:pt x="3209104" y="144248"/>
                  </a:lnTo>
                  <a:lnTo>
                    <a:pt x="3204865" y="144248"/>
                  </a:lnTo>
                  <a:lnTo>
                    <a:pt x="3204865" y="144248"/>
                  </a:lnTo>
                  <a:lnTo>
                    <a:pt x="3200625" y="144248"/>
                  </a:lnTo>
                  <a:lnTo>
                    <a:pt x="3200625" y="144657"/>
                  </a:lnTo>
                  <a:lnTo>
                    <a:pt x="3196386" y="144657"/>
                  </a:lnTo>
                  <a:lnTo>
                    <a:pt x="3196386" y="144657"/>
                  </a:lnTo>
                  <a:lnTo>
                    <a:pt x="3192147" y="144657"/>
                  </a:lnTo>
                  <a:lnTo>
                    <a:pt x="3192147" y="145063"/>
                  </a:lnTo>
                  <a:lnTo>
                    <a:pt x="3187908" y="145063"/>
                  </a:lnTo>
                  <a:lnTo>
                    <a:pt x="3187908" y="145063"/>
                  </a:lnTo>
                  <a:lnTo>
                    <a:pt x="3183668" y="145063"/>
                  </a:lnTo>
                  <a:lnTo>
                    <a:pt x="3183668" y="145470"/>
                  </a:lnTo>
                  <a:lnTo>
                    <a:pt x="3179429" y="145470"/>
                  </a:lnTo>
                  <a:lnTo>
                    <a:pt x="3179429" y="145470"/>
                  </a:lnTo>
                  <a:lnTo>
                    <a:pt x="3175190" y="145470"/>
                  </a:lnTo>
                  <a:lnTo>
                    <a:pt x="3175190" y="145470"/>
                  </a:lnTo>
                  <a:lnTo>
                    <a:pt x="3170951" y="145470"/>
                  </a:lnTo>
                  <a:lnTo>
                    <a:pt x="3170951" y="145470"/>
                  </a:lnTo>
                  <a:lnTo>
                    <a:pt x="3166711" y="145470"/>
                  </a:lnTo>
                  <a:lnTo>
                    <a:pt x="3166711" y="145470"/>
                  </a:lnTo>
                  <a:lnTo>
                    <a:pt x="3162472" y="145470"/>
                  </a:lnTo>
                  <a:lnTo>
                    <a:pt x="3162472" y="145875"/>
                  </a:lnTo>
                  <a:lnTo>
                    <a:pt x="3158233" y="145875"/>
                  </a:lnTo>
                  <a:lnTo>
                    <a:pt x="3158233" y="145875"/>
                  </a:lnTo>
                  <a:lnTo>
                    <a:pt x="3153994" y="145875"/>
                  </a:lnTo>
                  <a:lnTo>
                    <a:pt x="3153994" y="145875"/>
                  </a:lnTo>
                  <a:lnTo>
                    <a:pt x="3149754" y="145875"/>
                  </a:lnTo>
                  <a:lnTo>
                    <a:pt x="3149754" y="145875"/>
                  </a:lnTo>
                  <a:lnTo>
                    <a:pt x="3145515" y="145875"/>
                  </a:lnTo>
                  <a:lnTo>
                    <a:pt x="3145515" y="145875"/>
                  </a:lnTo>
                  <a:lnTo>
                    <a:pt x="3141276" y="145875"/>
                  </a:lnTo>
                  <a:lnTo>
                    <a:pt x="3141276" y="145875"/>
                  </a:lnTo>
                  <a:lnTo>
                    <a:pt x="3137037" y="145875"/>
                  </a:lnTo>
                  <a:lnTo>
                    <a:pt x="3137037" y="145875"/>
                  </a:lnTo>
                  <a:lnTo>
                    <a:pt x="3132798" y="145875"/>
                  </a:lnTo>
                  <a:lnTo>
                    <a:pt x="3132798" y="146278"/>
                  </a:lnTo>
                  <a:lnTo>
                    <a:pt x="3128558" y="146278"/>
                  </a:lnTo>
                  <a:lnTo>
                    <a:pt x="3128558" y="146278"/>
                  </a:lnTo>
                  <a:lnTo>
                    <a:pt x="3124319" y="146278"/>
                  </a:lnTo>
                  <a:lnTo>
                    <a:pt x="3124319" y="147082"/>
                  </a:lnTo>
                  <a:lnTo>
                    <a:pt x="3120080" y="147082"/>
                  </a:lnTo>
                  <a:lnTo>
                    <a:pt x="3120080" y="147082"/>
                  </a:lnTo>
                  <a:lnTo>
                    <a:pt x="3115841" y="147082"/>
                  </a:lnTo>
                  <a:lnTo>
                    <a:pt x="3115841" y="147082"/>
                  </a:lnTo>
                  <a:lnTo>
                    <a:pt x="3111601" y="147082"/>
                  </a:lnTo>
                  <a:lnTo>
                    <a:pt x="3111601" y="147484"/>
                  </a:lnTo>
                  <a:lnTo>
                    <a:pt x="3107362" y="147484"/>
                  </a:lnTo>
                  <a:lnTo>
                    <a:pt x="3107362" y="147484"/>
                  </a:lnTo>
                  <a:lnTo>
                    <a:pt x="3103123" y="147484"/>
                  </a:lnTo>
                  <a:lnTo>
                    <a:pt x="3103123" y="149085"/>
                  </a:lnTo>
                  <a:lnTo>
                    <a:pt x="3098884" y="149085"/>
                  </a:lnTo>
                  <a:lnTo>
                    <a:pt x="3098884" y="149085"/>
                  </a:lnTo>
                  <a:lnTo>
                    <a:pt x="3094644" y="149085"/>
                  </a:lnTo>
                  <a:lnTo>
                    <a:pt x="3094644" y="149085"/>
                  </a:lnTo>
                  <a:lnTo>
                    <a:pt x="3090405" y="149085"/>
                  </a:lnTo>
                  <a:lnTo>
                    <a:pt x="3090405" y="150684"/>
                  </a:lnTo>
                  <a:lnTo>
                    <a:pt x="3086166" y="150684"/>
                  </a:lnTo>
                  <a:lnTo>
                    <a:pt x="3086166" y="150684"/>
                  </a:lnTo>
                  <a:lnTo>
                    <a:pt x="3081927" y="150684"/>
                  </a:lnTo>
                  <a:lnTo>
                    <a:pt x="3081927" y="150684"/>
                  </a:lnTo>
                  <a:lnTo>
                    <a:pt x="3077687" y="150684"/>
                  </a:lnTo>
                  <a:lnTo>
                    <a:pt x="3077687" y="150684"/>
                  </a:lnTo>
                  <a:lnTo>
                    <a:pt x="3073448" y="150684"/>
                  </a:lnTo>
                  <a:lnTo>
                    <a:pt x="3073448" y="151880"/>
                  </a:lnTo>
                  <a:lnTo>
                    <a:pt x="3069209" y="151880"/>
                  </a:lnTo>
                  <a:lnTo>
                    <a:pt x="3069209" y="152676"/>
                  </a:lnTo>
                  <a:lnTo>
                    <a:pt x="3064970" y="152676"/>
                  </a:lnTo>
                  <a:lnTo>
                    <a:pt x="3064970" y="153074"/>
                  </a:lnTo>
                  <a:lnTo>
                    <a:pt x="3060730" y="153074"/>
                  </a:lnTo>
                  <a:lnTo>
                    <a:pt x="3060730" y="153074"/>
                  </a:lnTo>
                  <a:lnTo>
                    <a:pt x="3056491" y="153074"/>
                  </a:lnTo>
                  <a:lnTo>
                    <a:pt x="3056491" y="153472"/>
                  </a:lnTo>
                  <a:lnTo>
                    <a:pt x="3052252" y="153472"/>
                  </a:lnTo>
                  <a:lnTo>
                    <a:pt x="3052252" y="153870"/>
                  </a:lnTo>
                  <a:lnTo>
                    <a:pt x="3048013" y="153870"/>
                  </a:lnTo>
                  <a:lnTo>
                    <a:pt x="3048013" y="154267"/>
                  </a:lnTo>
                  <a:lnTo>
                    <a:pt x="3043773" y="154267"/>
                  </a:lnTo>
                  <a:lnTo>
                    <a:pt x="3043773" y="154267"/>
                  </a:lnTo>
                  <a:lnTo>
                    <a:pt x="3039534" y="154267"/>
                  </a:lnTo>
                  <a:lnTo>
                    <a:pt x="3039534" y="154664"/>
                  </a:lnTo>
                  <a:lnTo>
                    <a:pt x="3035295" y="154664"/>
                  </a:lnTo>
                  <a:lnTo>
                    <a:pt x="3035295" y="154664"/>
                  </a:lnTo>
                  <a:lnTo>
                    <a:pt x="3031056" y="154664"/>
                  </a:lnTo>
                  <a:lnTo>
                    <a:pt x="3031056" y="155060"/>
                  </a:lnTo>
                  <a:lnTo>
                    <a:pt x="3026817" y="155060"/>
                  </a:lnTo>
                  <a:lnTo>
                    <a:pt x="3026817" y="155060"/>
                  </a:lnTo>
                  <a:lnTo>
                    <a:pt x="3022577" y="155060"/>
                  </a:lnTo>
                  <a:lnTo>
                    <a:pt x="3022577" y="155060"/>
                  </a:lnTo>
                  <a:lnTo>
                    <a:pt x="3018338" y="155060"/>
                  </a:lnTo>
                  <a:lnTo>
                    <a:pt x="3018338" y="155060"/>
                  </a:lnTo>
                  <a:lnTo>
                    <a:pt x="3014099" y="155060"/>
                  </a:lnTo>
                  <a:lnTo>
                    <a:pt x="3014099" y="155060"/>
                  </a:lnTo>
                  <a:lnTo>
                    <a:pt x="3009860" y="155060"/>
                  </a:lnTo>
                  <a:lnTo>
                    <a:pt x="3009860" y="155060"/>
                  </a:lnTo>
                  <a:lnTo>
                    <a:pt x="3005620" y="155060"/>
                  </a:lnTo>
                  <a:lnTo>
                    <a:pt x="3005620" y="155060"/>
                  </a:lnTo>
                  <a:lnTo>
                    <a:pt x="3001381" y="155060"/>
                  </a:lnTo>
                  <a:lnTo>
                    <a:pt x="3001381" y="155454"/>
                  </a:lnTo>
                  <a:lnTo>
                    <a:pt x="2997142" y="155454"/>
                  </a:lnTo>
                  <a:lnTo>
                    <a:pt x="2997142" y="155454"/>
                  </a:lnTo>
                  <a:lnTo>
                    <a:pt x="2992903" y="155454"/>
                  </a:lnTo>
                  <a:lnTo>
                    <a:pt x="2992903" y="155848"/>
                  </a:lnTo>
                  <a:lnTo>
                    <a:pt x="2988663" y="155848"/>
                  </a:lnTo>
                  <a:lnTo>
                    <a:pt x="2988663" y="155848"/>
                  </a:lnTo>
                  <a:lnTo>
                    <a:pt x="2984424" y="155848"/>
                  </a:lnTo>
                  <a:lnTo>
                    <a:pt x="2984424" y="156633"/>
                  </a:lnTo>
                  <a:lnTo>
                    <a:pt x="2980185" y="156633"/>
                  </a:lnTo>
                  <a:lnTo>
                    <a:pt x="2980185" y="156633"/>
                  </a:lnTo>
                  <a:lnTo>
                    <a:pt x="2975946" y="156633"/>
                  </a:lnTo>
                  <a:lnTo>
                    <a:pt x="2975946" y="156633"/>
                  </a:lnTo>
                  <a:lnTo>
                    <a:pt x="2971706" y="156633"/>
                  </a:lnTo>
                  <a:lnTo>
                    <a:pt x="2971706" y="156633"/>
                  </a:lnTo>
                  <a:lnTo>
                    <a:pt x="2967467" y="156633"/>
                  </a:lnTo>
                  <a:lnTo>
                    <a:pt x="2967467" y="156633"/>
                  </a:lnTo>
                  <a:lnTo>
                    <a:pt x="2963228" y="156633"/>
                  </a:lnTo>
                  <a:lnTo>
                    <a:pt x="2963228" y="156633"/>
                  </a:lnTo>
                  <a:lnTo>
                    <a:pt x="2958989" y="156633"/>
                  </a:lnTo>
                  <a:lnTo>
                    <a:pt x="2958989" y="156633"/>
                  </a:lnTo>
                  <a:lnTo>
                    <a:pt x="2954749" y="156633"/>
                  </a:lnTo>
                  <a:lnTo>
                    <a:pt x="2954749" y="157023"/>
                  </a:lnTo>
                  <a:lnTo>
                    <a:pt x="2950510" y="157023"/>
                  </a:lnTo>
                  <a:lnTo>
                    <a:pt x="2950510" y="157804"/>
                  </a:lnTo>
                  <a:lnTo>
                    <a:pt x="2946271" y="157804"/>
                  </a:lnTo>
                  <a:lnTo>
                    <a:pt x="2946271" y="158193"/>
                  </a:lnTo>
                  <a:lnTo>
                    <a:pt x="2942032" y="158193"/>
                  </a:lnTo>
                  <a:lnTo>
                    <a:pt x="2942032" y="158583"/>
                  </a:lnTo>
                  <a:lnTo>
                    <a:pt x="2937792" y="158583"/>
                  </a:lnTo>
                  <a:lnTo>
                    <a:pt x="2937792" y="158583"/>
                  </a:lnTo>
                  <a:lnTo>
                    <a:pt x="2933553" y="158583"/>
                  </a:lnTo>
                  <a:lnTo>
                    <a:pt x="2933553" y="158972"/>
                  </a:lnTo>
                  <a:lnTo>
                    <a:pt x="2929314" y="158972"/>
                  </a:lnTo>
                  <a:lnTo>
                    <a:pt x="2929314" y="158972"/>
                  </a:lnTo>
                  <a:lnTo>
                    <a:pt x="2925075" y="158972"/>
                  </a:lnTo>
                  <a:lnTo>
                    <a:pt x="2925075" y="159360"/>
                  </a:lnTo>
                  <a:lnTo>
                    <a:pt x="2920836" y="159360"/>
                  </a:lnTo>
                  <a:lnTo>
                    <a:pt x="2920836" y="159360"/>
                  </a:lnTo>
                  <a:lnTo>
                    <a:pt x="2916596" y="159360"/>
                  </a:lnTo>
                  <a:lnTo>
                    <a:pt x="2916596" y="159360"/>
                  </a:lnTo>
                  <a:lnTo>
                    <a:pt x="2912357" y="159360"/>
                  </a:lnTo>
                  <a:lnTo>
                    <a:pt x="2912357" y="159747"/>
                  </a:lnTo>
                  <a:lnTo>
                    <a:pt x="2908118" y="159747"/>
                  </a:lnTo>
                  <a:lnTo>
                    <a:pt x="2908118" y="159747"/>
                  </a:lnTo>
                  <a:lnTo>
                    <a:pt x="2903879" y="159747"/>
                  </a:lnTo>
                  <a:lnTo>
                    <a:pt x="2903879" y="160134"/>
                  </a:lnTo>
                  <a:lnTo>
                    <a:pt x="2899639" y="160134"/>
                  </a:lnTo>
                  <a:lnTo>
                    <a:pt x="2899639" y="160134"/>
                  </a:lnTo>
                  <a:lnTo>
                    <a:pt x="2895400" y="160134"/>
                  </a:lnTo>
                  <a:lnTo>
                    <a:pt x="2895400" y="160907"/>
                  </a:lnTo>
                  <a:lnTo>
                    <a:pt x="2891161" y="160907"/>
                  </a:lnTo>
                  <a:lnTo>
                    <a:pt x="2891161" y="161292"/>
                  </a:lnTo>
                  <a:lnTo>
                    <a:pt x="2886922" y="161292"/>
                  </a:lnTo>
                  <a:lnTo>
                    <a:pt x="2886922" y="162450"/>
                  </a:lnTo>
                  <a:lnTo>
                    <a:pt x="2882682" y="162450"/>
                  </a:lnTo>
                  <a:lnTo>
                    <a:pt x="2882682" y="162450"/>
                  </a:lnTo>
                  <a:lnTo>
                    <a:pt x="2878443" y="162450"/>
                  </a:lnTo>
                  <a:lnTo>
                    <a:pt x="2878443" y="162450"/>
                  </a:lnTo>
                  <a:lnTo>
                    <a:pt x="2874204" y="162450"/>
                  </a:lnTo>
                  <a:lnTo>
                    <a:pt x="2874204" y="162835"/>
                  </a:lnTo>
                  <a:lnTo>
                    <a:pt x="2869965" y="162835"/>
                  </a:lnTo>
                  <a:lnTo>
                    <a:pt x="2869965" y="162835"/>
                  </a:lnTo>
                  <a:lnTo>
                    <a:pt x="2865725" y="162835"/>
                  </a:lnTo>
                  <a:lnTo>
                    <a:pt x="2865725" y="163603"/>
                  </a:lnTo>
                  <a:lnTo>
                    <a:pt x="2861486" y="163603"/>
                  </a:lnTo>
                  <a:lnTo>
                    <a:pt x="2861486" y="163987"/>
                  </a:lnTo>
                  <a:lnTo>
                    <a:pt x="2857247" y="163987"/>
                  </a:lnTo>
                  <a:lnTo>
                    <a:pt x="2857247" y="164370"/>
                  </a:lnTo>
                  <a:lnTo>
                    <a:pt x="2853008" y="164370"/>
                  </a:lnTo>
                  <a:lnTo>
                    <a:pt x="2853008" y="164370"/>
                  </a:lnTo>
                  <a:lnTo>
                    <a:pt x="2848768" y="164370"/>
                  </a:lnTo>
                  <a:lnTo>
                    <a:pt x="2848768" y="164754"/>
                  </a:lnTo>
                  <a:lnTo>
                    <a:pt x="2844529" y="164754"/>
                  </a:lnTo>
                  <a:lnTo>
                    <a:pt x="2844529" y="164754"/>
                  </a:lnTo>
                  <a:lnTo>
                    <a:pt x="2840290" y="164754"/>
                  </a:lnTo>
                  <a:lnTo>
                    <a:pt x="2840290" y="164754"/>
                  </a:lnTo>
                  <a:lnTo>
                    <a:pt x="2836051" y="164754"/>
                  </a:lnTo>
                  <a:lnTo>
                    <a:pt x="2836051" y="165136"/>
                  </a:lnTo>
                  <a:lnTo>
                    <a:pt x="2831812" y="165136"/>
                  </a:lnTo>
                  <a:lnTo>
                    <a:pt x="2831812" y="165136"/>
                  </a:lnTo>
                  <a:lnTo>
                    <a:pt x="2827572" y="165136"/>
                  </a:lnTo>
                  <a:lnTo>
                    <a:pt x="2827572" y="165136"/>
                  </a:lnTo>
                  <a:lnTo>
                    <a:pt x="2823333" y="165136"/>
                  </a:lnTo>
                  <a:lnTo>
                    <a:pt x="2823333" y="165136"/>
                  </a:lnTo>
                  <a:lnTo>
                    <a:pt x="2819094" y="165136"/>
                  </a:lnTo>
                  <a:lnTo>
                    <a:pt x="2819094" y="166281"/>
                  </a:lnTo>
                  <a:lnTo>
                    <a:pt x="2814855" y="166281"/>
                  </a:lnTo>
                  <a:lnTo>
                    <a:pt x="2814855" y="166663"/>
                  </a:lnTo>
                  <a:lnTo>
                    <a:pt x="2810615" y="166663"/>
                  </a:lnTo>
                  <a:lnTo>
                    <a:pt x="2810615" y="166663"/>
                  </a:lnTo>
                  <a:lnTo>
                    <a:pt x="2806376" y="166663"/>
                  </a:lnTo>
                  <a:lnTo>
                    <a:pt x="2806376" y="167044"/>
                  </a:lnTo>
                  <a:lnTo>
                    <a:pt x="2802137" y="167044"/>
                  </a:lnTo>
                  <a:lnTo>
                    <a:pt x="2802137" y="167044"/>
                  </a:lnTo>
                  <a:lnTo>
                    <a:pt x="2797898" y="167044"/>
                  </a:lnTo>
                  <a:lnTo>
                    <a:pt x="2797898" y="167424"/>
                  </a:lnTo>
                  <a:lnTo>
                    <a:pt x="2793658" y="167424"/>
                  </a:lnTo>
                  <a:lnTo>
                    <a:pt x="2793658" y="167424"/>
                  </a:lnTo>
                  <a:lnTo>
                    <a:pt x="2789419" y="167424"/>
                  </a:lnTo>
                  <a:lnTo>
                    <a:pt x="2789419" y="167803"/>
                  </a:lnTo>
                  <a:lnTo>
                    <a:pt x="2785180" y="167803"/>
                  </a:lnTo>
                  <a:lnTo>
                    <a:pt x="2785180" y="167803"/>
                  </a:lnTo>
                  <a:lnTo>
                    <a:pt x="2780941" y="167803"/>
                  </a:lnTo>
                  <a:lnTo>
                    <a:pt x="2780941" y="167803"/>
                  </a:lnTo>
                  <a:lnTo>
                    <a:pt x="2776701" y="167803"/>
                  </a:lnTo>
                  <a:lnTo>
                    <a:pt x="2776701" y="168560"/>
                  </a:lnTo>
                  <a:lnTo>
                    <a:pt x="2772462" y="168560"/>
                  </a:lnTo>
                  <a:lnTo>
                    <a:pt x="2772462" y="168560"/>
                  </a:lnTo>
                  <a:lnTo>
                    <a:pt x="2768223" y="168560"/>
                  </a:lnTo>
                  <a:lnTo>
                    <a:pt x="2768223" y="168938"/>
                  </a:lnTo>
                  <a:lnTo>
                    <a:pt x="2763984" y="168938"/>
                  </a:lnTo>
                  <a:lnTo>
                    <a:pt x="2763984" y="168938"/>
                  </a:lnTo>
                  <a:lnTo>
                    <a:pt x="2759744" y="168938"/>
                  </a:lnTo>
                  <a:lnTo>
                    <a:pt x="2759744" y="169315"/>
                  </a:lnTo>
                  <a:lnTo>
                    <a:pt x="2755505" y="169315"/>
                  </a:lnTo>
                  <a:lnTo>
                    <a:pt x="2755505" y="169692"/>
                  </a:lnTo>
                  <a:lnTo>
                    <a:pt x="2751266" y="169692"/>
                  </a:lnTo>
                  <a:lnTo>
                    <a:pt x="2751266" y="169692"/>
                  </a:lnTo>
                  <a:lnTo>
                    <a:pt x="2747027" y="169692"/>
                  </a:lnTo>
                  <a:lnTo>
                    <a:pt x="2747027" y="170821"/>
                  </a:lnTo>
                  <a:lnTo>
                    <a:pt x="2742787" y="170821"/>
                  </a:lnTo>
                  <a:lnTo>
                    <a:pt x="2742787" y="171197"/>
                  </a:lnTo>
                  <a:lnTo>
                    <a:pt x="2738548" y="171197"/>
                  </a:lnTo>
                  <a:lnTo>
                    <a:pt x="2738548" y="171197"/>
                  </a:lnTo>
                  <a:lnTo>
                    <a:pt x="2734309" y="171197"/>
                  </a:lnTo>
                  <a:lnTo>
                    <a:pt x="2734309" y="171197"/>
                  </a:lnTo>
                  <a:lnTo>
                    <a:pt x="2730070" y="171197"/>
                  </a:lnTo>
                  <a:lnTo>
                    <a:pt x="2730070" y="171197"/>
                  </a:lnTo>
                  <a:lnTo>
                    <a:pt x="2725831" y="171197"/>
                  </a:lnTo>
                  <a:lnTo>
                    <a:pt x="2725831" y="171572"/>
                  </a:lnTo>
                  <a:lnTo>
                    <a:pt x="2721591" y="171572"/>
                  </a:lnTo>
                  <a:lnTo>
                    <a:pt x="2721591" y="171947"/>
                  </a:lnTo>
                  <a:lnTo>
                    <a:pt x="2717352" y="171947"/>
                  </a:lnTo>
                  <a:lnTo>
                    <a:pt x="2717352" y="172321"/>
                  </a:lnTo>
                  <a:lnTo>
                    <a:pt x="2713113" y="172321"/>
                  </a:lnTo>
                  <a:lnTo>
                    <a:pt x="2713113" y="172694"/>
                  </a:lnTo>
                  <a:lnTo>
                    <a:pt x="2708874" y="172694"/>
                  </a:lnTo>
                  <a:lnTo>
                    <a:pt x="2708874" y="173068"/>
                  </a:lnTo>
                  <a:lnTo>
                    <a:pt x="2704634" y="173068"/>
                  </a:lnTo>
                  <a:lnTo>
                    <a:pt x="2704634" y="173814"/>
                  </a:lnTo>
                  <a:lnTo>
                    <a:pt x="2700395" y="173814"/>
                  </a:lnTo>
                  <a:lnTo>
                    <a:pt x="2700395" y="173814"/>
                  </a:lnTo>
                  <a:lnTo>
                    <a:pt x="2696156" y="173814"/>
                  </a:lnTo>
                  <a:lnTo>
                    <a:pt x="2696156" y="173814"/>
                  </a:lnTo>
                  <a:lnTo>
                    <a:pt x="2691917" y="173814"/>
                  </a:lnTo>
                  <a:lnTo>
                    <a:pt x="2691917" y="174932"/>
                  </a:lnTo>
                  <a:lnTo>
                    <a:pt x="2687677" y="174932"/>
                  </a:lnTo>
                  <a:lnTo>
                    <a:pt x="2687677" y="176049"/>
                  </a:lnTo>
                  <a:lnTo>
                    <a:pt x="2683438" y="176049"/>
                  </a:lnTo>
                  <a:lnTo>
                    <a:pt x="2683438" y="177536"/>
                  </a:lnTo>
                  <a:lnTo>
                    <a:pt x="2679199" y="177536"/>
                  </a:lnTo>
                  <a:lnTo>
                    <a:pt x="2679199" y="177536"/>
                  </a:lnTo>
                  <a:lnTo>
                    <a:pt x="2674960" y="177536"/>
                  </a:lnTo>
                  <a:lnTo>
                    <a:pt x="2674960" y="177536"/>
                  </a:lnTo>
                  <a:lnTo>
                    <a:pt x="2670720" y="177536"/>
                  </a:lnTo>
                  <a:lnTo>
                    <a:pt x="2670720" y="177536"/>
                  </a:lnTo>
                  <a:lnTo>
                    <a:pt x="2666481" y="177536"/>
                  </a:lnTo>
                  <a:lnTo>
                    <a:pt x="2666481" y="177536"/>
                  </a:lnTo>
                  <a:lnTo>
                    <a:pt x="2662242" y="177536"/>
                  </a:lnTo>
                  <a:lnTo>
                    <a:pt x="2662242" y="177536"/>
                  </a:lnTo>
                  <a:lnTo>
                    <a:pt x="2658003" y="177536"/>
                  </a:lnTo>
                  <a:lnTo>
                    <a:pt x="2658003" y="177536"/>
                  </a:lnTo>
                  <a:lnTo>
                    <a:pt x="2653763" y="177536"/>
                  </a:lnTo>
                  <a:lnTo>
                    <a:pt x="2653763" y="177907"/>
                  </a:lnTo>
                  <a:lnTo>
                    <a:pt x="2649524" y="177907"/>
                  </a:lnTo>
                  <a:lnTo>
                    <a:pt x="2649524" y="177907"/>
                  </a:lnTo>
                  <a:lnTo>
                    <a:pt x="2645285" y="177907"/>
                  </a:lnTo>
                  <a:lnTo>
                    <a:pt x="2645285" y="177907"/>
                  </a:lnTo>
                  <a:lnTo>
                    <a:pt x="2641046" y="177907"/>
                  </a:lnTo>
                  <a:lnTo>
                    <a:pt x="2641046" y="177907"/>
                  </a:lnTo>
                  <a:lnTo>
                    <a:pt x="2636806" y="177907"/>
                  </a:lnTo>
                  <a:lnTo>
                    <a:pt x="2636806" y="177907"/>
                  </a:lnTo>
                  <a:lnTo>
                    <a:pt x="2632567" y="177907"/>
                  </a:lnTo>
                  <a:lnTo>
                    <a:pt x="2632567" y="177907"/>
                  </a:lnTo>
                  <a:lnTo>
                    <a:pt x="2628328" y="177907"/>
                  </a:lnTo>
                  <a:lnTo>
                    <a:pt x="2628328" y="179381"/>
                  </a:lnTo>
                  <a:lnTo>
                    <a:pt x="2624089" y="179381"/>
                  </a:lnTo>
                  <a:lnTo>
                    <a:pt x="2624089" y="179381"/>
                  </a:lnTo>
                  <a:lnTo>
                    <a:pt x="2619850" y="179381"/>
                  </a:lnTo>
                  <a:lnTo>
                    <a:pt x="2619850" y="179749"/>
                  </a:lnTo>
                  <a:lnTo>
                    <a:pt x="2615610" y="179749"/>
                  </a:lnTo>
                  <a:lnTo>
                    <a:pt x="2615610" y="179749"/>
                  </a:lnTo>
                  <a:lnTo>
                    <a:pt x="2611371" y="179749"/>
                  </a:lnTo>
                  <a:lnTo>
                    <a:pt x="2611371" y="179749"/>
                  </a:lnTo>
                  <a:lnTo>
                    <a:pt x="2607132" y="179749"/>
                  </a:lnTo>
                  <a:lnTo>
                    <a:pt x="2607132" y="180117"/>
                  </a:lnTo>
                  <a:lnTo>
                    <a:pt x="2602893" y="180117"/>
                  </a:lnTo>
                  <a:lnTo>
                    <a:pt x="2602893" y="180117"/>
                  </a:lnTo>
                  <a:lnTo>
                    <a:pt x="2598653" y="180117"/>
                  </a:lnTo>
                  <a:lnTo>
                    <a:pt x="2598653" y="180851"/>
                  </a:lnTo>
                  <a:lnTo>
                    <a:pt x="2594414" y="180851"/>
                  </a:lnTo>
                  <a:lnTo>
                    <a:pt x="2594414" y="180851"/>
                  </a:lnTo>
                  <a:lnTo>
                    <a:pt x="2590175" y="180851"/>
                  </a:lnTo>
                  <a:lnTo>
                    <a:pt x="2590175" y="180851"/>
                  </a:lnTo>
                  <a:lnTo>
                    <a:pt x="2585936" y="180851"/>
                  </a:lnTo>
                  <a:lnTo>
                    <a:pt x="2585936" y="181217"/>
                  </a:lnTo>
                  <a:lnTo>
                    <a:pt x="2581696" y="181217"/>
                  </a:lnTo>
                  <a:lnTo>
                    <a:pt x="2581696" y="181584"/>
                  </a:lnTo>
                  <a:lnTo>
                    <a:pt x="2577457" y="181584"/>
                  </a:lnTo>
                  <a:lnTo>
                    <a:pt x="2577457" y="181950"/>
                  </a:lnTo>
                  <a:lnTo>
                    <a:pt x="2573218" y="181950"/>
                  </a:lnTo>
                  <a:lnTo>
                    <a:pt x="2573218" y="181950"/>
                  </a:lnTo>
                  <a:lnTo>
                    <a:pt x="2568979" y="181950"/>
                  </a:lnTo>
                  <a:lnTo>
                    <a:pt x="2568979" y="183046"/>
                  </a:lnTo>
                  <a:lnTo>
                    <a:pt x="2564739" y="183046"/>
                  </a:lnTo>
                  <a:lnTo>
                    <a:pt x="2564739" y="183046"/>
                  </a:lnTo>
                  <a:lnTo>
                    <a:pt x="2560500" y="183046"/>
                  </a:lnTo>
                  <a:lnTo>
                    <a:pt x="2560500" y="183411"/>
                  </a:lnTo>
                  <a:lnTo>
                    <a:pt x="2556261" y="183411"/>
                  </a:lnTo>
                  <a:lnTo>
                    <a:pt x="2556261" y="183775"/>
                  </a:lnTo>
                  <a:lnTo>
                    <a:pt x="2552022" y="183775"/>
                  </a:lnTo>
                  <a:lnTo>
                    <a:pt x="2552022" y="184140"/>
                  </a:lnTo>
                  <a:lnTo>
                    <a:pt x="2547782" y="184140"/>
                  </a:lnTo>
                  <a:lnTo>
                    <a:pt x="2547782" y="184504"/>
                  </a:lnTo>
                  <a:lnTo>
                    <a:pt x="2543543" y="184504"/>
                  </a:lnTo>
                  <a:lnTo>
                    <a:pt x="2543543" y="184867"/>
                  </a:lnTo>
                  <a:lnTo>
                    <a:pt x="2539304" y="184867"/>
                  </a:lnTo>
                  <a:lnTo>
                    <a:pt x="2539304" y="185231"/>
                  </a:lnTo>
                  <a:lnTo>
                    <a:pt x="2535065" y="185231"/>
                  </a:lnTo>
                  <a:lnTo>
                    <a:pt x="2535065" y="185231"/>
                  </a:lnTo>
                  <a:lnTo>
                    <a:pt x="2530825" y="185231"/>
                  </a:lnTo>
                  <a:lnTo>
                    <a:pt x="2530825" y="185594"/>
                  </a:lnTo>
                  <a:lnTo>
                    <a:pt x="2526586" y="185594"/>
                  </a:lnTo>
                  <a:lnTo>
                    <a:pt x="2526586" y="185594"/>
                  </a:lnTo>
                  <a:lnTo>
                    <a:pt x="2522347" y="185594"/>
                  </a:lnTo>
                  <a:lnTo>
                    <a:pt x="2522347" y="185957"/>
                  </a:lnTo>
                  <a:lnTo>
                    <a:pt x="2518108" y="185957"/>
                  </a:lnTo>
                  <a:lnTo>
                    <a:pt x="2518108" y="185957"/>
                  </a:lnTo>
                  <a:lnTo>
                    <a:pt x="2513869" y="185957"/>
                  </a:lnTo>
                  <a:lnTo>
                    <a:pt x="2513869" y="185957"/>
                  </a:lnTo>
                  <a:lnTo>
                    <a:pt x="2509629" y="185957"/>
                  </a:lnTo>
                  <a:lnTo>
                    <a:pt x="2509629" y="186318"/>
                  </a:lnTo>
                  <a:lnTo>
                    <a:pt x="2505390" y="186318"/>
                  </a:lnTo>
                  <a:lnTo>
                    <a:pt x="2505390" y="187040"/>
                  </a:lnTo>
                  <a:lnTo>
                    <a:pt x="2501151" y="187040"/>
                  </a:lnTo>
                  <a:lnTo>
                    <a:pt x="2501151" y="187040"/>
                  </a:lnTo>
                  <a:lnTo>
                    <a:pt x="2496912" y="187040"/>
                  </a:lnTo>
                  <a:lnTo>
                    <a:pt x="2496912" y="187040"/>
                  </a:lnTo>
                  <a:lnTo>
                    <a:pt x="2492672" y="187040"/>
                  </a:lnTo>
                  <a:lnTo>
                    <a:pt x="2492672" y="187040"/>
                  </a:lnTo>
                  <a:lnTo>
                    <a:pt x="2488433" y="187040"/>
                  </a:lnTo>
                  <a:lnTo>
                    <a:pt x="2488433" y="187040"/>
                  </a:lnTo>
                  <a:lnTo>
                    <a:pt x="2484194" y="187040"/>
                  </a:lnTo>
                  <a:lnTo>
                    <a:pt x="2484194" y="187040"/>
                  </a:lnTo>
                  <a:lnTo>
                    <a:pt x="2479955" y="187040"/>
                  </a:lnTo>
                  <a:lnTo>
                    <a:pt x="2479955" y="187759"/>
                  </a:lnTo>
                  <a:lnTo>
                    <a:pt x="2475715" y="187759"/>
                  </a:lnTo>
                  <a:lnTo>
                    <a:pt x="2475715" y="187759"/>
                  </a:lnTo>
                  <a:lnTo>
                    <a:pt x="2471476" y="187759"/>
                  </a:lnTo>
                  <a:lnTo>
                    <a:pt x="2471476" y="187759"/>
                  </a:lnTo>
                  <a:lnTo>
                    <a:pt x="2467237" y="187759"/>
                  </a:lnTo>
                  <a:lnTo>
                    <a:pt x="2467237" y="187759"/>
                  </a:lnTo>
                  <a:lnTo>
                    <a:pt x="2462998" y="187759"/>
                  </a:lnTo>
                  <a:lnTo>
                    <a:pt x="2462998" y="187759"/>
                  </a:lnTo>
                  <a:lnTo>
                    <a:pt x="2458758" y="187759"/>
                  </a:lnTo>
                  <a:lnTo>
                    <a:pt x="2458758" y="188118"/>
                  </a:lnTo>
                  <a:lnTo>
                    <a:pt x="2454519" y="188118"/>
                  </a:lnTo>
                  <a:lnTo>
                    <a:pt x="2454519" y="188477"/>
                  </a:lnTo>
                  <a:lnTo>
                    <a:pt x="2450280" y="188477"/>
                  </a:lnTo>
                  <a:lnTo>
                    <a:pt x="2450280" y="188477"/>
                  </a:lnTo>
                  <a:lnTo>
                    <a:pt x="2446041" y="188477"/>
                  </a:lnTo>
                  <a:lnTo>
                    <a:pt x="2446041" y="188835"/>
                  </a:lnTo>
                  <a:lnTo>
                    <a:pt x="2441801" y="188835"/>
                  </a:lnTo>
                  <a:lnTo>
                    <a:pt x="2441801" y="188835"/>
                  </a:lnTo>
                  <a:lnTo>
                    <a:pt x="2437562" y="188835"/>
                  </a:lnTo>
                  <a:lnTo>
                    <a:pt x="2437562" y="188835"/>
                  </a:lnTo>
                  <a:lnTo>
                    <a:pt x="2433323" y="188835"/>
                  </a:lnTo>
                  <a:lnTo>
                    <a:pt x="2433323" y="188835"/>
                  </a:lnTo>
                  <a:lnTo>
                    <a:pt x="2429084" y="188835"/>
                  </a:lnTo>
                  <a:lnTo>
                    <a:pt x="2429084" y="189551"/>
                  </a:lnTo>
                  <a:lnTo>
                    <a:pt x="2424845" y="189551"/>
                  </a:lnTo>
                  <a:lnTo>
                    <a:pt x="2424845" y="189551"/>
                  </a:lnTo>
                  <a:lnTo>
                    <a:pt x="2420605" y="189551"/>
                  </a:lnTo>
                  <a:lnTo>
                    <a:pt x="2420605" y="189551"/>
                  </a:lnTo>
                  <a:lnTo>
                    <a:pt x="2416366" y="189551"/>
                  </a:lnTo>
                  <a:lnTo>
                    <a:pt x="2416366" y="189551"/>
                  </a:lnTo>
                  <a:lnTo>
                    <a:pt x="2412127" y="189551"/>
                  </a:lnTo>
                  <a:lnTo>
                    <a:pt x="2412127" y="189551"/>
                  </a:lnTo>
                  <a:lnTo>
                    <a:pt x="2407888" y="189551"/>
                  </a:lnTo>
                  <a:lnTo>
                    <a:pt x="2407888" y="189551"/>
                  </a:lnTo>
                  <a:lnTo>
                    <a:pt x="2403648" y="189551"/>
                  </a:lnTo>
                  <a:lnTo>
                    <a:pt x="2403648" y="189551"/>
                  </a:lnTo>
                  <a:lnTo>
                    <a:pt x="2399409" y="189551"/>
                  </a:lnTo>
                  <a:lnTo>
                    <a:pt x="2399409" y="189551"/>
                  </a:lnTo>
                  <a:lnTo>
                    <a:pt x="2395170" y="189551"/>
                  </a:lnTo>
                  <a:lnTo>
                    <a:pt x="2395170" y="189908"/>
                  </a:lnTo>
                  <a:lnTo>
                    <a:pt x="2390931" y="189908"/>
                  </a:lnTo>
                  <a:lnTo>
                    <a:pt x="2390931" y="190620"/>
                  </a:lnTo>
                  <a:lnTo>
                    <a:pt x="2386691" y="190620"/>
                  </a:lnTo>
                  <a:lnTo>
                    <a:pt x="2386691" y="190620"/>
                  </a:lnTo>
                  <a:lnTo>
                    <a:pt x="2382452" y="190620"/>
                  </a:lnTo>
                  <a:lnTo>
                    <a:pt x="2382452" y="190977"/>
                  </a:lnTo>
                  <a:lnTo>
                    <a:pt x="2378213" y="190977"/>
                  </a:lnTo>
                  <a:lnTo>
                    <a:pt x="2378213" y="190977"/>
                  </a:lnTo>
                  <a:lnTo>
                    <a:pt x="2373974" y="190977"/>
                  </a:lnTo>
                  <a:lnTo>
                    <a:pt x="2373974" y="190977"/>
                  </a:lnTo>
                  <a:lnTo>
                    <a:pt x="2369734" y="190977"/>
                  </a:lnTo>
                  <a:lnTo>
                    <a:pt x="2369734" y="190977"/>
                  </a:lnTo>
                  <a:lnTo>
                    <a:pt x="2365495" y="190977"/>
                  </a:lnTo>
                  <a:lnTo>
                    <a:pt x="2365495" y="190977"/>
                  </a:lnTo>
                  <a:lnTo>
                    <a:pt x="2361256" y="190977"/>
                  </a:lnTo>
                  <a:lnTo>
                    <a:pt x="2361256" y="190977"/>
                  </a:lnTo>
                  <a:lnTo>
                    <a:pt x="2357017" y="190977"/>
                  </a:lnTo>
                  <a:lnTo>
                    <a:pt x="2357017" y="190977"/>
                  </a:lnTo>
                  <a:lnTo>
                    <a:pt x="2352777" y="190977"/>
                  </a:lnTo>
                  <a:lnTo>
                    <a:pt x="2352777" y="190977"/>
                  </a:lnTo>
                  <a:lnTo>
                    <a:pt x="2348538" y="190977"/>
                  </a:lnTo>
                  <a:lnTo>
                    <a:pt x="2348538" y="191687"/>
                  </a:lnTo>
                  <a:lnTo>
                    <a:pt x="2344299" y="191687"/>
                  </a:lnTo>
                  <a:lnTo>
                    <a:pt x="2344299" y="192397"/>
                  </a:lnTo>
                  <a:lnTo>
                    <a:pt x="2340060" y="192397"/>
                  </a:lnTo>
                  <a:lnTo>
                    <a:pt x="2340060" y="192753"/>
                  </a:lnTo>
                  <a:lnTo>
                    <a:pt x="2335820" y="192753"/>
                  </a:lnTo>
                  <a:lnTo>
                    <a:pt x="2335820" y="192753"/>
                  </a:lnTo>
                  <a:lnTo>
                    <a:pt x="2331581" y="192753"/>
                  </a:lnTo>
                  <a:lnTo>
                    <a:pt x="2331581" y="193462"/>
                  </a:lnTo>
                  <a:lnTo>
                    <a:pt x="2327342" y="193462"/>
                  </a:lnTo>
                  <a:lnTo>
                    <a:pt x="2327342" y="193816"/>
                  </a:lnTo>
                  <a:lnTo>
                    <a:pt x="2323103" y="193816"/>
                  </a:lnTo>
                  <a:lnTo>
                    <a:pt x="2323103" y="194525"/>
                  </a:lnTo>
                  <a:lnTo>
                    <a:pt x="2318864" y="194525"/>
                  </a:lnTo>
                  <a:lnTo>
                    <a:pt x="2318864" y="194879"/>
                  </a:lnTo>
                  <a:lnTo>
                    <a:pt x="2314624" y="194879"/>
                  </a:lnTo>
                  <a:lnTo>
                    <a:pt x="2314624" y="194879"/>
                  </a:lnTo>
                  <a:lnTo>
                    <a:pt x="2310385" y="194879"/>
                  </a:lnTo>
                  <a:lnTo>
                    <a:pt x="2310385" y="195233"/>
                  </a:lnTo>
                  <a:lnTo>
                    <a:pt x="2306146" y="195233"/>
                  </a:lnTo>
                  <a:lnTo>
                    <a:pt x="2306146" y="195587"/>
                  </a:lnTo>
                  <a:lnTo>
                    <a:pt x="2301907" y="195587"/>
                  </a:lnTo>
                  <a:lnTo>
                    <a:pt x="2301907" y="195941"/>
                  </a:lnTo>
                  <a:lnTo>
                    <a:pt x="2297667" y="195941"/>
                  </a:lnTo>
                  <a:lnTo>
                    <a:pt x="2297667" y="195941"/>
                  </a:lnTo>
                  <a:lnTo>
                    <a:pt x="2293428" y="195941"/>
                  </a:lnTo>
                  <a:lnTo>
                    <a:pt x="2293428" y="196647"/>
                  </a:lnTo>
                  <a:lnTo>
                    <a:pt x="2289189" y="196647"/>
                  </a:lnTo>
                  <a:lnTo>
                    <a:pt x="2289189" y="197000"/>
                  </a:lnTo>
                  <a:lnTo>
                    <a:pt x="2284950" y="197000"/>
                  </a:lnTo>
                  <a:lnTo>
                    <a:pt x="2284950" y="197000"/>
                  </a:lnTo>
                  <a:lnTo>
                    <a:pt x="2280710" y="197000"/>
                  </a:lnTo>
                  <a:lnTo>
                    <a:pt x="2280710" y="197000"/>
                  </a:lnTo>
                  <a:lnTo>
                    <a:pt x="2276471" y="197000"/>
                  </a:lnTo>
                  <a:lnTo>
                    <a:pt x="2276471" y="197000"/>
                  </a:lnTo>
                  <a:lnTo>
                    <a:pt x="2272232" y="197000"/>
                  </a:lnTo>
                  <a:lnTo>
                    <a:pt x="2272232" y="197352"/>
                  </a:lnTo>
                  <a:lnTo>
                    <a:pt x="2267993" y="197352"/>
                  </a:lnTo>
                  <a:lnTo>
                    <a:pt x="2267993" y="197705"/>
                  </a:lnTo>
                  <a:lnTo>
                    <a:pt x="2263753" y="197705"/>
                  </a:lnTo>
                  <a:lnTo>
                    <a:pt x="2263753" y="197705"/>
                  </a:lnTo>
                  <a:lnTo>
                    <a:pt x="2259514" y="197705"/>
                  </a:lnTo>
                  <a:lnTo>
                    <a:pt x="2259514" y="198409"/>
                  </a:lnTo>
                  <a:lnTo>
                    <a:pt x="2255275" y="198409"/>
                  </a:lnTo>
                  <a:lnTo>
                    <a:pt x="2255275" y="199113"/>
                  </a:lnTo>
                  <a:lnTo>
                    <a:pt x="2251036" y="199113"/>
                  </a:lnTo>
                  <a:lnTo>
                    <a:pt x="2251036" y="199113"/>
                  </a:lnTo>
                  <a:lnTo>
                    <a:pt x="2246796" y="199113"/>
                  </a:lnTo>
                  <a:lnTo>
                    <a:pt x="2246796" y="199816"/>
                  </a:lnTo>
                  <a:lnTo>
                    <a:pt x="2242557" y="199816"/>
                  </a:lnTo>
                  <a:lnTo>
                    <a:pt x="2242557" y="200519"/>
                  </a:lnTo>
                  <a:lnTo>
                    <a:pt x="2238318" y="200519"/>
                  </a:lnTo>
                  <a:lnTo>
                    <a:pt x="2238318" y="200519"/>
                  </a:lnTo>
                  <a:lnTo>
                    <a:pt x="2234079" y="200519"/>
                  </a:lnTo>
                  <a:lnTo>
                    <a:pt x="2234079" y="200870"/>
                  </a:lnTo>
                  <a:lnTo>
                    <a:pt x="2229839" y="200870"/>
                  </a:lnTo>
                  <a:lnTo>
                    <a:pt x="2229839" y="200870"/>
                  </a:lnTo>
                  <a:lnTo>
                    <a:pt x="2225600" y="200870"/>
                  </a:lnTo>
                  <a:lnTo>
                    <a:pt x="2225600" y="200870"/>
                  </a:lnTo>
                  <a:lnTo>
                    <a:pt x="2221361" y="200870"/>
                  </a:lnTo>
                  <a:lnTo>
                    <a:pt x="2221361" y="200870"/>
                  </a:lnTo>
                  <a:lnTo>
                    <a:pt x="2217122" y="200870"/>
                  </a:lnTo>
                  <a:lnTo>
                    <a:pt x="2217122" y="201220"/>
                  </a:lnTo>
                  <a:lnTo>
                    <a:pt x="2212883" y="201220"/>
                  </a:lnTo>
                  <a:lnTo>
                    <a:pt x="2212883" y="201220"/>
                  </a:lnTo>
                  <a:lnTo>
                    <a:pt x="2208643" y="201220"/>
                  </a:lnTo>
                  <a:lnTo>
                    <a:pt x="2208643" y="202271"/>
                  </a:lnTo>
                  <a:lnTo>
                    <a:pt x="2204404" y="202271"/>
                  </a:lnTo>
                  <a:lnTo>
                    <a:pt x="2204404" y="202971"/>
                  </a:lnTo>
                  <a:lnTo>
                    <a:pt x="2200165" y="202971"/>
                  </a:lnTo>
                  <a:lnTo>
                    <a:pt x="2200165" y="202971"/>
                  </a:lnTo>
                  <a:lnTo>
                    <a:pt x="2195926" y="202971"/>
                  </a:lnTo>
                  <a:lnTo>
                    <a:pt x="2195926" y="202971"/>
                  </a:lnTo>
                  <a:lnTo>
                    <a:pt x="2191686" y="202971"/>
                  </a:lnTo>
                  <a:lnTo>
                    <a:pt x="2191686" y="203321"/>
                  </a:lnTo>
                  <a:lnTo>
                    <a:pt x="2187447" y="203321"/>
                  </a:lnTo>
                  <a:lnTo>
                    <a:pt x="2187447" y="203671"/>
                  </a:lnTo>
                  <a:lnTo>
                    <a:pt x="2183208" y="203671"/>
                  </a:lnTo>
                  <a:lnTo>
                    <a:pt x="2183208" y="204719"/>
                  </a:lnTo>
                  <a:lnTo>
                    <a:pt x="2178969" y="204719"/>
                  </a:lnTo>
                  <a:lnTo>
                    <a:pt x="2178969" y="204719"/>
                  </a:lnTo>
                  <a:lnTo>
                    <a:pt x="2174729" y="204719"/>
                  </a:lnTo>
                  <a:lnTo>
                    <a:pt x="2174729" y="205417"/>
                  </a:lnTo>
                  <a:lnTo>
                    <a:pt x="2170490" y="205417"/>
                  </a:lnTo>
                  <a:lnTo>
                    <a:pt x="2170490" y="206115"/>
                  </a:lnTo>
                  <a:lnTo>
                    <a:pt x="2166251" y="206115"/>
                  </a:lnTo>
                  <a:lnTo>
                    <a:pt x="2166251" y="206115"/>
                  </a:lnTo>
                  <a:lnTo>
                    <a:pt x="2162012" y="206115"/>
                  </a:lnTo>
                  <a:lnTo>
                    <a:pt x="2162012" y="206115"/>
                  </a:lnTo>
                  <a:lnTo>
                    <a:pt x="2157772" y="206115"/>
                  </a:lnTo>
                  <a:lnTo>
                    <a:pt x="2157772" y="207162"/>
                  </a:lnTo>
                  <a:lnTo>
                    <a:pt x="2153533" y="207162"/>
                  </a:lnTo>
                  <a:lnTo>
                    <a:pt x="2153533" y="207162"/>
                  </a:lnTo>
                  <a:lnTo>
                    <a:pt x="2149294" y="207162"/>
                  </a:lnTo>
                  <a:lnTo>
                    <a:pt x="2149294" y="207511"/>
                  </a:lnTo>
                  <a:lnTo>
                    <a:pt x="2145055" y="207511"/>
                  </a:lnTo>
                  <a:lnTo>
                    <a:pt x="2145055" y="207859"/>
                  </a:lnTo>
                  <a:lnTo>
                    <a:pt x="2140815" y="207859"/>
                  </a:lnTo>
                  <a:lnTo>
                    <a:pt x="2140815" y="207859"/>
                  </a:lnTo>
                  <a:lnTo>
                    <a:pt x="2136576" y="207859"/>
                  </a:lnTo>
                  <a:lnTo>
                    <a:pt x="2136576" y="208208"/>
                  </a:lnTo>
                  <a:lnTo>
                    <a:pt x="2132337" y="208208"/>
                  </a:lnTo>
                  <a:lnTo>
                    <a:pt x="2132337" y="208208"/>
                  </a:lnTo>
                  <a:lnTo>
                    <a:pt x="2128098" y="208208"/>
                  </a:lnTo>
                  <a:lnTo>
                    <a:pt x="2128098" y="208208"/>
                  </a:lnTo>
                  <a:lnTo>
                    <a:pt x="2123859" y="208208"/>
                  </a:lnTo>
                  <a:lnTo>
                    <a:pt x="2123859" y="208904"/>
                  </a:lnTo>
                  <a:lnTo>
                    <a:pt x="2119619" y="208904"/>
                  </a:lnTo>
                  <a:lnTo>
                    <a:pt x="2119619" y="208904"/>
                  </a:lnTo>
                  <a:lnTo>
                    <a:pt x="2115380" y="208904"/>
                  </a:lnTo>
                  <a:lnTo>
                    <a:pt x="2115380" y="209253"/>
                  </a:lnTo>
                  <a:lnTo>
                    <a:pt x="2111141" y="209253"/>
                  </a:lnTo>
                  <a:lnTo>
                    <a:pt x="2111141" y="209949"/>
                  </a:lnTo>
                  <a:lnTo>
                    <a:pt x="2106902" y="209949"/>
                  </a:lnTo>
                  <a:lnTo>
                    <a:pt x="2106902" y="210645"/>
                  </a:lnTo>
                  <a:lnTo>
                    <a:pt x="2102662" y="210645"/>
                  </a:lnTo>
                  <a:lnTo>
                    <a:pt x="2102662" y="210993"/>
                  </a:lnTo>
                  <a:lnTo>
                    <a:pt x="2098423" y="210993"/>
                  </a:lnTo>
                  <a:lnTo>
                    <a:pt x="2098423" y="210993"/>
                  </a:lnTo>
                  <a:lnTo>
                    <a:pt x="2094184" y="210993"/>
                  </a:lnTo>
                  <a:lnTo>
                    <a:pt x="2094184" y="210993"/>
                  </a:lnTo>
                  <a:lnTo>
                    <a:pt x="2089945" y="210993"/>
                  </a:lnTo>
                  <a:lnTo>
                    <a:pt x="2089945" y="210993"/>
                  </a:lnTo>
                  <a:lnTo>
                    <a:pt x="2085705" y="210993"/>
                  </a:lnTo>
                  <a:lnTo>
                    <a:pt x="2085705" y="210993"/>
                  </a:lnTo>
                  <a:lnTo>
                    <a:pt x="2081466" y="210993"/>
                  </a:lnTo>
                  <a:lnTo>
                    <a:pt x="2081466" y="211340"/>
                  </a:lnTo>
                  <a:lnTo>
                    <a:pt x="2077227" y="211340"/>
                  </a:lnTo>
                  <a:lnTo>
                    <a:pt x="2077227" y="211688"/>
                  </a:lnTo>
                  <a:lnTo>
                    <a:pt x="2072988" y="211688"/>
                  </a:lnTo>
                  <a:lnTo>
                    <a:pt x="2072988" y="212035"/>
                  </a:lnTo>
                  <a:lnTo>
                    <a:pt x="2068748" y="212035"/>
                  </a:lnTo>
                  <a:lnTo>
                    <a:pt x="2068748" y="212035"/>
                  </a:lnTo>
                  <a:lnTo>
                    <a:pt x="2064509" y="212035"/>
                  </a:lnTo>
                  <a:lnTo>
                    <a:pt x="2064509" y="212729"/>
                  </a:lnTo>
                  <a:lnTo>
                    <a:pt x="2060270" y="212729"/>
                  </a:lnTo>
                  <a:lnTo>
                    <a:pt x="2060270" y="213769"/>
                  </a:lnTo>
                  <a:lnTo>
                    <a:pt x="2056031" y="213769"/>
                  </a:lnTo>
                  <a:lnTo>
                    <a:pt x="2056031" y="213769"/>
                  </a:lnTo>
                  <a:lnTo>
                    <a:pt x="2051791" y="213769"/>
                  </a:lnTo>
                  <a:lnTo>
                    <a:pt x="2051791" y="214116"/>
                  </a:lnTo>
                  <a:lnTo>
                    <a:pt x="2047552" y="214116"/>
                  </a:lnTo>
                  <a:lnTo>
                    <a:pt x="2047552" y="214116"/>
                  </a:lnTo>
                  <a:lnTo>
                    <a:pt x="2043313" y="214116"/>
                  </a:lnTo>
                  <a:lnTo>
                    <a:pt x="2043313" y="214116"/>
                  </a:lnTo>
                  <a:lnTo>
                    <a:pt x="2039074" y="214116"/>
                  </a:lnTo>
                  <a:lnTo>
                    <a:pt x="2039074" y="214462"/>
                  </a:lnTo>
                  <a:lnTo>
                    <a:pt x="2034834" y="214462"/>
                  </a:lnTo>
                  <a:lnTo>
                    <a:pt x="2034834" y="215155"/>
                  </a:lnTo>
                  <a:lnTo>
                    <a:pt x="2030595" y="215155"/>
                  </a:lnTo>
                  <a:lnTo>
                    <a:pt x="2030595" y="215847"/>
                  </a:lnTo>
                  <a:lnTo>
                    <a:pt x="2026356" y="215847"/>
                  </a:lnTo>
                  <a:lnTo>
                    <a:pt x="2026356" y="215847"/>
                  </a:lnTo>
                  <a:lnTo>
                    <a:pt x="2022117" y="215847"/>
                  </a:lnTo>
                  <a:lnTo>
                    <a:pt x="2022117" y="215847"/>
                  </a:lnTo>
                  <a:lnTo>
                    <a:pt x="2017878" y="215847"/>
                  </a:lnTo>
                  <a:lnTo>
                    <a:pt x="2017878" y="215847"/>
                  </a:lnTo>
                  <a:lnTo>
                    <a:pt x="2013638" y="215847"/>
                  </a:lnTo>
                  <a:lnTo>
                    <a:pt x="2013638" y="215847"/>
                  </a:lnTo>
                  <a:lnTo>
                    <a:pt x="2009399" y="215847"/>
                  </a:lnTo>
                  <a:lnTo>
                    <a:pt x="2009399" y="216192"/>
                  </a:lnTo>
                  <a:lnTo>
                    <a:pt x="2005160" y="216192"/>
                  </a:lnTo>
                  <a:lnTo>
                    <a:pt x="2005160" y="217229"/>
                  </a:lnTo>
                  <a:lnTo>
                    <a:pt x="2000921" y="217229"/>
                  </a:lnTo>
                  <a:lnTo>
                    <a:pt x="2000921" y="217229"/>
                  </a:lnTo>
                  <a:lnTo>
                    <a:pt x="1996681" y="217229"/>
                  </a:lnTo>
                  <a:lnTo>
                    <a:pt x="1996681" y="217920"/>
                  </a:lnTo>
                  <a:lnTo>
                    <a:pt x="1992442" y="217920"/>
                  </a:lnTo>
                  <a:lnTo>
                    <a:pt x="1992442" y="217920"/>
                  </a:lnTo>
                  <a:lnTo>
                    <a:pt x="1988203" y="217920"/>
                  </a:lnTo>
                  <a:lnTo>
                    <a:pt x="1988203" y="218265"/>
                  </a:lnTo>
                  <a:lnTo>
                    <a:pt x="1983964" y="218265"/>
                  </a:lnTo>
                  <a:lnTo>
                    <a:pt x="1983964" y="218265"/>
                  </a:lnTo>
                  <a:lnTo>
                    <a:pt x="1979724" y="218265"/>
                  </a:lnTo>
                  <a:lnTo>
                    <a:pt x="1979724" y="218610"/>
                  </a:lnTo>
                  <a:lnTo>
                    <a:pt x="1975485" y="218610"/>
                  </a:lnTo>
                  <a:lnTo>
                    <a:pt x="1975485" y="220335"/>
                  </a:lnTo>
                  <a:lnTo>
                    <a:pt x="1971246" y="220335"/>
                  </a:lnTo>
                  <a:lnTo>
                    <a:pt x="1971246" y="221024"/>
                  </a:lnTo>
                  <a:lnTo>
                    <a:pt x="1967007" y="221024"/>
                  </a:lnTo>
                  <a:lnTo>
                    <a:pt x="1967007" y="221024"/>
                  </a:lnTo>
                  <a:lnTo>
                    <a:pt x="1962767" y="221024"/>
                  </a:lnTo>
                  <a:lnTo>
                    <a:pt x="1962767" y="221024"/>
                  </a:lnTo>
                  <a:lnTo>
                    <a:pt x="1958528" y="221024"/>
                  </a:lnTo>
                  <a:lnTo>
                    <a:pt x="1958528" y="221713"/>
                  </a:lnTo>
                  <a:lnTo>
                    <a:pt x="1954289" y="221713"/>
                  </a:lnTo>
                  <a:lnTo>
                    <a:pt x="1954289" y="221713"/>
                  </a:lnTo>
                  <a:lnTo>
                    <a:pt x="1950050" y="221713"/>
                  </a:lnTo>
                  <a:lnTo>
                    <a:pt x="1950050" y="222401"/>
                  </a:lnTo>
                  <a:lnTo>
                    <a:pt x="1945810" y="222401"/>
                  </a:lnTo>
                  <a:lnTo>
                    <a:pt x="1945810" y="223090"/>
                  </a:lnTo>
                  <a:lnTo>
                    <a:pt x="1941571" y="223090"/>
                  </a:lnTo>
                  <a:lnTo>
                    <a:pt x="1941571" y="223434"/>
                  </a:lnTo>
                  <a:lnTo>
                    <a:pt x="1937332" y="223434"/>
                  </a:lnTo>
                  <a:lnTo>
                    <a:pt x="1937332" y="223434"/>
                  </a:lnTo>
                  <a:lnTo>
                    <a:pt x="1933093" y="223434"/>
                  </a:lnTo>
                  <a:lnTo>
                    <a:pt x="1933093" y="223434"/>
                  </a:lnTo>
                  <a:lnTo>
                    <a:pt x="1928853" y="223434"/>
                  </a:lnTo>
                  <a:lnTo>
                    <a:pt x="1928853" y="223434"/>
                  </a:lnTo>
                  <a:lnTo>
                    <a:pt x="1924614" y="223434"/>
                  </a:lnTo>
                  <a:lnTo>
                    <a:pt x="1924614" y="223777"/>
                  </a:lnTo>
                  <a:lnTo>
                    <a:pt x="1920375" y="223777"/>
                  </a:lnTo>
                  <a:lnTo>
                    <a:pt x="1920375" y="224121"/>
                  </a:lnTo>
                  <a:lnTo>
                    <a:pt x="1916136" y="224121"/>
                  </a:lnTo>
                  <a:lnTo>
                    <a:pt x="1916136" y="225152"/>
                  </a:lnTo>
                  <a:lnTo>
                    <a:pt x="1911897" y="225152"/>
                  </a:lnTo>
                  <a:lnTo>
                    <a:pt x="1911897" y="225495"/>
                  </a:lnTo>
                  <a:lnTo>
                    <a:pt x="1907657" y="225495"/>
                  </a:lnTo>
                  <a:lnTo>
                    <a:pt x="1907657" y="225495"/>
                  </a:lnTo>
                  <a:lnTo>
                    <a:pt x="1903418" y="225495"/>
                  </a:lnTo>
                  <a:lnTo>
                    <a:pt x="1903418" y="225839"/>
                  </a:lnTo>
                  <a:lnTo>
                    <a:pt x="1899179" y="225839"/>
                  </a:lnTo>
                  <a:lnTo>
                    <a:pt x="1899179" y="225839"/>
                  </a:lnTo>
                  <a:lnTo>
                    <a:pt x="1894940" y="225839"/>
                  </a:lnTo>
                  <a:lnTo>
                    <a:pt x="1894940" y="226182"/>
                  </a:lnTo>
                  <a:lnTo>
                    <a:pt x="1890700" y="226182"/>
                  </a:lnTo>
                  <a:lnTo>
                    <a:pt x="1890700" y="226868"/>
                  </a:lnTo>
                  <a:lnTo>
                    <a:pt x="1886461" y="226868"/>
                  </a:lnTo>
                  <a:lnTo>
                    <a:pt x="1886461" y="227897"/>
                  </a:lnTo>
                  <a:lnTo>
                    <a:pt x="1882222" y="227897"/>
                  </a:lnTo>
                  <a:lnTo>
                    <a:pt x="1882222" y="227897"/>
                  </a:lnTo>
                  <a:lnTo>
                    <a:pt x="1877983" y="227897"/>
                  </a:lnTo>
                  <a:lnTo>
                    <a:pt x="1877983" y="227897"/>
                  </a:lnTo>
                  <a:lnTo>
                    <a:pt x="1873743" y="227897"/>
                  </a:lnTo>
                  <a:lnTo>
                    <a:pt x="1873743" y="227897"/>
                  </a:lnTo>
                  <a:lnTo>
                    <a:pt x="1869504" y="227897"/>
                  </a:lnTo>
                  <a:lnTo>
                    <a:pt x="1869504" y="228239"/>
                  </a:lnTo>
                  <a:lnTo>
                    <a:pt x="1865265" y="228239"/>
                  </a:lnTo>
                  <a:lnTo>
                    <a:pt x="1865265" y="228582"/>
                  </a:lnTo>
                  <a:lnTo>
                    <a:pt x="1861026" y="228582"/>
                  </a:lnTo>
                  <a:lnTo>
                    <a:pt x="1861026" y="229266"/>
                  </a:lnTo>
                  <a:lnTo>
                    <a:pt x="1856786" y="229266"/>
                  </a:lnTo>
                  <a:lnTo>
                    <a:pt x="1856786" y="230634"/>
                  </a:lnTo>
                  <a:lnTo>
                    <a:pt x="1852547" y="230634"/>
                  </a:lnTo>
                  <a:lnTo>
                    <a:pt x="1852547" y="231318"/>
                  </a:lnTo>
                  <a:lnTo>
                    <a:pt x="1848308" y="231318"/>
                  </a:lnTo>
                  <a:lnTo>
                    <a:pt x="1848308" y="232002"/>
                  </a:lnTo>
                  <a:lnTo>
                    <a:pt x="1844069" y="232002"/>
                  </a:lnTo>
                  <a:lnTo>
                    <a:pt x="1844069" y="232002"/>
                  </a:lnTo>
                  <a:lnTo>
                    <a:pt x="1839829" y="232002"/>
                  </a:lnTo>
                  <a:lnTo>
                    <a:pt x="1839829" y="232002"/>
                  </a:lnTo>
                  <a:lnTo>
                    <a:pt x="1835590" y="232002"/>
                  </a:lnTo>
                  <a:lnTo>
                    <a:pt x="1835590" y="232002"/>
                  </a:lnTo>
                  <a:lnTo>
                    <a:pt x="1831351" y="232002"/>
                  </a:lnTo>
                  <a:lnTo>
                    <a:pt x="1831351" y="232344"/>
                  </a:lnTo>
                  <a:lnTo>
                    <a:pt x="1827112" y="232344"/>
                  </a:lnTo>
                  <a:lnTo>
                    <a:pt x="1827112" y="233709"/>
                  </a:lnTo>
                  <a:lnTo>
                    <a:pt x="1822872" y="233709"/>
                  </a:lnTo>
                  <a:lnTo>
                    <a:pt x="1822872" y="234392"/>
                  </a:lnTo>
                  <a:lnTo>
                    <a:pt x="1818633" y="234392"/>
                  </a:lnTo>
                  <a:lnTo>
                    <a:pt x="1818633" y="234733"/>
                  </a:lnTo>
                  <a:lnTo>
                    <a:pt x="1814394" y="234733"/>
                  </a:lnTo>
                  <a:lnTo>
                    <a:pt x="1814394" y="235757"/>
                  </a:lnTo>
                  <a:lnTo>
                    <a:pt x="1810155" y="235757"/>
                  </a:lnTo>
                  <a:lnTo>
                    <a:pt x="1810155" y="235757"/>
                  </a:lnTo>
                  <a:lnTo>
                    <a:pt x="1805916" y="235757"/>
                  </a:lnTo>
                  <a:lnTo>
                    <a:pt x="1805916" y="236098"/>
                  </a:lnTo>
                  <a:lnTo>
                    <a:pt x="1801676" y="236098"/>
                  </a:lnTo>
                  <a:lnTo>
                    <a:pt x="1801676" y="236098"/>
                  </a:lnTo>
                  <a:lnTo>
                    <a:pt x="1797437" y="236098"/>
                  </a:lnTo>
                  <a:lnTo>
                    <a:pt x="1797437" y="238484"/>
                  </a:lnTo>
                  <a:lnTo>
                    <a:pt x="1793198" y="238484"/>
                  </a:lnTo>
                  <a:lnTo>
                    <a:pt x="1793198" y="238484"/>
                  </a:lnTo>
                  <a:lnTo>
                    <a:pt x="1788959" y="238484"/>
                  </a:lnTo>
                  <a:lnTo>
                    <a:pt x="1788959" y="238484"/>
                  </a:lnTo>
                  <a:lnTo>
                    <a:pt x="1784719" y="238484"/>
                  </a:lnTo>
                  <a:lnTo>
                    <a:pt x="1784719" y="238824"/>
                  </a:lnTo>
                  <a:lnTo>
                    <a:pt x="1780480" y="238824"/>
                  </a:lnTo>
                  <a:lnTo>
                    <a:pt x="1780480" y="238824"/>
                  </a:lnTo>
                  <a:lnTo>
                    <a:pt x="1776241" y="238824"/>
                  </a:lnTo>
                  <a:lnTo>
                    <a:pt x="1776241" y="239165"/>
                  </a:lnTo>
                  <a:lnTo>
                    <a:pt x="1772002" y="239165"/>
                  </a:lnTo>
                  <a:lnTo>
                    <a:pt x="1772002" y="239846"/>
                  </a:lnTo>
                  <a:lnTo>
                    <a:pt x="1767762" y="239846"/>
                  </a:lnTo>
                  <a:lnTo>
                    <a:pt x="1767762" y="240866"/>
                  </a:lnTo>
                  <a:lnTo>
                    <a:pt x="1763523" y="240866"/>
                  </a:lnTo>
                  <a:lnTo>
                    <a:pt x="1763523" y="241206"/>
                  </a:lnTo>
                  <a:lnTo>
                    <a:pt x="1759284" y="241206"/>
                  </a:lnTo>
                  <a:lnTo>
                    <a:pt x="1759284" y="241206"/>
                  </a:lnTo>
                  <a:lnTo>
                    <a:pt x="1755045" y="241206"/>
                  </a:lnTo>
                  <a:lnTo>
                    <a:pt x="1755045" y="241206"/>
                  </a:lnTo>
                  <a:lnTo>
                    <a:pt x="1750805" y="241206"/>
                  </a:lnTo>
                  <a:lnTo>
                    <a:pt x="1750805" y="241206"/>
                  </a:lnTo>
                  <a:lnTo>
                    <a:pt x="1746566" y="241206"/>
                  </a:lnTo>
                  <a:lnTo>
                    <a:pt x="1746566" y="241886"/>
                  </a:lnTo>
                  <a:lnTo>
                    <a:pt x="1742327" y="241886"/>
                  </a:lnTo>
                  <a:lnTo>
                    <a:pt x="1742327" y="242905"/>
                  </a:lnTo>
                  <a:lnTo>
                    <a:pt x="1738088" y="242905"/>
                  </a:lnTo>
                  <a:lnTo>
                    <a:pt x="1738088" y="244262"/>
                  </a:lnTo>
                  <a:lnTo>
                    <a:pt x="1733848" y="244262"/>
                  </a:lnTo>
                  <a:lnTo>
                    <a:pt x="1733848" y="244601"/>
                  </a:lnTo>
                  <a:lnTo>
                    <a:pt x="1729609" y="244601"/>
                  </a:lnTo>
                  <a:lnTo>
                    <a:pt x="1729609" y="245279"/>
                  </a:lnTo>
                  <a:lnTo>
                    <a:pt x="1725370" y="245279"/>
                  </a:lnTo>
                  <a:lnTo>
                    <a:pt x="1725370" y="245279"/>
                  </a:lnTo>
                  <a:lnTo>
                    <a:pt x="1721131" y="245279"/>
                  </a:lnTo>
                  <a:lnTo>
                    <a:pt x="1721131" y="245618"/>
                  </a:lnTo>
                  <a:lnTo>
                    <a:pt x="1716892" y="245618"/>
                  </a:lnTo>
                  <a:lnTo>
                    <a:pt x="1716892" y="245618"/>
                  </a:lnTo>
                  <a:lnTo>
                    <a:pt x="1712652" y="245618"/>
                  </a:lnTo>
                  <a:lnTo>
                    <a:pt x="1712652" y="245618"/>
                  </a:lnTo>
                  <a:lnTo>
                    <a:pt x="1708413" y="245618"/>
                  </a:lnTo>
                  <a:lnTo>
                    <a:pt x="1708413" y="245618"/>
                  </a:lnTo>
                  <a:lnTo>
                    <a:pt x="1704174" y="245618"/>
                  </a:lnTo>
                  <a:lnTo>
                    <a:pt x="1704174" y="245618"/>
                  </a:lnTo>
                  <a:lnTo>
                    <a:pt x="1699935" y="245618"/>
                  </a:lnTo>
                  <a:lnTo>
                    <a:pt x="1699935" y="245618"/>
                  </a:lnTo>
                  <a:lnTo>
                    <a:pt x="1695695" y="245618"/>
                  </a:lnTo>
                  <a:lnTo>
                    <a:pt x="1695695" y="245957"/>
                  </a:lnTo>
                  <a:lnTo>
                    <a:pt x="1691456" y="245957"/>
                  </a:lnTo>
                  <a:lnTo>
                    <a:pt x="1691456" y="246633"/>
                  </a:lnTo>
                  <a:lnTo>
                    <a:pt x="1687217" y="246633"/>
                  </a:lnTo>
                  <a:lnTo>
                    <a:pt x="1687217" y="247309"/>
                  </a:lnTo>
                  <a:lnTo>
                    <a:pt x="1682978" y="247309"/>
                  </a:lnTo>
                  <a:lnTo>
                    <a:pt x="1682978" y="247985"/>
                  </a:lnTo>
                  <a:lnTo>
                    <a:pt x="1678738" y="247985"/>
                  </a:lnTo>
                  <a:lnTo>
                    <a:pt x="1678738" y="248661"/>
                  </a:lnTo>
                  <a:lnTo>
                    <a:pt x="1674499" y="248661"/>
                  </a:lnTo>
                  <a:lnTo>
                    <a:pt x="1674499" y="248999"/>
                  </a:lnTo>
                  <a:lnTo>
                    <a:pt x="1670260" y="248999"/>
                  </a:lnTo>
                  <a:lnTo>
                    <a:pt x="1670260" y="248999"/>
                  </a:lnTo>
                  <a:lnTo>
                    <a:pt x="1666021" y="248999"/>
                  </a:lnTo>
                  <a:lnTo>
                    <a:pt x="1666021" y="249336"/>
                  </a:lnTo>
                  <a:lnTo>
                    <a:pt x="1661781" y="249336"/>
                  </a:lnTo>
                  <a:lnTo>
                    <a:pt x="1661781" y="249674"/>
                  </a:lnTo>
                  <a:lnTo>
                    <a:pt x="1657542" y="249674"/>
                  </a:lnTo>
                  <a:lnTo>
                    <a:pt x="1657542" y="249674"/>
                  </a:lnTo>
                  <a:lnTo>
                    <a:pt x="1653303" y="249674"/>
                  </a:lnTo>
                  <a:lnTo>
                    <a:pt x="1653303" y="249674"/>
                  </a:lnTo>
                  <a:lnTo>
                    <a:pt x="1649064" y="249674"/>
                  </a:lnTo>
                  <a:lnTo>
                    <a:pt x="1649064" y="251023"/>
                  </a:lnTo>
                  <a:lnTo>
                    <a:pt x="1644824" y="251023"/>
                  </a:lnTo>
                  <a:lnTo>
                    <a:pt x="1644824" y="251697"/>
                  </a:lnTo>
                  <a:lnTo>
                    <a:pt x="1640585" y="251697"/>
                  </a:lnTo>
                  <a:lnTo>
                    <a:pt x="1640585" y="252371"/>
                  </a:lnTo>
                  <a:lnTo>
                    <a:pt x="1636346" y="252371"/>
                  </a:lnTo>
                  <a:lnTo>
                    <a:pt x="1636346" y="252708"/>
                  </a:lnTo>
                  <a:lnTo>
                    <a:pt x="1632107" y="252708"/>
                  </a:lnTo>
                  <a:lnTo>
                    <a:pt x="1632107" y="252708"/>
                  </a:lnTo>
                  <a:lnTo>
                    <a:pt x="1627867" y="252708"/>
                  </a:lnTo>
                  <a:lnTo>
                    <a:pt x="1627867" y="253381"/>
                  </a:lnTo>
                  <a:lnTo>
                    <a:pt x="1623628" y="253381"/>
                  </a:lnTo>
                  <a:lnTo>
                    <a:pt x="1623628" y="253718"/>
                  </a:lnTo>
                  <a:lnTo>
                    <a:pt x="1619389" y="253718"/>
                  </a:lnTo>
                  <a:lnTo>
                    <a:pt x="1619389" y="254392"/>
                  </a:lnTo>
                  <a:lnTo>
                    <a:pt x="1615150" y="254392"/>
                  </a:lnTo>
                  <a:lnTo>
                    <a:pt x="1615150" y="254392"/>
                  </a:lnTo>
                  <a:lnTo>
                    <a:pt x="1610911" y="254392"/>
                  </a:lnTo>
                  <a:lnTo>
                    <a:pt x="1610911" y="255065"/>
                  </a:lnTo>
                  <a:lnTo>
                    <a:pt x="1606671" y="255065"/>
                  </a:lnTo>
                  <a:lnTo>
                    <a:pt x="1606671" y="255065"/>
                  </a:lnTo>
                  <a:lnTo>
                    <a:pt x="1602432" y="255065"/>
                  </a:lnTo>
                  <a:lnTo>
                    <a:pt x="1602432" y="255401"/>
                  </a:lnTo>
                  <a:lnTo>
                    <a:pt x="1598193" y="255401"/>
                  </a:lnTo>
                  <a:lnTo>
                    <a:pt x="1598193" y="255401"/>
                  </a:lnTo>
                  <a:lnTo>
                    <a:pt x="1593954" y="255401"/>
                  </a:lnTo>
                  <a:lnTo>
                    <a:pt x="1593954" y="255401"/>
                  </a:lnTo>
                  <a:lnTo>
                    <a:pt x="1589714" y="255401"/>
                  </a:lnTo>
                  <a:lnTo>
                    <a:pt x="1589714" y="256073"/>
                  </a:lnTo>
                  <a:lnTo>
                    <a:pt x="1585475" y="256073"/>
                  </a:lnTo>
                  <a:lnTo>
                    <a:pt x="1585475" y="256409"/>
                  </a:lnTo>
                  <a:lnTo>
                    <a:pt x="1581236" y="256409"/>
                  </a:lnTo>
                  <a:lnTo>
                    <a:pt x="1581236" y="256744"/>
                  </a:lnTo>
                  <a:lnTo>
                    <a:pt x="1576997" y="256744"/>
                  </a:lnTo>
                  <a:lnTo>
                    <a:pt x="1576997" y="256744"/>
                  </a:lnTo>
                  <a:lnTo>
                    <a:pt x="1572757" y="256744"/>
                  </a:lnTo>
                  <a:lnTo>
                    <a:pt x="1572757" y="257080"/>
                  </a:lnTo>
                  <a:lnTo>
                    <a:pt x="1568518" y="257080"/>
                  </a:lnTo>
                  <a:lnTo>
                    <a:pt x="1568518" y="257415"/>
                  </a:lnTo>
                  <a:lnTo>
                    <a:pt x="1564279" y="257415"/>
                  </a:lnTo>
                  <a:lnTo>
                    <a:pt x="1564279" y="257415"/>
                  </a:lnTo>
                  <a:lnTo>
                    <a:pt x="1560040" y="257415"/>
                  </a:lnTo>
                  <a:lnTo>
                    <a:pt x="1560040" y="257751"/>
                  </a:lnTo>
                  <a:lnTo>
                    <a:pt x="1555800" y="257751"/>
                  </a:lnTo>
                  <a:lnTo>
                    <a:pt x="1555800" y="257751"/>
                  </a:lnTo>
                  <a:lnTo>
                    <a:pt x="1551561" y="257751"/>
                  </a:lnTo>
                  <a:lnTo>
                    <a:pt x="1551561" y="257751"/>
                  </a:lnTo>
                  <a:lnTo>
                    <a:pt x="1547322" y="257751"/>
                  </a:lnTo>
                  <a:lnTo>
                    <a:pt x="1547322" y="257751"/>
                  </a:lnTo>
                  <a:lnTo>
                    <a:pt x="1543083" y="257751"/>
                  </a:lnTo>
                  <a:lnTo>
                    <a:pt x="1543083" y="257751"/>
                  </a:lnTo>
                  <a:lnTo>
                    <a:pt x="1538843" y="257751"/>
                  </a:lnTo>
                  <a:lnTo>
                    <a:pt x="1538843" y="258085"/>
                  </a:lnTo>
                  <a:lnTo>
                    <a:pt x="1534604" y="258085"/>
                  </a:lnTo>
                  <a:lnTo>
                    <a:pt x="1534604" y="258085"/>
                  </a:lnTo>
                  <a:lnTo>
                    <a:pt x="1530365" y="258085"/>
                  </a:lnTo>
                  <a:lnTo>
                    <a:pt x="1530365" y="259088"/>
                  </a:lnTo>
                  <a:lnTo>
                    <a:pt x="1526126" y="259088"/>
                  </a:lnTo>
                  <a:lnTo>
                    <a:pt x="1526126" y="260091"/>
                  </a:lnTo>
                  <a:lnTo>
                    <a:pt x="1521886" y="260091"/>
                  </a:lnTo>
                  <a:lnTo>
                    <a:pt x="1521886" y="260091"/>
                  </a:lnTo>
                  <a:lnTo>
                    <a:pt x="1517647" y="260091"/>
                  </a:lnTo>
                  <a:lnTo>
                    <a:pt x="1517647" y="260426"/>
                  </a:lnTo>
                  <a:lnTo>
                    <a:pt x="1513408" y="260426"/>
                  </a:lnTo>
                  <a:lnTo>
                    <a:pt x="1513408" y="260426"/>
                  </a:lnTo>
                  <a:lnTo>
                    <a:pt x="1509169" y="260426"/>
                  </a:lnTo>
                  <a:lnTo>
                    <a:pt x="1509169" y="260760"/>
                  </a:lnTo>
                  <a:lnTo>
                    <a:pt x="1504930" y="260760"/>
                  </a:lnTo>
                  <a:lnTo>
                    <a:pt x="1504930" y="260760"/>
                  </a:lnTo>
                  <a:lnTo>
                    <a:pt x="1500690" y="260760"/>
                  </a:lnTo>
                  <a:lnTo>
                    <a:pt x="1500690" y="262428"/>
                  </a:lnTo>
                  <a:lnTo>
                    <a:pt x="1496451" y="262428"/>
                  </a:lnTo>
                  <a:lnTo>
                    <a:pt x="1496451" y="262762"/>
                  </a:lnTo>
                  <a:lnTo>
                    <a:pt x="1492212" y="262762"/>
                  </a:lnTo>
                  <a:lnTo>
                    <a:pt x="1492212" y="263095"/>
                  </a:lnTo>
                  <a:lnTo>
                    <a:pt x="1487973" y="263095"/>
                  </a:lnTo>
                  <a:lnTo>
                    <a:pt x="1487973" y="263429"/>
                  </a:lnTo>
                  <a:lnTo>
                    <a:pt x="1483733" y="263429"/>
                  </a:lnTo>
                  <a:lnTo>
                    <a:pt x="1483733" y="263429"/>
                  </a:lnTo>
                  <a:lnTo>
                    <a:pt x="1479494" y="263429"/>
                  </a:lnTo>
                  <a:lnTo>
                    <a:pt x="1479494" y="264428"/>
                  </a:lnTo>
                  <a:lnTo>
                    <a:pt x="1475255" y="264428"/>
                  </a:lnTo>
                  <a:lnTo>
                    <a:pt x="1475255" y="264428"/>
                  </a:lnTo>
                  <a:lnTo>
                    <a:pt x="1471016" y="264428"/>
                  </a:lnTo>
                  <a:lnTo>
                    <a:pt x="1471016" y="265759"/>
                  </a:lnTo>
                  <a:lnTo>
                    <a:pt x="1466776" y="265759"/>
                  </a:lnTo>
                  <a:lnTo>
                    <a:pt x="1466776" y="266091"/>
                  </a:lnTo>
                  <a:lnTo>
                    <a:pt x="1462537" y="266091"/>
                  </a:lnTo>
                  <a:lnTo>
                    <a:pt x="1462537" y="266756"/>
                  </a:lnTo>
                  <a:lnTo>
                    <a:pt x="1458298" y="266756"/>
                  </a:lnTo>
                  <a:lnTo>
                    <a:pt x="1458298" y="267089"/>
                  </a:lnTo>
                  <a:lnTo>
                    <a:pt x="1454059" y="267089"/>
                  </a:lnTo>
                  <a:lnTo>
                    <a:pt x="1454059" y="267754"/>
                  </a:lnTo>
                  <a:lnTo>
                    <a:pt x="1449819" y="267754"/>
                  </a:lnTo>
                  <a:lnTo>
                    <a:pt x="1449819" y="267754"/>
                  </a:lnTo>
                  <a:lnTo>
                    <a:pt x="1445580" y="267754"/>
                  </a:lnTo>
                  <a:lnTo>
                    <a:pt x="1445580" y="268086"/>
                  </a:lnTo>
                  <a:lnTo>
                    <a:pt x="1441341" y="268086"/>
                  </a:lnTo>
                  <a:lnTo>
                    <a:pt x="1441341" y="269082"/>
                  </a:lnTo>
                  <a:lnTo>
                    <a:pt x="1437102" y="269082"/>
                  </a:lnTo>
                  <a:lnTo>
                    <a:pt x="1437102" y="269414"/>
                  </a:lnTo>
                  <a:lnTo>
                    <a:pt x="1432862" y="269414"/>
                  </a:lnTo>
                  <a:lnTo>
                    <a:pt x="1432862" y="269746"/>
                  </a:lnTo>
                  <a:lnTo>
                    <a:pt x="1428623" y="269746"/>
                  </a:lnTo>
                  <a:lnTo>
                    <a:pt x="1428623" y="269746"/>
                  </a:lnTo>
                  <a:lnTo>
                    <a:pt x="1424384" y="269746"/>
                  </a:lnTo>
                  <a:lnTo>
                    <a:pt x="1424384" y="269746"/>
                  </a:lnTo>
                  <a:lnTo>
                    <a:pt x="1420145" y="269746"/>
                  </a:lnTo>
                  <a:lnTo>
                    <a:pt x="1420145" y="269746"/>
                  </a:lnTo>
                  <a:lnTo>
                    <a:pt x="1415906" y="269746"/>
                  </a:lnTo>
                  <a:lnTo>
                    <a:pt x="1415906" y="270409"/>
                  </a:lnTo>
                  <a:lnTo>
                    <a:pt x="1411666" y="270409"/>
                  </a:lnTo>
                  <a:lnTo>
                    <a:pt x="1411666" y="270740"/>
                  </a:lnTo>
                  <a:lnTo>
                    <a:pt x="1407427" y="270740"/>
                  </a:lnTo>
                  <a:lnTo>
                    <a:pt x="1407427" y="271072"/>
                  </a:lnTo>
                  <a:lnTo>
                    <a:pt x="1403188" y="271072"/>
                  </a:lnTo>
                  <a:lnTo>
                    <a:pt x="1403188" y="271403"/>
                  </a:lnTo>
                  <a:lnTo>
                    <a:pt x="1398949" y="271403"/>
                  </a:lnTo>
                  <a:lnTo>
                    <a:pt x="1398949" y="271734"/>
                  </a:lnTo>
                  <a:lnTo>
                    <a:pt x="1394709" y="271734"/>
                  </a:lnTo>
                  <a:lnTo>
                    <a:pt x="1394709" y="271734"/>
                  </a:lnTo>
                  <a:lnTo>
                    <a:pt x="1390470" y="271734"/>
                  </a:lnTo>
                  <a:lnTo>
                    <a:pt x="1390470" y="272065"/>
                  </a:lnTo>
                  <a:lnTo>
                    <a:pt x="1386231" y="272065"/>
                  </a:lnTo>
                  <a:lnTo>
                    <a:pt x="1386231" y="272396"/>
                  </a:lnTo>
                  <a:lnTo>
                    <a:pt x="1381992" y="272396"/>
                  </a:lnTo>
                  <a:lnTo>
                    <a:pt x="1381992" y="272726"/>
                  </a:lnTo>
                  <a:lnTo>
                    <a:pt x="1377752" y="272726"/>
                  </a:lnTo>
                  <a:lnTo>
                    <a:pt x="1377752" y="272726"/>
                  </a:lnTo>
                  <a:lnTo>
                    <a:pt x="1373513" y="272726"/>
                  </a:lnTo>
                  <a:lnTo>
                    <a:pt x="1373513" y="273057"/>
                  </a:lnTo>
                  <a:lnTo>
                    <a:pt x="1369274" y="273057"/>
                  </a:lnTo>
                  <a:lnTo>
                    <a:pt x="1369274" y="273057"/>
                  </a:lnTo>
                  <a:lnTo>
                    <a:pt x="1365035" y="273057"/>
                  </a:lnTo>
                  <a:lnTo>
                    <a:pt x="1365035" y="273717"/>
                  </a:lnTo>
                  <a:lnTo>
                    <a:pt x="1360795" y="273717"/>
                  </a:lnTo>
                  <a:lnTo>
                    <a:pt x="1360795" y="274048"/>
                  </a:lnTo>
                  <a:lnTo>
                    <a:pt x="1356556" y="274048"/>
                  </a:lnTo>
                  <a:lnTo>
                    <a:pt x="1356556" y="274048"/>
                  </a:lnTo>
                  <a:lnTo>
                    <a:pt x="1352317" y="274048"/>
                  </a:lnTo>
                  <a:lnTo>
                    <a:pt x="1352317" y="274378"/>
                  </a:lnTo>
                  <a:lnTo>
                    <a:pt x="1348078" y="274378"/>
                  </a:lnTo>
                  <a:lnTo>
                    <a:pt x="1348078" y="274708"/>
                  </a:lnTo>
                  <a:lnTo>
                    <a:pt x="1343838" y="274708"/>
                  </a:lnTo>
                  <a:lnTo>
                    <a:pt x="1343838" y="274708"/>
                  </a:lnTo>
                  <a:lnTo>
                    <a:pt x="1339599" y="274708"/>
                  </a:lnTo>
                  <a:lnTo>
                    <a:pt x="1339599" y="275038"/>
                  </a:lnTo>
                  <a:lnTo>
                    <a:pt x="1335360" y="275038"/>
                  </a:lnTo>
                  <a:lnTo>
                    <a:pt x="1335360" y="275368"/>
                  </a:lnTo>
                  <a:lnTo>
                    <a:pt x="1331121" y="275368"/>
                  </a:lnTo>
                  <a:lnTo>
                    <a:pt x="1331121" y="275368"/>
                  </a:lnTo>
                  <a:lnTo>
                    <a:pt x="1326881" y="275368"/>
                  </a:lnTo>
                  <a:lnTo>
                    <a:pt x="1326881" y="275368"/>
                  </a:lnTo>
                  <a:lnTo>
                    <a:pt x="1322642" y="275368"/>
                  </a:lnTo>
                  <a:lnTo>
                    <a:pt x="1322642" y="277015"/>
                  </a:lnTo>
                  <a:lnTo>
                    <a:pt x="1318403" y="277015"/>
                  </a:lnTo>
                  <a:lnTo>
                    <a:pt x="1318403" y="277674"/>
                  </a:lnTo>
                  <a:lnTo>
                    <a:pt x="1314164" y="277674"/>
                  </a:lnTo>
                  <a:lnTo>
                    <a:pt x="1314164" y="277674"/>
                  </a:lnTo>
                  <a:lnTo>
                    <a:pt x="1309925" y="277674"/>
                  </a:lnTo>
                  <a:lnTo>
                    <a:pt x="1309925" y="277674"/>
                  </a:lnTo>
                  <a:lnTo>
                    <a:pt x="1305685" y="277674"/>
                  </a:lnTo>
                  <a:lnTo>
                    <a:pt x="1305685" y="277674"/>
                  </a:lnTo>
                  <a:lnTo>
                    <a:pt x="1301446" y="277674"/>
                  </a:lnTo>
                  <a:lnTo>
                    <a:pt x="1301446" y="277674"/>
                  </a:lnTo>
                  <a:lnTo>
                    <a:pt x="1297207" y="277674"/>
                  </a:lnTo>
                  <a:lnTo>
                    <a:pt x="1297207" y="278332"/>
                  </a:lnTo>
                  <a:lnTo>
                    <a:pt x="1292968" y="278332"/>
                  </a:lnTo>
                  <a:lnTo>
                    <a:pt x="1292968" y="278990"/>
                  </a:lnTo>
                  <a:lnTo>
                    <a:pt x="1288728" y="278990"/>
                  </a:lnTo>
                  <a:lnTo>
                    <a:pt x="1288728" y="278990"/>
                  </a:lnTo>
                  <a:lnTo>
                    <a:pt x="1284489" y="278990"/>
                  </a:lnTo>
                  <a:lnTo>
                    <a:pt x="1284489" y="278990"/>
                  </a:lnTo>
                  <a:lnTo>
                    <a:pt x="1280250" y="278990"/>
                  </a:lnTo>
                  <a:lnTo>
                    <a:pt x="1280250" y="279319"/>
                  </a:lnTo>
                  <a:lnTo>
                    <a:pt x="1276011" y="279319"/>
                  </a:lnTo>
                  <a:lnTo>
                    <a:pt x="1276011" y="279648"/>
                  </a:lnTo>
                  <a:lnTo>
                    <a:pt x="1271771" y="279648"/>
                  </a:lnTo>
                  <a:lnTo>
                    <a:pt x="1271771" y="279648"/>
                  </a:lnTo>
                  <a:lnTo>
                    <a:pt x="1267532" y="279648"/>
                  </a:lnTo>
                  <a:lnTo>
                    <a:pt x="1267532" y="280305"/>
                  </a:lnTo>
                  <a:lnTo>
                    <a:pt x="1263293" y="280305"/>
                  </a:lnTo>
                  <a:lnTo>
                    <a:pt x="1263293" y="281290"/>
                  </a:lnTo>
                  <a:lnTo>
                    <a:pt x="1259054" y="281290"/>
                  </a:lnTo>
                  <a:lnTo>
                    <a:pt x="1259054" y="281618"/>
                  </a:lnTo>
                  <a:lnTo>
                    <a:pt x="1254814" y="281618"/>
                  </a:lnTo>
                  <a:lnTo>
                    <a:pt x="1254814" y="281946"/>
                  </a:lnTo>
                  <a:lnTo>
                    <a:pt x="1250575" y="281946"/>
                  </a:lnTo>
                  <a:lnTo>
                    <a:pt x="1250575" y="282602"/>
                  </a:lnTo>
                  <a:lnTo>
                    <a:pt x="1246336" y="282602"/>
                  </a:lnTo>
                  <a:lnTo>
                    <a:pt x="1246336" y="282930"/>
                  </a:lnTo>
                  <a:lnTo>
                    <a:pt x="1242097" y="282930"/>
                  </a:lnTo>
                  <a:lnTo>
                    <a:pt x="1242097" y="282930"/>
                  </a:lnTo>
                  <a:lnTo>
                    <a:pt x="1237857" y="282930"/>
                  </a:lnTo>
                  <a:lnTo>
                    <a:pt x="1237857" y="283258"/>
                  </a:lnTo>
                  <a:lnTo>
                    <a:pt x="1233618" y="283258"/>
                  </a:lnTo>
                  <a:lnTo>
                    <a:pt x="1233618" y="284241"/>
                  </a:lnTo>
                  <a:lnTo>
                    <a:pt x="1229379" y="284241"/>
                  </a:lnTo>
                  <a:lnTo>
                    <a:pt x="1229379" y="284241"/>
                  </a:lnTo>
                  <a:lnTo>
                    <a:pt x="1225140" y="284241"/>
                  </a:lnTo>
                  <a:lnTo>
                    <a:pt x="1225140" y="284895"/>
                  </a:lnTo>
                  <a:lnTo>
                    <a:pt x="1220900" y="284895"/>
                  </a:lnTo>
                  <a:lnTo>
                    <a:pt x="1220900" y="285223"/>
                  </a:lnTo>
                  <a:lnTo>
                    <a:pt x="1216661" y="285223"/>
                  </a:lnTo>
                  <a:lnTo>
                    <a:pt x="1216661" y="285550"/>
                  </a:lnTo>
                  <a:lnTo>
                    <a:pt x="1212422" y="285550"/>
                  </a:lnTo>
                  <a:lnTo>
                    <a:pt x="1212422" y="285877"/>
                  </a:lnTo>
                  <a:lnTo>
                    <a:pt x="1208183" y="285877"/>
                  </a:lnTo>
                  <a:lnTo>
                    <a:pt x="1208183" y="285877"/>
                  </a:lnTo>
                  <a:lnTo>
                    <a:pt x="1203944" y="285877"/>
                  </a:lnTo>
                  <a:lnTo>
                    <a:pt x="1203944" y="287512"/>
                  </a:lnTo>
                  <a:lnTo>
                    <a:pt x="1199704" y="287512"/>
                  </a:lnTo>
                  <a:lnTo>
                    <a:pt x="1199704" y="287839"/>
                  </a:lnTo>
                  <a:lnTo>
                    <a:pt x="1195465" y="287839"/>
                  </a:lnTo>
                  <a:lnTo>
                    <a:pt x="1195465" y="287839"/>
                  </a:lnTo>
                  <a:lnTo>
                    <a:pt x="1191226" y="287839"/>
                  </a:lnTo>
                  <a:lnTo>
                    <a:pt x="1191226" y="288166"/>
                  </a:lnTo>
                  <a:lnTo>
                    <a:pt x="1186987" y="288166"/>
                  </a:lnTo>
                  <a:lnTo>
                    <a:pt x="1186987" y="288166"/>
                  </a:lnTo>
                  <a:lnTo>
                    <a:pt x="1182747" y="288166"/>
                  </a:lnTo>
                  <a:lnTo>
                    <a:pt x="1182747" y="288166"/>
                  </a:lnTo>
                  <a:lnTo>
                    <a:pt x="1178508" y="288166"/>
                  </a:lnTo>
                  <a:lnTo>
                    <a:pt x="1178508" y="288166"/>
                  </a:lnTo>
                  <a:lnTo>
                    <a:pt x="1174269" y="288166"/>
                  </a:lnTo>
                  <a:lnTo>
                    <a:pt x="1174269" y="288492"/>
                  </a:lnTo>
                  <a:lnTo>
                    <a:pt x="1170030" y="288492"/>
                  </a:lnTo>
                  <a:lnTo>
                    <a:pt x="1170030" y="288818"/>
                  </a:lnTo>
                  <a:lnTo>
                    <a:pt x="1165790" y="288818"/>
                  </a:lnTo>
                  <a:lnTo>
                    <a:pt x="1165790" y="288818"/>
                  </a:lnTo>
                  <a:lnTo>
                    <a:pt x="1161551" y="288818"/>
                  </a:lnTo>
                  <a:lnTo>
                    <a:pt x="1161551" y="288818"/>
                  </a:lnTo>
                  <a:lnTo>
                    <a:pt x="1157312" y="288818"/>
                  </a:lnTo>
                  <a:lnTo>
                    <a:pt x="1157312" y="289471"/>
                  </a:lnTo>
                  <a:lnTo>
                    <a:pt x="1153073" y="289471"/>
                  </a:lnTo>
                  <a:lnTo>
                    <a:pt x="1153073" y="289797"/>
                  </a:lnTo>
                  <a:lnTo>
                    <a:pt x="1148833" y="289797"/>
                  </a:lnTo>
                  <a:lnTo>
                    <a:pt x="1148833" y="289797"/>
                  </a:lnTo>
                  <a:lnTo>
                    <a:pt x="1144594" y="289797"/>
                  </a:lnTo>
                  <a:lnTo>
                    <a:pt x="1144594" y="290449"/>
                  </a:lnTo>
                  <a:lnTo>
                    <a:pt x="1140355" y="290449"/>
                  </a:lnTo>
                  <a:lnTo>
                    <a:pt x="1140355" y="290449"/>
                  </a:lnTo>
                  <a:lnTo>
                    <a:pt x="1136116" y="290449"/>
                  </a:lnTo>
                  <a:lnTo>
                    <a:pt x="1136116" y="290774"/>
                  </a:lnTo>
                  <a:lnTo>
                    <a:pt x="1131876" y="290774"/>
                  </a:lnTo>
                  <a:lnTo>
                    <a:pt x="1131876" y="291100"/>
                  </a:lnTo>
                  <a:lnTo>
                    <a:pt x="1127637" y="291100"/>
                  </a:lnTo>
                  <a:lnTo>
                    <a:pt x="1127637" y="291100"/>
                  </a:lnTo>
                  <a:lnTo>
                    <a:pt x="1123398" y="291100"/>
                  </a:lnTo>
                  <a:lnTo>
                    <a:pt x="1123398" y="291100"/>
                  </a:lnTo>
                  <a:lnTo>
                    <a:pt x="1119159" y="291100"/>
                  </a:lnTo>
                  <a:lnTo>
                    <a:pt x="1119159" y="291425"/>
                  </a:lnTo>
                  <a:lnTo>
                    <a:pt x="1114919" y="291425"/>
                  </a:lnTo>
                  <a:lnTo>
                    <a:pt x="1114919" y="293376"/>
                  </a:lnTo>
                  <a:lnTo>
                    <a:pt x="1110680" y="293376"/>
                  </a:lnTo>
                  <a:lnTo>
                    <a:pt x="1110680" y="293701"/>
                  </a:lnTo>
                  <a:lnTo>
                    <a:pt x="1106441" y="293701"/>
                  </a:lnTo>
                  <a:lnTo>
                    <a:pt x="1106441" y="294351"/>
                  </a:lnTo>
                  <a:lnTo>
                    <a:pt x="1102202" y="294351"/>
                  </a:lnTo>
                  <a:lnTo>
                    <a:pt x="1102202" y="294676"/>
                  </a:lnTo>
                  <a:lnTo>
                    <a:pt x="1097963" y="294676"/>
                  </a:lnTo>
                  <a:lnTo>
                    <a:pt x="1097963" y="294676"/>
                  </a:lnTo>
                  <a:lnTo>
                    <a:pt x="1093723" y="294676"/>
                  </a:lnTo>
                  <a:lnTo>
                    <a:pt x="1093723" y="295001"/>
                  </a:lnTo>
                  <a:lnTo>
                    <a:pt x="1089484" y="295001"/>
                  </a:lnTo>
                  <a:lnTo>
                    <a:pt x="1089484" y="295650"/>
                  </a:lnTo>
                  <a:lnTo>
                    <a:pt x="1085245" y="295650"/>
                  </a:lnTo>
                  <a:lnTo>
                    <a:pt x="1085245" y="296948"/>
                  </a:lnTo>
                  <a:lnTo>
                    <a:pt x="1081006" y="296948"/>
                  </a:lnTo>
                  <a:lnTo>
                    <a:pt x="1081006" y="296948"/>
                  </a:lnTo>
                  <a:lnTo>
                    <a:pt x="1076766" y="296948"/>
                  </a:lnTo>
                  <a:lnTo>
                    <a:pt x="1076766" y="296948"/>
                  </a:lnTo>
                  <a:lnTo>
                    <a:pt x="1072527" y="296948"/>
                  </a:lnTo>
                  <a:lnTo>
                    <a:pt x="1072527" y="296948"/>
                  </a:lnTo>
                  <a:lnTo>
                    <a:pt x="1068288" y="296948"/>
                  </a:lnTo>
                  <a:lnTo>
                    <a:pt x="1068288" y="297920"/>
                  </a:lnTo>
                  <a:lnTo>
                    <a:pt x="1064049" y="297920"/>
                  </a:lnTo>
                  <a:lnTo>
                    <a:pt x="1064049" y="298244"/>
                  </a:lnTo>
                  <a:lnTo>
                    <a:pt x="1059809" y="298244"/>
                  </a:lnTo>
                  <a:lnTo>
                    <a:pt x="1059809" y="299216"/>
                  </a:lnTo>
                  <a:lnTo>
                    <a:pt x="1055570" y="299216"/>
                  </a:lnTo>
                  <a:lnTo>
                    <a:pt x="1055570" y="300186"/>
                  </a:lnTo>
                  <a:lnTo>
                    <a:pt x="1051331" y="300186"/>
                  </a:lnTo>
                  <a:lnTo>
                    <a:pt x="1051331" y="300510"/>
                  </a:lnTo>
                  <a:lnTo>
                    <a:pt x="1047092" y="300510"/>
                  </a:lnTo>
                  <a:lnTo>
                    <a:pt x="1047092" y="301157"/>
                  </a:lnTo>
                  <a:lnTo>
                    <a:pt x="1042852" y="301157"/>
                  </a:lnTo>
                  <a:lnTo>
                    <a:pt x="1042852" y="301157"/>
                  </a:lnTo>
                  <a:lnTo>
                    <a:pt x="1038613" y="301157"/>
                  </a:lnTo>
                  <a:lnTo>
                    <a:pt x="1038613" y="301480"/>
                  </a:lnTo>
                  <a:lnTo>
                    <a:pt x="1034374" y="301480"/>
                  </a:lnTo>
                  <a:lnTo>
                    <a:pt x="1034374" y="301480"/>
                  </a:lnTo>
                  <a:lnTo>
                    <a:pt x="1030135" y="301480"/>
                  </a:lnTo>
                  <a:lnTo>
                    <a:pt x="1030135" y="301803"/>
                  </a:lnTo>
                  <a:lnTo>
                    <a:pt x="1025895" y="301803"/>
                  </a:lnTo>
                  <a:lnTo>
                    <a:pt x="1025895" y="302126"/>
                  </a:lnTo>
                  <a:lnTo>
                    <a:pt x="1021656" y="302126"/>
                  </a:lnTo>
                  <a:lnTo>
                    <a:pt x="1021656" y="302126"/>
                  </a:lnTo>
                  <a:lnTo>
                    <a:pt x="1017417" y="302126"/>
                  </a:lnTo>
                  <a:lnTo>
                    <a:pt x="1017417" y="302449"/>
                  </a:lnTo>
                  <a:lnTo>
                    <a:pt x="1013178" y="302449"/>
                  </a:lnTo>
                  <a:lnTo>
                    <a:pt x="1013178" y="302449"/>
                  </a:lnTo>
                  <a:lnTo>
                    <a:pt x="1008939" y="302449"/>
                  </a:lnTo>
                  <a:lnTo>
                    <a:pt x="1008939" y="302772"/>
                  </a:lnTo>
                  <a:lnTo>
                    <a:pt x="1004699" y="302772"/>
                  </a:lnTo>
                  <a:lnTo>
                    <a:pt x="1004699" y="303094"/>
                  </a:lnTo>
                  <a:lnTo>
                    <a:pt x="1000460" y="303094"/>
                  </a:lnTo>
                  <a:lnTo>
                    <a:pt x="1000460" y="303417"/>
                  </a:lnTo>
                  <a:lnTo>
                    <a:pt x="996221" y="303417"/>
                  </a:lnTo>
                  <a:lnTo>
                    <a:pt x="996221" y="304062"/>
                  </a:lnTo>
                  <a:lnTo>
                    <a:pt x="991982" y="304062"/>
                  </a:lnTo>
                  <a:lnTo>
                    <a:pt x="991982" y="305350"/>
                  </a:lnTo>
                  <a:lnTo>
                    <a:pt x="987742" y="305350"/>
                  </a:lnTo>
                  <a:lnTo>
                    <a:pt x="987742" y="305672"/>
                  </a:lnTo>
                  <a:lnTo>
                    <a:pt x="983503" y="305672"/>
                  </a:lnTo>
                  <a:lnTo>
                    <a:pt x="983503" y="305994"/>
                  </a:lnTo>
                  <a:lnTo>
                    <a:pt x="979264" y="305994"/>
                  </a:lnTo>
                  <a:lnTo>
                    <a:pt x="979264" y="306316"/>
                  </a:lnTo>
                  <a:lnTo>
                    <a:pt x="975025" y="306316"/>
                  </a:lnTo>
                  <a:lnTo>
                    <a:pt x="975025" y="306637"/>
                  </a:lnTo>
                  <a:lnTo>
                    <a:pt x="970785" y="306637"/>
                  </a:lnTo>
                  <a:lnTo>
                    <a:pt x="970785" y="306637"/>
                  </a:lnTo>
                  <a:lnTo>
                    <a:pt x="966546" y="306637"/>
                  </a:lnTo>
                  <a:lnTo>
                    <a:pt x="966546" y="306959"/>
                  </a:lnTo>
                  <a:lnTo>
                    <a:pt x="962307" y="306959"/>
                  </a:lnTo>
                  <a:lnTo>
                    <a:pt x="962307" y="308244"/>
                  </a:lnTo>
                  <a:lnTo>
                    <a:pt x="958068" y="308244"/>
                  </a:lnTo>
                  <a:lnTo>
                    <a:pt x="958068" y="308565"/>
                  </a:lnTo>
                  <a:lnTo>
                    <a:pt x="953828" y="308565"/>
                  </a:lnTo>
                  <a:lnTo>
                    <a:pt x="953828" y="308886"/>
                  </a:lnTo>
                  <a:lnTo>
                    <a:pt x="949589" y="308886"/>
                  </a:lnTo>
                  <a:lnTo>
                    <a:pt x="949589" y="309207"/>
                  </a:lnTo>
                  <a:lnTo>
                    <a:pt x="945350" y="309207"/>
                  </a:lnTo>
                  <a:lnTo>
                    <a:pt x="945350" y="309849"/>
                  </a:lnTo>
                  <a:lnTo>
                    <a:pt x="941111" y="309849"/>
                  </a:lnTo>
                  <a:lnTo>
                    <a:pt x="941111" y="310169"/>
                  </a:lnTo>
                  <a:lnTo>
                    <a:pt x="936871" y="310169"/>
                  </a:lnTo>
                  <a:lnTo>
                    <a:pt x="936871" y="311772"/>
                  </a:lnTo>
                  <a:lnTo>
                    <a:pt x="932632" y="311772"/>
                  </a:lnTo>
                  <a:lnTo>
                    <a:pt x="932632" y="311772"/>
                  </a:lnTo>
                  <a:lnTo>
                    <a:pt x="928393" y="311772"/>
                  </a:lnTo>
                  <a:lnTo>
                    <a:pt x="928393" y="311772"/>
                  </a:lnTo>
                  <a:lnTo>
                    <a:pt x="924154" y="311772"/>
                  </a:lnTo>
                  <a:lnTo>
                    <a:pt x="924154" y="311772"/>
                  </a:lnTo>
                  <a:lnTo>
                    <a:pt x="919914" y="311772"/>
                  </a:lnTo>
                  <a:lnTo>
                    <a:pt x="919914" y="312092"/>
                  </a:lnTo>
                  <a:lnTo>
                    <a:pt x="915675" y="312092"/>
                  </a:lnTo>
                  <a:lnTo>
                    <a:pt x="915675" y="312732"/>
                  </a:lnTo>
                  <a:lnTo>
                    <a:pt x="911436" y="312732"/>
                  </a:lnTo>
                  <a:lnTo>
                    <a:pt x="911436" y="312732"/>
                  </a:lnTo>
                  <a:lnTo>
                    <a:pt x="907197" y="312732"/>
                  </a:lnTo>
                  <a:lnTo>
                    <a:pt x="907197" y="313052"/>
                  </a:lnTo>
                  <a:lnTo>
                    <a:pt x="902958" y="313052"/>
                  </a:lnTo>
                  <a:lnTo>
                    <a:pt x="902958" y="313371"/>
                  </a:lnTo>
                  <a:lnTo>
                    <a:pt x="898718" y="313371"/>
                  </a:lnTo>
                  <a:lnTo>
                    <a:pt x="898718" y="314330"/>
                  </a:lnTo>
                  <a:lnTo>
                    <a:pt x="894479" y="314330"/>
                  </a:lnTo>
                  <a:lnTo>
                    <a:pt x="894479" y="314650"/>
                  </a:lnTo>
                  <a:lnTo>
                    <a:pt x="890240" y="314650"/>
                  </a:lnTo>
                  <a:lnTo>
                    <a:pt x="890240" y="314969"/>
                  </a:lnTo>
                  <a:lnTo>
                    <a:pt x="886001" y="314969"/>
                  </a:lnTo>
                  <a:lnTo>
                    <a:pt x="886001" y="314969"/>
                  </a:lnTo>
                  <a:lnTo>
                    <a:pt x="881761" y="314969"/>
                  </a:lnTo>
                  <a:lnTo>
                    <a:pt x="881761" y="316246"/>
                  </a:lnTo>
                  <a:lnTo>
                    <a:pt x="877522" y="316246"/>
                  </a:lnTo>
                  <a:lnTo>
                    <a:pt x="877522" y="317522"/>
                  </a:lnTo>
                  <a:lnTo>
                    <a:pt x="873283" y="317522"/>
                  </a:lnTo>
                  <a:lnTo>
                    <a:pt x="873283" y="317841"/>
                  </a:lnTo>
                  <a:lnTo>
                    <a:pt x="869044" y="317841"/>
                  </a:lnTo>
                  <a:lnTo>
                    <a:pt x="869044" y="318797"/>
                  </a:lnTo>
                  <a:lnTo>
                    <a:pt x="864804" y="318797"/>
                  </a:lnTo>
                  <a:lnTo>
                    <a:pt x="864804" y="319752"/>
                  </a:lnTo>
                  <a:lnTo>
                    <a:pt x="860565" y="319752"/>
                  </a:lnTo>
                  <a:lnTo>
                    <a:pt x="860565" y="320070"/>
                  </a:lnTo>
                  <a:lnTo>
                    <a:pt x="856326" y="320070"/>
                  </a:lnTo>
                  <a:lnTo>
                    <a:pt x="856326" y="320070"/>
                  </a:lnTo>
                  <a:lnTo>
                    <a:pt x="852087" y="320070"/>
                  </a:lnTo>
                  <a:lnTo>
                    <a:pt x="852087" y="320388"/>
                  </a:lnTo>
                  <a:lnTo>
                    <a:pt x="847847" y="320388"/>
                  </a:lnTo>
                  <a:lnTo>
                    <a:pt x="847847" y="321024"/>
                  </a:lnTo>
                  <a:lnTo>
                    <a:pt x="843608" y="321024"/>
                  </a:lnTo>
                  <a:lnTo>
                    <a:pt x="843608" y="321024"/>
                  </a:lnTo>
                  <a:lnTo>
                    <a:pt x="839369" y="321024"/>
                  </a:lnTo>
                  <a:lnTo>
                    <a:pt x="839369" y="321342"/>
                  </a:lnTo>
                  <a:lnTo>
                    <a:pt x="835130" y="321342"/>
                  </a:lnTo>
                  <a:lnTo>
                    <a:pt x="835130" y="321660"/>
                  </a:lnTo>
                  <a:lnTo>
                    <a:pt x="830890" y="321660"/>
                  </a:lnTo>
                  <a:lnTo>
                    <a:pt x="830890" y="321978"/>
                  </a:lnTo>
                  <a:lnTo>
                    <a:pt x="826651" y="321978"/>
                  </a:lnTo>
                  <a:lnTo>
                    <a:pt x="826651" y="322295"/>
                  </a:lnTo>
                  <a:lnTo>
                    <a:pt x="822412" y="322295"/>
                  </a:lnTo>
                  <a:lnTo>
                    <a:pt x="822412" y="322295"/>
                  </a:lnTo>
                  <a:lnTo>
                    <a:pt x="818173" y="322295"/>
                  </a:lnTo>
                  <a:lnTo>
                    <a:pt x="818173" y="323565"/>
                  </a:lnTo>
                  <a:lnTo>
                    <a:pt x="813933" y="323565"/>
                  </a:lnTo>
                  <a:lnTo>
                    <a:pt x="813933" y="323565"/>
                  </a:lnTo>
                  <a:lnTo>
                    <a:pt x="809694" y="323565"/>
                  </a:lnTo>
                  <a:lnTo>
                    <a:pt x="809694" y="324199"/>
                  </a:lnTo>
                  <a:lnTo>
                    <a:pt x="805455" y="324199"/>
                  </a:lnTo>
                  <a:lnTo>
                    <a:pt x="805455" y="325467"/>
                  </a:lnTo>
                  <a:lnTo>
                    <a:pt x="801216" y="325467"/>
                  </a:lnTo>
                  <a:lnTo>
                    <a:pt x="801216" y="325467"/>
                  </a:lnTo>
                  <a:lnTo>
                    <a:pt x="796977" y="325467"/>
                  </a:lnTo>
                  <a:lnTo>
                    <a:pt x="796977" y="326101"/>
                  </a:lnTo>
                  <a:lnTo>
                    <a:pt x="792737" y="326101"/>
                  </a:lnTo>
                  <a:lnTo>
                    <a:pt x="792737" y="326734"/>
                  </a:lnTo>
                  <a:lnTo>
                    <a:pt x="788498" y="326734"/>
                  </a:lnTo>
                  <a:lnTo>
                    <a:pt x="788498" y="329265"/>
                  </a:lnTo>
                  <a:lnTo>
                    <a:pt x="784259" y="329265"/>
                  </a:lnTo>
                  <a:lnTo>
                    <a:pt x="784259" y="329265"/>
                  </a:lnTo>
                  <a:lnTo>
                    <a:pt x="780020" y="329265"/>
                  </a:lnTo>
                  <a:lnTo>
                    <a:pt x="780020" y="329265"/>
                  </a:lnTo>
                  <a:lnTo>
                    <a:pt x="775780" y="329265"/>
                  </a:lnTo>
                  <a:lnTo>
                    <a:pt x="775780" y="329581"/>
                  </a:lnTo>
                  <a:lnTo>
                    <a:pt x="771541" y="329581"/>
                  </a:lnTo>
                  <a:lnTo>
                    <a:pt x="771541" y="329581"/>
                  </a:lnTo>
                  <a:lnTo>
                    <a:pt x="767302" y="329581"/>
                  </a:lnTo>
                  <a:lnTo>
                    <a:pt x="767302" y="329897"/>
                  </a:lnTo>
                  <a:lnTo>
                    <a:pt x="763063" y="329897"/>
                  </a:lnTo>
                  <a:lnTo>
                    <a:pt x="763063" y="330212"/>
                  </a:lnTo>
                  <a:lnTo>
                    <a:pt x="758823" y="330212"/>
                  </a:lnTo>
                  <a:lnTo>
                    <a:pt x="758823" y="331159"/>
                  </a:lnTo>
                  <a:lnTo>
                    <a:pt x="754584" y="331159"/>
                  </a:lnTo>
                  <a:lnTo>
                    <a:pt x="754584" y="331474"/>
                  </a:lnTo>
                  <a:lnTo>
                    <a:pt x="750345" y="331474"/>
                  </a:lnTo>
                  <a:lnTo>
                    <a:pt x="750345" y="331789"/>
                  </a:lnTo>
                  <a:lnTo>
                    <a:pt x="746106" y="331789"/>
                  </a:lnTo>
                  <a:lnTo>
                    <a:pt x="746106" y="332104"/>
                  </a:lnTo>
                  <a:lnTo>
                    <a:pt x="741866" y="332104"/>
                  </a:lnTo>
                  <a:lnTo>
                    <a:pt x="741866" y="332104"/>
                  </a:lnTo>
                  <a:lnTo>
                    <a:pt x="737627" y="332104"/>
                  </a:lnTo>
                  <a:lnTo>
                    <a:pt x="737627" y="332104"/>
                  </a:lnTo>
                  <a:lnTo>
                    <a:pt x="733388" y="332104"/>
                  </a:lnTo>
                  <a:lnTo>
                    <a:pt x="733388" y="332419"/>
                  </a:lnTo>
                  <a:lnTo>
                    <a:pt x="729149" y="332419"/>
                  </a:lnTo>
                  <a:lnTo>
                    <a:pt x="729149" y="333363"/>
                  </a:lnTo>
                  <a:lnTo>
                    <a:pt x="724909" y="333363"/>
                  </a:lnTo>
                  <a:lnTo>
                    <a:pt x="724909" y="333677"/>
                  </a:lnTo>
                  <a:lnTo>
                    <a:pt x="720670" y="333677"/>
                  </a:lnTo>
                  <a:lnTo>
                    <a:pt x="720670" y="334305"/>
                  </a:lnTo>
                  <a:lnTo>
                    <a:pt x="716431" y="334305"/>
                  </a:lnTo>
                  <a:lnTo>
                    <a:pt x="716431" y="334933"/>
                  </a:lnTo>
                  <a:lnTo>
                    <a:pt x="712192" y="334933"/>
                  </a:lnTo>
                  <a:lnTo>
                    <a:pt x="712192" y="334933"/>
                  </a:lnTo>
                  <a:lnTo>
                    <a:pt x="707953" y="334933"/>
                  </a:lnTo>
                  <a:lnTo>
                    <a:pt x="707953" y="334933"/>
                  </a:lnTo>
                  <a:lnTo>
                    <a:pt x="703713" y="334933"/>
                  </a:lnTo>
                  <a:lnTo>
                    <a:pt x="703713" y="335561"/>
                  </a:lnTo>
                  <a:lnTo>
                    <a:pt x="699474" y="335561"/>
                  </a:lnTo>
                  <a:lnTo>
                    <a:pt x="699474" y="337754"/>
                  </a:lnTo>
                  <a:lnTo>
                    <a:pt x="695235" y="337754"/>
                  </a:lnTo>
                  <a:lnTo>
                    <a:pt x="695235" y="337754"/>
                  </a:lnTo>
                  <a:lnTo>
                    <a:pt x="690996" y="337754"/>
                  </a:lnTo>
                  <a:lnTo>
                    <a:pt x="690996" y="338380"/>
                  </a:lnTo>
                  <a:lnTo>
                    <a:pt x="686756" y="338380"/>
                  </a:lnTo>
                  <a:lnTo>
                    <a:pt x="686756" y="338380"/>
                  </a:lnTo>
                  <a:lnTo>
                    <a:pt x="682517" y="338380"/>
                  </a:lnTo>
                  <a:lnTo>
                    <a:pt x="682517" y="338692"/>
                  </a:lnTo>
                  <a:lnTo>
                    <a:pt x="678278" y="338692"/>
                  </a:lnTo>
                  <a:lnTo>
                    <a:pt x="678278" y="338692"/>
                  </a:lnTo>
                  <a:lnTo>
                    <a:pt x="674039" y="338692"/>
                  </a:lnTo>
                  <a:lnTo>
                    <a:pt x="674039" y="339005"/>
                  </a:lnTo>
                  <a:lnTo>
                    <a:pt x="669799" y="339005"/>
                  </a:lnTo>
                  <a:lnTo>
                    <a:pt x="669799" y="339942"/>
                  </a:lnTo>
                  <a:lnTo>
                    <a:pt x="665560" y="339942"/>
                  </a:lnTo>
                  <a:lnTo>
                    <a:pt x="665560" y="340254"/>
                  </a:lnTo>
                  <a:lnTo>
                    <a:pt x="661321" y="340254"/>
                  </a:lnTo>
                  <a:lnTo>
                    <a:pt x="661321" y="340566"/>
                  </a:lnTo>
                  <a:lnTo>
                    <a:pt x="657082" y="340566"/>
                  </a:lnTo>
                  <a:lnTo>
                    <a:pt x="657082" y="340566"/>
                  </a:lnTo>
                  <a:lnTo>
                    <a:pt x="652842" y="340566"/>
                  </a:lnTo>
                  <a:lnTo>
                    <a:pt x="652842" y="341190"/>
                  </a:lnTo>
                  <a:lnTo>
                    <a:pt x="648603" y="341190"/>
                  </a:lnTo>
                  <a:lnTo>
                    <a:pt x="648603" y="341190"/>
                  </a:lnTo>
                  <a:lnTo>
                    <a:pt x="644364" y="341190"/>
                  </a:lnTo>
                  <a:lnTo>
                    <a:pt x="644364" y="341813"/>
                  </a:lnTo>
                  <a:lnTo>
                    <a:pt x="640125" y="341813"/>
                  </a:lnTo>
                  <a:lnTo>
                    <a:pt x="640125" y="343058"/>
                  </a:lnTo>
                  <a:lnTo>
                    <a:pt x="635885" y="343058"/>
                  </a:lnTo>
                  <a:lnTo>
                    <a:pt x="635885" y="343679"/>
                  </a:lnTo>
                  <a:lnTo>
                    <a:pt x="631646" y="343679"/>
                  </a:lnTo>
                  <a:lnTo>
                    <a:pt x="631646" y="343990"/>
                  </a:lnTo>
                  <a:lnTo>
                    <a:pt x="627407" y="343990"/>
                  </a:lnTo>
                  <a:lnTo>
                    <a:pt x="627407" y="344301"/>
                  </a:lnTo>
                  <a:lnTo>
                    <a:pt x="623168" y="344301"/>
                  </a:lnTo>
                  <a:lnTo>
                    <a:pt x="623168" y="344301"/>
                  </a:lnTo>
                  <a:lnTo>
                    <a:pt x="618928" y="344301"/>
                  </a:lnTo>
                  <a:lnTo>
                    <a:pt x="618928" y="344922"/>
                  </a:lnTo>
                  <a:lnTo>
                    <a:pt x="614689" y="344922"/>
                  </a:lnTo>
                  <a:lnTo>
                    <a:pt x="614689" y="345232"/>
                  </a:lnTo>
                  <a:lnTo>
                    <a:pt x="610450" y="345232"/>
                  </a:lnTo>
                  <a:lnTo>
                    <a:pt x="610450" y="347401"/>
                  </a:lnTo>
                  <a:lnTo>
                    <a:pt x="606211" y="347401"/>
                  </a:lnTo>
                  <a:lnTo>
                    <a:pt x="606211" y="348020"/>
                  </a:lnTo>
                  <a:lnTo>
                    <a:pt x="601972" y="348020"/>
                  </a:lnTo>
                  <a:lnTo>
                    <a:pt x="601972" y="348330"/>
                  </a:lnTo>
                  <a:lnTo>
                    <a:pt x="597732" y="348330"/>
                  </a:lnTo>
                  <a:lnTo>
                    <a:pt x="597732" y="348639"/>
                  </a:lnTo>
                  <a:lnTo>
                    <a:pt x="593493" y="348639"/>
                  </a:lnTo>
                  <a:lnTo>
                    <a:pt x="593493" y="349566"/>
                  </a:lnTo>
                  <a:lnTo>
                    <a:pt x="589254" y="349566"/>
                  </a:lnTo>
                  <a:lnTo>
                    <a:pt x="589254" y="349875"/>
                  </a:lnTo>
                  <a:lnTo>
                    <a:pt x="585015" y="349875"/>
                  </a:lnTo>
                  <a:lnTo>
                    <a:pt x="585015" y="350184"/>
                  </a:lnTo>
                  <a:lnTo>
                    <a:pt x="580775" y="350184"/>
                  </a:lnTo>
                  <a:lnTo>
                    <a:pt x="580775" y="350801"/>
                  </a:lnTo>
                  <a:lnTo>
                    <a:pt x="576536" y="350801"/>
                  </a:lnTo>
                  <a:lnTo>
                    <a:pt x="576536" y="351726"/>
                  </a:lnTo>
                  <a:lnTo>
                    <a:pt x="572297" y="351726"/>
                  </a:lnTo>
                  <a:lnTo>
                    <a:pt x="572297" y="352034"/>
                  </a:lnTo>
                  <a:lnTo>
                    <a:pt x="568058" y="352034"/>
                  </a:lnTo>
                  <a:lnTo>
                    <a:pt x="568058" y="352650"/>
                  </a:lnTo>
                  <a:lnTo>
                    <a:pt x="563818" y="352650"/>
                  </a:lnTo>
                  <a:lnTo>
                    <a:pt x="563818" y="352958"/>
                  </a:lnTo>
                  <a:lnTo>
                    <a:pt x="559579" y="352958"/>
                  </a:lnTo>
                  <a:lnTo>
                    <a:pt x="559579" y="353266"/>
                  </a:lnTo>
                  <a:lnTo>
                    <a:pt x="555340" y="353266"/>
                  </a:lnTo>
                  <a:lnTo>
                    <a:pt x="555340" y="354495"/>
                  </a:lnTo>
                  <a:lnTo>
                    <a:pt x="551101" y="354495"/>
                  </a:lnTo>
                  <a:lnTo>
                    <a:pt x="551101" y="355723"/>
                  </a:lnTo>
                  <a:lnTo>
                    <a:pt x="546861" y="355723"/>
                  </a:lnTo>
                  <a:lnTo>
                    <a:pt x="546861" y="356336"/>
                  </a:lnTo>
                  <a:lnTo>
                    <a:pt x="542622" y="356336"/>
                  </a:lnTo>
                  <a:lnTo>
                    <a:pt x="542622" y="356642"/>
                  </a:lnTo>
                  <a:lnTo>
                    <a:pt x="538383" y="356642"/>
                  </a:lnTo>
                  <a:lnTo>
                    <a:pt x="538383" y="356949"/>
                  </a:lnTo>
                  <a:lnTo>
                    <a:pt x="534144" y="356949"/>
                  </a:lnTo>
                  <a:lnTo>
                    <a:pt x="534144" y="357561"/>
                  </a:lnTo>
                  <a:lnTo>
                    <a:pt x="529904" y="357561"/>
                  </a:lnTo>
                  <a:lnTo>
                    <a:pt x="529904" y="357866"/>
                  </a:lnTo>
                  <a:lnTo>
                    <a:pt x="525665" y="357866"/>
                  </a:lnTo>
                  <a:lnTo>
                    <a:pt x="525665" y="359699"/>
                  </a:lnTo>
                  <a:lnTo>
                    <a:pt x="521426" y="359699"/>
                  </a:lnTo>
                  <a:lnTo>
                    <a:pt x="521426" y="360918"/>
                  </a:lnTo>
                  <a:lnTo>
                    <a:pt x="517187" y="360918"/>
                  </a:lnTo>
                  <a:lnTo>
                    <a:pt x="517187" y="361222"/>
                  </a:lnTo>
                  <a:lnTo>
                    <a:pt x="512947" y="361222"/>
                  </a:lnTo>
                  <a:lnTo>
                    <a:pt x="512947" y="361527"/>
                  </a:lnTo>
                  <a:lnTo>
                    <a:pt x="508708" y="361527"/>
                  </a:lnTo>
                  <a:lnTo>
                    <a:pt x="508708" y="361831"/>
                  </a:lnTo>
                  <a:lnTo>
                    <a:pt x="504469" y="361831"/>
                  </a:lnTo>
                  <a:lnTo>
                    <a:pt x="504469" y="361831"/>
                  </a:lnTo>
                  <a:lnTo>
                    <a:pt x="500230" y="361831"/>
                  </a:lnTo>
                  <a:lnTo>
                    <a:pt x="500230" y="362135"/>
                  </a:lnTo>
                  <a:lnTo>
                    <a:pt x="495991" y="362135"/>
                  </a:lnTo>
                  <a:lnTo>
                    <a:pt x="495991" y="362135"/>
                  </a:lnTo>
                  <a:lnTo>
                    <a:pt x="491751" y="362135"/>
                  </a:lnTo>
                  <a:lnTo>
                    <a:pt x="491751" y="362741"/>
                  </a:lnTo>
                  <a:lnTo>
                    <a:pt x="487512" y="362741"/>
                  </a:lnTo>
                  <a:lnTo>
                    <a:pt x="487512" y="363045"/>
                  </a:lnTo>
                  <a:lnTo>
                    <a:pt x="483273" y="363045"/>
                  </a:lnTo>
                  <a:lnTo>
                    <a:pt x="483273" y="363045"/>
                  </a:lnTo>
                  <a:lnTo>
                    <a:pt x="479034" y="363045"/>
                  </a:lnTo>
                  <a:lnTo>
                    <a:pt x="479034" y="363348"/>
                  </a:lnTo>
                  <a:lnTo>
                    <a:pt x="474794" y="363348"/>
                  </a:lnTo>
                  <a:lnTo>
                    <a:pt x="474794" y="363348"/>
                  </a:lnTo>
                  <a:lnTo>
                    <a:pt x="470555" y="363348"/>
                  </a:lnTo>
                  <a:lnTo>
                    <a:pt x="470555" y="363953"/>
                  </a:lnTo>
                  <a:lnTo>
                    <a:pt x="466316" y="363953"/>
                  </a:lnTo>
                  <a:lnTo>
                    <a:pt x="466316" y="363953"/>
                  </a:lnTo>
                  <a:lnTo>
                    <a:pt x="462077" y="363953"/>
                  </a:lnTo>
                  <a:lnTo>
                    <a:pt x="462077" y="364860"/>
                  </a:lnTo>
                  <a:lnTo>
                    <a:pt x="457837" y="364860"/>
                  </a:lnTo>
                  <a:lnTo>
                    <a:pt x="457837" y="365463"/>
                  </a:lnTo>
                  <a:lnTo>
                    <a:pt x="453598" y="365463"/>
                  </a:lnTo>
                  <a:lnTo>
                    <a:pt x="453598" y="365765"/>
                  </a:lnTo>
                  <a:lnTo>
                    <a:pt x="449359" y="365765"/>
                  </a:lnTo>
                  <a:lnTo>
                    <a:pt x="449359" y="365765"/>
                  </a:lnTo>
                  <a:lnTo>
                    <a:pt x="445120" y="365765"/>
                  </a:lnTo>
                  <a:lnTo>
                    <a:pt x="445120" y="366669"/>
                  </a:lnTo>
                  <a:lnTo>
                    <a:pt x="440880" y="366669"/>
                  </a:lnTo>
                  <a:lnTo>
                    <a:pt x="440880" y="366970"/>
                  </a:lnTo>
                  <a:lnTo>
                    <a:pt x="436641" y="366970"/>
                  </a:lnTo>
                  <a:lnTo>
                    <a:pt x="436641" y="367571"/>
                  </a:lnTo>
                  <a:lnTo>
                    <a:pt x="432402" y="367571"/>
                  </a:lnTo>
                  <a:lnTo>
                    <a:pt x="432402" y="369371"/>
                  </a:lnTo>
                  <a:lnTo>
                    <a:pt x="428163" y="369371"/>
                  </a:lnTo>
                  <a:lnTo>
                    <a:pt x="428163" y="369970"/>
                  </a:lnTo>
                  <a:lnTo>
                    <a:pt x="423923" y="369970"/>
                  </a:lnTo>
                  <a:lnTo>
                    <a:pt x="423923" y="370269"/>
                  </a:lnTo>
                  <a:lnTo>
                    <a:pt x="419684" y="370269"/>
                  </a:lnTo>
                  <a:lnTo>
                    <a:pt x="419684" y="370269"/>
                  </a:lnTo>
                  <a:lnTo>
                    <a:pt x="415445" y="370269"/>
                  </a:lnTo>
                  <a:lnTo>
                    <a:pt x="415445" y="370567"/>
                  </a:lnTo>
                  <a:lnTo>
                    <a:pt x="411206" y="370567"/>
                  </a:lnTo>
                  <a:lnTo>
                    <a:pt x="411206" y="370567"/>
                  </a:lnTo>
                  <a:lnTo>
                    <a:pt x="406966" y="370567"/>
                  </a:lnTo>
                  <a:lnTo>
                    <a:pt x="406966" y="370567"/>
                  </a:lnTo>
                  <a:lnTo>
                    <a:pt x="402727" y="370567"/>
                  </a:lnTo>
                  <a:lnTo>
                    <a:pt x="402727" y="371164"/>
                  </a:lnTo>
                  <a:lnTo>
                    <a:pt x="398488" y="371164"/>
                  </a:lnTo>
                  <a:lnTo>
                    <a:pt x="398488" y="371164"/>
                  </a:lnTo>
                  <a:lnTo>
                    <a:pt x="394249" y="371164"/>
                  </a:lnTo>
                  <a:lnTo>
                    <a:pt x="394249" y="371164"/>
                  </a:lnTo>
                  <a:lnTo>
                    <a:pt x="390010" y="371164"/>
                  </a:lnTo>
                  <a:lnTo>
                    <a:pt x="390010" y="371164"/>
                  </a:lnTo>
                  <a:lnTo>
                    <a:pt x="385770" y="371164"/>
                  </a:lnTo>
                  <a:lnTo>
                    <a:pt x="385770" y="371462"/>
                  </a:lnTo>
                  <a:lnTo>
                    <a:pt x="381531" y="371462"/>
                  </a:lnTo>
                  <a:lnTo>
                    <a:pt x="381531" y="371759"/>
                  </a:lnTo>
                  <a:lnTo>
                    <a:pt x="377292" y="371759"/>
                  </a:lnTo>
                  <a:lnTo>
                    <a:pt x="377292" y="371759"/>
                  </a:lnTo>
                  <a:lnTo>
                    <a:pt x="373053" y="371759"/>
                  </a:lnTo>
                  <a:lnTo>
                    <a:pt x="373053" y="372651"/>
                  </a:lnTo>
                  <a:lnTo>
                    <a:pt x="368813" y="372651"/>
                  </a:lnTo>
                  <a:lnTo>
                    <a:pt x="368813" y="373245"/>
                  </a:lnTo>
                  <a:lnTo>
                    <a:pt x="364574" y="373245"/>
                  </a:lnTo>
                  <a:lnTo>
                    <a:pt x="364574" y="373245"/>
                  </a:lnTo>
                  <a:lnTo>
                    <a:pt x="360335" y="373245"/>
                  </a:lnTo>
                  <a:lnTo>
                    <a:pt x="360335" y="373541"/>
                  </a:lnTo>
                  <a:lnTo>
                    <a:pt x="356096" y="373541"/>
                  </a:lnTo>
                  <a:lnTo>
                    <a:pt x="356096" y="373541"/>
                  </a:lnTo>
                  <a:lnTo>
                    <a:pt x="351856" y="373541"/>
                  </a:lnTo>
                  <a:lnTo>
                    <a:pt x="351856" y="373837"/>
                  </a:lnTo>
                  <a:lnTo>
                    <a:pt x="347617" y="373837"/>
                  </a:lnTo>
                  <a:lnTo>
                    <a:pt x="347617" y="374133"/>
                  </a:lnTo>
                  <a:lnTo>
                    <a:pt x="343378" y="374133"/>
                  </a:lnTo>
                  <a:lnTo>
                    <a:pt x="343378" y="377374"/>
                  </a:lnTo>
                  <a:lnTo>
                    <a:pt x="339139" y="377374"/>
                  </a:lnTo>
                  <a:lnTo>
                    <a:pt x="339139" y="377667"/>
                  </a:lnTo>
                  <a:lnTo>
                    <a:pt x="334899" y="377667"/>
                  </a:lnTo>
                  <a:lnTo>
                    <a:pt x="334899" y="377960"/>
                  </a:lnTo>
                  <a:lnTo>
                    <a:pt x="330660" y="377960"/>
                  </a:lnTo>
                  <a:lnTo>
                    <a:pt x="330660" y="378253"/>
                  </a:lnTo>
                  <a:lnTo>
                    <a:pt x="326421" y="378253"/>
                  </a:lnTo>
                  <a:lnTo>
                    <a:pt x="326421" y="378253"/>
                  </a:lnTo>
                  <a:lnTo>
                    <a:pt x="322182" y="378253"/>
                  </a:lnTo>
                  <a:lnTo>
                    <a:pt x="322182" y="378253"/>
                  </a:lnTo>
                  <a:lnTo>
                    <a:pt x="317942" y="378253"/>
                  </a:lnTo>
                  <a:lnTo>
                    <a:pt x="317942" y="378838"/>
                  </a:lnTo>
                  <a:lnTo>
                    <a:pt x="313703" y="378838"/>
                  </a:lnTo>
                  <a:lnTo>
                    <a:pt x="313703" y="379130"/>
                  </a:lnTo>
                  <a:lnTo>
                    <a:pt x="309464" y="379130"/>
                  </a:lnTo>
                  <a:lnTo>
                    <a:pt x="309464" y="380586"/>
                  </a:lnTo>
                  <a:lnTo>
                    <a:pt x="305225" y="380586"/>
                  </a:lnTo>
                  <a:lnTo>
                    <a:pt x="305225" y="381166"/>
                  </a:lnTo>
                  <a:lnTo>
                    <a:pt x="300986" y="381166"/>
                  </a:lnTo>
                  <a:lnTo>
                    <a:pt x="300986" y="381166"/>
                  </a:lnTo>
                  <a:lnTo>
                    <a:pt x="296746" y="381166"/>
                  </a:lnTo>
                  <a:lnTo>
                    <a:pt x="296746" y="381456"/>
                  </a:lnTo>
                  <a:lnTo>
                    <a:pt x="292507" y="381456"/>
                  </a:lnTo>
                  <a:lnTo>
                    <a:pt x="292507" y="381746"/>
                  </a:lnTo>
                  <a:lnTo>
                    <a:pt x="288268" y="381746"/>
                  </a:lnTo>
                  <a:lnTo>
                    <a:pt x="288268" y="382035"/>
                  </a:lnTo>
                  <a:lnTo>
                    <a:pt x="284029" y="382035"/>
                  </a:lnTo>
                  <a:lnTo>
                    <a:pt x="284029" y="383189"/>
                  </a:lnTo>
                  <a:lnTo>
                    <a:pt x="279789" y="383189"/>
                  </a:lnTo>
                  <a:lnTo>
                    <a:pt x="279789" y="383764"/>
                  </a:lnTo>
                  <a:lnTo>
                    <a:pt x="275550" y="383764"/>
                  </a:lnTo>
                  <a:lnTo>
                    <a:pt x="275550" y="384051"/>
                  </a:lnTo>
                  <a:lnTo>
                    <a:pt x="271311" y="384051"/>
                  </a:lnTo>
                  <a:lnTo>
                    <a:pt x="271311" y="384051"/>
                  </a:lnTo>
                  <a:lnTo>
                    <a:pt x="267072" y="384051"/>
                  </a:lnTo>
                  <a:lnTo>
                    <a:pt x="267072" y="384624"/>
                  </a:lnTo>
                  <a:lnTo>
                    <a:pt x="262832" y="384624"/>
                  </a:lnTo>
                  <a:lnTo>
                    <a:pt x="262832" y="384910"/>
                  </a:lnTo>
                  <a:lnTo>
                    <a:pt x="258593" y="384910"/>
                  </a:lnTo>
                  <a:lnTo>
                    <a:pt x="258593" y="384910"/>
                  </a:lnTo>
                  <a:lnTo>
                    <a:pt x="254354" y="384910"/>
                  </a:lnTo>
                  <a:lnTo>
                    <a:pt x="254354" y="386616"/>
                  </a:lnTo>
                  <a:lnTo>
                    <a:pt x="250115" y="386616"/>
                  </a:lnTo>
                  <a:lnTo>
                    <a:pt x="250115" y="387182"/>
                  </a:lnTo>
                  <a:lnTo>
                    <a:pt x="245875" y="387182"/>
                  </a:lnTo>
                  <a:lnTo>
                    <a:pt x="245875" y="387182"/>
                  </a:lnTo>
                  <a:lnTo>
                    <a:pt x="241636" y="387182"/>
                  </a:lnTo>
                  <a:lnTo>
                    <a:pt x="241636" y="387182"/>
                  </a:lnTo>
                  <a:lnTo>
                    <a:pt x="237397" y="387182"/>
                  </a:lnTo>
                  <a:lnTo>
                    <a:pt x="237397" y="387182"/>
                  </a:lnTo>
                  <a:lnTo>
                    <a:pt x="233158" y="387182"/>
                  </a:lnTo>
                  <a:lnTo>
                    <a:pt x="233158" y="387464"/>
                  </a:lnTo>
                  <a:lnTo>
                    <a:pt x="228918" y="387464"/>
                  </a:lnTo>
                  <a:lnTo>
                    <a:pt x="228918" y="387464"/>
                  </a:lnTo>
                  <a:lnTo>
                    <a:pt x="224679" y="387464"/>
                  </a:lnTo>
                  <a:lnTo>
                    <a:pt x="224679" y="388588"/>
                  </a:lnTo>
                  <a:lnTo>
                    <a:pt x="220440" y="388588"/>
                  </a:lnTo>
                  <a:lnTo>
                    <a:pt x="220440" y="389426"/>
                  </a:lnTo>
                  <a:lnTo>
                    <a:pt x="216201" y="389426"/>
                  </a:lnTo>
                  <a:lnTo>
                    <a:pt x="216201" y="389426"/>
                  </a:lnTo>
                  <a:lnTo>
                    <a:pt x="211961" y="389426"/>
                  </a:lnTo>
                  <a:lnTo>
                    <a:pt x="211961" y="389704"/>
                  </a:lnTo>
                  <a:lnTo>
                    <a:pt x="207722" y="389704"/>
                  </a:lnTo>
                  <a:lnTo>
                    <a:pt x="207722" y="389704"/>
                  </a:lnTo>
                  <a:lnTo>
                    <a:pt x="203483" y="389704"/>
                  </a:lnTo>
                  <a:lnTo>
                    <a:pt x="203483" y="389704"/>
                  </a:lnTo>
                  <a:lnTo>
                    <a:pt x="199244" y="389704"/>
                  </a:lnTo>
                  <a:lnTo>
                    <a:pt x="199244" y="389704"/>
                  </a:lnTo>
                  <a:lnTo>
                    <a:pt x="195005" y="389704"/>
                  </a:lnTo>
                  <a:lnTo>
                    <a:pt x="195005" y="389704"/>
                  </a:lnTo>
                  <a:lnTo>
                    <a:pt x="190765" y="389704"/>
                  </a:lnTo>
                  <a:lnTo>
                    <a:pt x="190765" y="390259"/>
                  </a:lnTo>
                  <a:lnTo>
                    <a:pt x="186526" y="390259"/>
                  </a:lnTo>
                  <a:lnTo>
                    <a:pt x="186526" y="390535"/>
                  </a:lnTo>
                  <a:lnTo>
                    <a:pt x="182287" y="390535"/>
                  </a:lnTo>
                  <a:lnTo>
                    <a:pt x="182287" y="390535"/>
                  </a:lnTo>
                  <a:lnTo>
                    <a:pt x="178048" y="390535"/>
                  </a:lnTo>
                  <a:lnTo>
                    <a:pt x="178048" y="390811"/>
                  </a:lnTo>
                  <a:lnTo>
                    <a:pt x="173808" y="390811"/>
                  </a:lnTo>
                  <a:lnTo>
                    <a:pt x="173808" y="390811"/>
                  </a:lnTo>
                  <a:lnTo>
                    <a:pt x="169569" y="390811"/>
                  </a:lnTo>
                  <a:lnTo>
                    <a:pt x="169569" y="391361"/>
                  </a:lnTo>
                  <a:lnTo>
                    <a:pt x="165330" y="391361"/>
                  </a:lnTo>
                  <a:lnTo>
                    <a:pt x="165330" y="393800"/>
                  </a:lnTo>
                  <a:lnTo>
                    <a:pt x="161091" y="393800"/>
                  </a:lnTo>
                  <a:lnTo>
                    <a:pt x="161091" y="394334"/>
                  </a:lnTo>
                  <a:lnTo>
                    <a:pt x="156851" y="394334"/>
                  </a:lnTo>
                  <a:lnTo>
                    <a:pt x="156851" y="394600"/>
                  </a:lnTo>
                  <a:lnTo>
                    <a:pt x="152612" y="394600"/>
                  </a:lnTo>
                  <a:lnTo>
                    <a:pt x="152612" y="394864"/>
                  </a:lnTo>
                  <a:lnTo>
                    <a:pt x="148373" y="394864"/>
                  </a:lnTo>
                  <a:lnTo>
                    <a:pt x="148373" y="394864"/>
                  </a:lnTo>
                  <a:lnTo>
                    <a:pt x="144134" y="394864"/>
                  </a:lnTo>
                  <a:lnTo>
                    <a:pt x="144134" y="394864"/>
                  </a:lnTo>
                  <a:lnTo>
                    <a:pt x="139894" y="394864"/>
                  </a:lnTo>
                  <a:lnTo>
                    <a:pt x="139894" y="394864"/>
                  </a:lnTo>
                  <a:lnTo>
                    <a:pt x="135655" y="394864"/>
                  </a:lnTo>
                  <a:lnTo>
                    <a:pt x="135655" y="395390"/>
                  </a:lnTo>
                  <a:lnTo>
                    <a:pt x="131416" y="395390"/>
                  </a:lnTo>
                  <a:lnTo>
                    <a:pt x="131416" y="395651"/>
                  </a:lnTo>
                  <a:lnTo>
                    <a:pt x="127177" y="395651"/>
                  </a:lnTo>
                  <a:lnTo>
                    <a:pt x="127177" y="395651"/>
                  </a:lnTo>
                  <a:lnTo>
                    <a:pt x="122937" y="395651"/>
                  </a:lnTo>
                  <a:lnTo>
                    <a:pt x="122937" y="395651"/>
                  </a:lnTo>
                  <a:lnTo>
                    <a:pt x="118698" y="395651"/>
                  </a:lnTo>
                  <a:lnTo>
                    <a:pt x="118698" y="395651"/>
                  </a:lnTo>
                  <a:lnTo>
                    <a:pt x="114459" y="395651"/>
                  </a:lnTo>
                  <a:lnTo>
                    <a:pt x="114459" y="395651"/>
                  </a:lnTo>
                  <a:lnTo>
                    <a:pt x="110220" y="395651"/>
                  </a:lnTo>
                  <a:lnTo>
                    <a:pt x="110220" y="395651"/>
                  </a:lnTo>
                  <a:lnTo>
                    <a:pt x="105980" y="395651"/>
                  </a:lnTo>
                  <a:lnTo>
                    <a:pt x="105980" y="396169"/>
                  </a:lnTo>
                  <a:lnTo>
                    <a:pt x="101741" y="396169"/>
                  </a:lnTo>
                  <a:lnTo>
                    <a:pt x="101741" y="396169"/>
                  </a:lnTo>
                  <a:lnTo>
                    <a:pt x="97502" y="396169"/>
                  </a:lnTo>
                  <a:lnTo>
                    <a:pt x="97502" y="396169"/>
                  </a:lnTo>
                  <a:lnTo>
                    <a:pt x="93263" y="396169"/>
                  </a:lnTo>
                  <a:lnTo>
                    <a:pt x="93263" y="396426"/>
                  </a:lnTo>
                  <a:lnTo>
                    <a:pt x="89024" y="396426"/>
                  </a:lnTo>
                  <a:lnTo>
                    <a:pt x="89024" y="396426"/>
                  </a:lnTo>
                  <a:lnTo>
                    <a:pt x="84784" y="396426"/>
                  </a:lnTo>
                  <a:lnTo>
                    <a:pt x="84784" y="396426"/>
                  </a:lnTo>
                  <a:lnTo>
                    <a:pt x="80545" y="396426"/>
                  </a:lnTo>
                  <a:lnTo>
                    <a:pt x="80545" y="396426"/>
                  </a:lnTo>
                  <a:lnTo>
                    <a:pt x="76306" y="396426"/>
                  </a:lnTo>
                  <a:lnTo>
                    <a:pt x="76306" y="397687"/>
                  </a:lnTo>
                  <a:lnTo>
                    <a:pt x="72067" y="397687"/>
                  </a:lnTo>
                  <a:lnTo>
                    <a:pt x="72067" y="397687"/>
                  </a:lnTo>
                  <a:lnTo>
                    <a:pt x="67827" y="397687"/>
                  </a:lnTo>
                  <a:lnTo>
                    <a:pt x="67827" y="397687"/>
                  </a:lnTo>
                  <a:lnTo>
                    <a:pt x="63588" y="397687"/>
                  </a:lnTo>
                  <a:lnTo>
                    <a:pt x="63588" y="397687"/>
                  </a:lnTo>
                  <a:lnTo>
                    <a:pt x="59349" y="397687"/>
                  </a:lnTo>
                  <a:lnTo>
                    <a:pt x="59349" y="397687"/>
                  </a:lnTo>
                  <a:lnTo>
                    <a:pt x="55110" y="397687"/>
                  </a:lnTo>
                  <a:lnTo>
                    <a:pt x="55110" y="398179"/>
                  </a:lnTo>
                  <a:lnTo>
                    <a:pt x="50870" y="398179"/>
                  </a:lnTo>
                  <a:lnTo>
                    <a:pt x="50870" y="398663"/>
                  </a:lnTo>
                  <a:lnTo>
                    <a:pt x="46631" y="398663"/>
                  </a:lnTo>
                  <a:lnTo>
                    <a:pt x="46631" y="399596"/>
                  </a:lnTo>
                  <a:lnTo>
                    <a:pt x="42392" y="399596"/>
                  </a:lnTo>
                  <a:lnTo>
                    <a:pt x="42392" y="400040"/>
                  </a:lnTo>
                  <a:lnTo>
                    <a:pt x="38153" y="400040"/>
                  </a:lnTo>
                  <a:lnTo>
                    <a:pt x="38153" y="400665"/>
                  </a:lnTo>
                  <a:lnTo>
                    <a:pt x="33913" y="400665"/>
                  </a:lnTo>
                  <a:lnTo>
                    <a:pt x="33913" y="400665"/>
                  </a:lnTo>
                  <a:lnTo>
                    <a:pt x="29674" y="400665"/>
                  </a:lnTo>
                  <a:lnTo>
                    <a:pt x="29674" y="400857"/>
                  </a:lnTo>
                  <a:lnTo>
                    <a:pt x="25435" y="400857"/>
                  </a:lnTo>
                  <a:lnTo>
                    <a:pt x="25435" y="401037"/>
                  </a:lnTo>
                  <a:lnTo>
                    <a:pt x="21196" y="401037"/>
                  </a:lnTo>
                  <a:lnTo>
                    <a:pt x="21196" y="401345"/>
                  </a:lnTo>
                  <a:lnTo>
                    <a:pt x="16956" y="401345"/>
                  </a:lnTo>
                  <a:lnTo>
                    <a:pt x="16956" y="401451"/>
                  </a:lnTo>
                  <a:lnTo>
                    <a:pt x="12717" y="401451"/>
                  </a:lnTo>
                  <a:lnTo>
                    <a:pt x="12717" y="401451"/>
                  </a:lnTo>
                  <a:lnTo>
                    <a:pt x="8478" y="401451"/>
                  </a:lnTo>
                  <a:lnTo>
                    <a:pt x="8478" y="401451"/>
                  </a:lnTo>
                  <a:lnTo>
                    <a:pt x="4239" y="401451"/>
                  </a:lnTo>
                  <a:lnTo>
                    <a:pt x="4239" y="401451"/>
                  </a:lnTo>
                  <a:lnTo>
                    <a:pt x="0" y="4014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9568" y="803294"/>
              <a:ext cx="7736612" cy="3877500"/>
            </a:xfrm>
            <a:custGeom>
              <a:avLst/>
              <a:pathLst>
                <a:path w="7736612" h="3877500">
                  <a:moveTo>
                    <a:pt x="0" y="3875356"/>
                  </a:moveTo>
                  <a:lnTo>
                    <a:pt x="4239" y="3875356"/>
                  </a:lnTo>
                  <a:lnTo>
                    <a:pt x="4239" y="3872304"/>
                  </a:lnTo>
                  <a:lnTo>
                    <a:pt x="8478" y="3872304"/>
                  </a:lnTo>
                  <a:lnTo>
                    <a:pt x="8478" y="3869102"/>
                  </a:lnTo>
                  <a:lnTo>
                    <a:pt x="12717" y="3869102"/>
                  </a:lnTo>
                  <a:lnTo>
                    <a:pt x="12717" y="3867174"/>
                  </a:lnTo>
                  <a:lnTo>
                    <a:pt x="16956" y="3867174"/>
                  </a:lnTo>
                  <a:lnTo>
                    <a:pt x="16956" y="3861200"/>
                  </a:lnTo>
                  <a:lnTo>
                    <a:pt x="21196" y="3861200"/>
                  </a:lnTo>
                  <a:lnTo>
                    <a:pt x="21196" y="3856835"/>
                  </a:lnTo>
                  <a:lnTo>
                    <a:pt x="25435" y="3856835"/>
                  </a:lnTo>
                  <a:lnTo>
                    <a:pt x="25435" y="3851465"/>
                  </a:lnTo>
                  <a:lnTo>
                    <a:pt x="29674" y="3851465"/>
                  </a:lnTo>
                  <a:lnTo>
                    <a:pt x="29674" y="3844404"/>
                  </a:lnTo>
                  <a:lnTo>
                    <a:pt x="33913" y="3844404"/>
                  </a:lnTo>
                  <a:lnTo>
                    <a:pt x="33913" y="3835681"/>
                  </a:lnTo>
                  <a:lnTo>
                    <a:pt x="38153" y="3835681"/>
                  </a:lnTo>
                  <a:lnTo>
                    <a:pt x="38153" y="3829107"/>
                  </a:lnTo>
                  <a:lnTo>
                    <a:pt x="42392" y="3829107"/>
                  </a:lnTo>
                  <a:lnTo>
                    <a:pt x="42392" y="3821542"/>
                  </a:lnTo>
                  <a:lnTo>
                    <a:pt x="46631" y="3821542"/>
                  </a:lnTo>
                  <a:lnTo>
                    <a:pt x="46631" y="3814700"/>
                  </a:lnTo>
                  <a:lnTo>
                    <a:pt x="50870" y="3814700"/>
                  </a:lnTo>
                  <a:lnTo>
                    <a:pt x="50870" y="3806865"/>
                  </a:lnTo>
                  <a:lnTo>
                    <a:pt x="55110" y="3806865"/>
                  </a:lnTo>
                  <a:lnTo>
                    <a:pt x="55110" y="3800415"/>
                  </a:lnTo>
                  <a:lnTo>
                    <a:pt x="59349" y="3800415"/>
                  </a:lnTo>
                  <a:lnTo>
                    <a:pt x="59349" y="3791615"/>
                  </a:lnTo>
                  <a:lnTo>
                    <a:pt x="63588" y="3791615"/>
                  </a:lnTo>
                  <a:lnTo>
                    <a:pt x="63588" y="3782159"/>
                  </a:lnTo>
                  <a:lnTo>
                    <a:pt x="67827" y="3782159"/>
                  </a:lnTo>
                  <a:lnTo>
                    <a:pt x="67827" y="3772056"/>
                  </a:lnTo>
                  <a:lnTo>
                    <a:pt x="72067" y="3772056"/>
                  </a:lnTo>
                  <a:lnTo>
                    <a:pt x="72067" y="3761981"/>
                  </a:lnTo>
                  <a:lnTo>
                    <a:pt x="76306" y="3761981"/>
                  </a:lnTo>
                  <a:lnTo>
                    <a:pt x="76306" y="3750923"/>
                  </a:lnTo>
                  <a:lnTo>
                    <a:pt x="80545" y="3750923"/>
                  </a:lnTo>
                  <a:lnTo>
                    <a:pt x="80545" y="3742228"/>
                  </a:lnTo>
                  <a:lnTo>
                    <a:pt x="84784" y="3742228"/>
                  </a:lnTo>
                  <a:lnTo>
                    <a:pt x="84784" y="3729870"/>
                  </a:lnTo>
                  <a:lnTo>
                    <a:pt x="89024" y="3729870"/>
                  </a:lnTo>
                  <a:lnTo>
                    <a:pt x="89024" y="3722530"/>
                  </a:lnTo>
                  <a:lnTo>
                    <a:pt x="93263" y="3722530"/>
                  </a:lnTo>
                  <a:lnTo>
                    <a:pt x="93263" y="3712519"/>
                  </a:lnTo>
                  <a:lnTo>
                    <a:pt x="97502" y="3712519"/>
                  </a:lnTo>
                  <a:lnTo>
                    <a:pt x="97502" y="3703184"/>
                  </a:lnTo>
                  <a:lnTo>
                    <a:pt x="101741" y="3703184"/>
                  </a:lnTo>
                  <a:lnTo>
                    <a:pt x="101741" y="3694857"/>
                  </a:lnTo>
                  <a:lnTo>
                    <a:pt x="105980" y="3694857"/>
                  </a:lnTo>
                  <a:lnTo>
                    <a:pt x="105980" y="3684872"/>
                  </a:lnTo>
                  <a:lnTo>
                    <a:pt x="110220" y="3684872"/>
                  </a:lnTo>
                  <a:lnTo>
                    <a:pt x="110220" y="3671907"/>
                  </a:lnTo>
                  <a:lnTo>
                    <a:pt x="114459" y="3671907"/>
                  </a:lnTo>
                  <a:lnTo>
                    <a:pt x="114459" y="3664267"/>
                  </a:lnTo>
                  <a:lnTo>
                    <a:pt x="118698" y="3664267"/>
                  </a:lnTo>
                  <a:lnTo>
                    <a:pt x="118698" y="3651650"/>
                  </a:lnTo>
                  <a:lnTo>
                    <a:pt x="122937" y="3651650"/>
                  </a:lnTo>
                  <a:lnTo>
                    <a:pt x="122937" y="3636712"/>
                  </a:lnTo>
                  <a:lnTo>
                    <a:pt x="127177" y="3636712"/>
                  </a:lnTo>
                  <a:lnTo>
                    <a:pt x="127177" y="3627422"/>
                  </a:lnTo>
                  <a:lnTo>
                    <a:pt x="131416" y="3627422"/>
                  </a:lnTo>
                  <a:lnTo>
                    <a:pt x="131416" y="3616477"/>
                  </a:lnTo>
                  <a:lnTo>
                    <a:pt x="135655" y="3616477"/>
                  </a:lnTo>
                  <a:lnTo>
                    <a:pt x="135655" y="3605205"/>
                  </a:lnTo>
                  <a:lnTo>
                    <a:pt x="139894" y="3605205"/>
                  </a:lnTo>
                  <a:lnTo>
                    <a:pt x="139894" y="3597584"/>
                  </a:lnTo>
                  <a:lnTo>
                    <a:pt x="144134" y="3597584"/>
                  </a:lnTo>
                  <a:lnTo>
                    <a:pt x="144134" y="3587647"/>
                  </a:lnTo>
                  <a:lnTo>
                    <a:pt x="148373" y="3587647"/>
                  </a:lnTo>
                  <a:lnTo>
                    <a:pt x="148373" y="3575728"/>
                  </a:lnTo>
                  <a:lnTo>
                    <a:pt x="152612" y="3575728"/>
                  </a:lnTo>
                  <a:lnTo>
                    <a:pt x="152612" y="3567451"/>
                  </a:lnTo>
                  <a:lnTo>
                    <a:pt x="156851" y="3567451"/>
                  </a:lnTo>
                  <a:lnTo>
                    <a:pt x="156851" y="3558514"/>
                  </a:lnTo>
                  <a:lnTo>
                    <a:pt x="161091" y="3558514"/>
                  </a:lnTo>
                  <a:lnTo>
                    <a:pt x="161091" y="3547264"/>
                  </a:lnTo>
                  <a:lnTo>
                    <a:pt x="165330" y="3547264"/>
                  </a:lnTo>
                  <a:lnTo>
                    <a:pt x="165330" y="3536018"/>
                  </a:lnTo>
                  <a:lnTo>
                    <a:pt x="169569" y="3536018"/>
                  </a:lnTo>
                  <a:lnTo>
                    <a:pt x="169569" y="3527749"/>
                  </a:lnTo>
                  <a:lnTo>
                    <a:pt x="173808" y="3527749"/>
                  </a:lnTo>
                  <a:lnTo>
                    <a:pt x="173808" y="3518490"/>
                  </a:lnTo>
                  <a:lnTo>
                    <a:pt x="178048" y="3518490"/>
                  </a:lnTo>
                  <a:lnTo>
                    <a:pt x="178048" y="3509561"/>
                  </a:lnTo>
                  <a:lnTo>
                    <a:pt x="182287" y="3509561"/>
                  </a:lnTo>
                  <a:lnTo>
                    <a:pt x="182287" y="3499622"/>
                  </a:lnTo>
                  <a:lnTo>
                    <a:pt x="186526" y="3499622"/>
                  </a:lnTo>
                  <a:lnTo>
                    <a:pt x="186526" y="3491341"/>
                  </a:lnTo>
                  <a:lnTo>
                    <a:pt x="190765" y="3491341"/>
                  </a:lnTo>
                  <a:lnTo>
                    <a:pt x="190765" y="3479745"/>
                  </a:lnTo>
                  <a:lnTo>
                    <a:pt x="195005" y="3479745"/>
                  </a:lnTo>
                  <a:lnTo>
                    <a:pt x="195005" y="3470139"/>
                  </a:lnTo>
                  <a:lnTo>
                    <a:pt x="199244" y="3470139"/>
                  </a:lnTo>
                  <a:lnTo>
                    <a:pt x="199244" y="3459538"/>
                  </a:lnTo>
                  <a:lnTo>
                    <a:pt x="203483" y="3459538"/>
                  </a:lnTo>
                  <a:lnTo>
                    <a:pt x="203483" y="3446291"/>
                  </a:lnTo>
                  <a:lnTo>
                    <a:pt x="207722" y="3446291"/>
                  </a:lnTo>
                  <a:lnTo>
                    <a:pt x="207722" y="3436359"/>
                  </a:lnTo>
                  <a:lnTo>
                    <a:pt x="211961" y="3436359"/>
                  </a:lnTo>
                  <a:lnTo>
                    <a:pt x="211961" y="3427418"/>
                  </a:lnTo>
                  <a:lnTo>
                    <a:pt x="216201" y="3427418"/>
                  </a:lnTo>
                  <a:lnTo>
                    <a:pt x="216201" y="3416157"/>
                  </a:lnTo>
                  <a:lnTo>
                    <a:pt x="220440" y="3416157"/>
                  </a:lnTo>
                  <a:lnTo>
                    <a:pt x="220440" y="3405893"/>
                  </a:lnTo>
                  <a:lnTo>
                    <a:pt x="224679" y="3405893"/>
                  </a:lnTo>
                  <a:lnTo>
                    <a:pt x="224679" y="3394307"/>
                  </a:lnTo>
                  <a:lnTo>
                    <a:pt x="228918" y="3394307"/>
                  </a:lnTo>
                  <a:lnTo>
                    <a:pt x="228918" y="3385370"/>
                  </a:lnTo>
                  <a:lnTo>
                    <a:pt x="233158" y="3385370"/>
                  </a:lnTo>
                  <a:lnTo>
                    <a:pt x="233158" y="3374779"/>
                  </a:lnTo>
                  <a:lnTo>
                    <a:pt x="237397" y="3374779"/>
                  </a:lnTo>
                  <a:lnTo>
                    <a:pt x="237397" y="3364854"/>
                  </a:lnTo>
                  <a:lnTo>
                    <a:pt x="241636" y="3364854"/>
                  </a:lnTo>
                  <a:lnTo>
                    <a:pt x="241636" y="3353925"/>
                  </a:lnTo>
                  <a:lnTo>
                    <a:pt x="245875" y="3353925"/>
                  </a:lnTo>
                  <a:lnTo>
                    <a:pt x="245875" y="3345647"/>
                  </a:lnTo>
                  <a:lnTo>
                    <a:pt x="250115" y="3345647"/>
                  </a:lnTo>
                  <a:lnTo>
                    <a:pt x="250115" y="3340347"/>
                  </a:lnTo>
                  <a:lnTo>
                    <a:pt x="254354" y="3340347"/>
                  </a:lnTo>
                  <a:lnTo>
                    <a:pt x="254354" y="3330411"/>
                  </a:lnTo>
                  <a:lnTo>
                    <a:pt x="258593" y="3330411"/>
                  </a:lnTo>
                  <a:lnTo>
                    <a:pt x="258593" y="3321468"/>
                  </a:lnTo>
                  <a:lnTo>
                    <a:pt x="262832" y="3321468"/>
                  </a:lnTo>
                  <a:lnTo>
                    <a:pt x="262832" y="3313518"/>
                  </a:lnTo>
                  <a:lnTo>
                    <a:pt x="267072" y="3313518"/>
                  </a:lnTo>
                  <a:lnTo>
                    <a:pt x="267072" y="3303579"/>
                  </a:lnTo>
                  <a:lnTo>
                    <a:pt x="271311" y="3303579"/>
                  </a:lnTo>
                  <a:lnTo>
                    <a:pt x="271311" y="3293961"/>
                  </a:lnTo>
                  <a:lnTo>
                    <a:pt x="275550" y="3293961"/>
                  </a:lnTo>
                  <a:lnTo>
                    <a:pt x="275550" y="3281686"/>
                  </a:lnTo>
                  <a:lnTo>
                    <a:pt x="279789" y="3281686"/>
                  </a:lnTo>
                  <a:lnTo>
                    <a:pt x="279789" y="3275051"/>
                  </a:lnTo>
                  <a:lnTo>
                    <a:pt x="284029" y="3275051"/>
                  </a:lnTo>
                  <a:lnTo>
                    <a:pt x="284029" y="3265761"/>
                  </a:lnTo>
                  <a:lnTo>
                    <a:pt x="288268" y="3265761"/>
                  </a:lnTo>
                  <a:lnTo>
                    <a:pt x="288268" y="3258793"/>
                  </a:lnTo>
                  <a:lnTo>
                    <a:pt x="292507" y="3258793"/>
                  </a:lnTo>
                  <a:lnTo>
                    <a:pt x="292507" y="3249167"/>
                  </a:lnTo>
                  <a:lnTo>
                    <a:pt x="296746" y="3249167"/>
                  </a:lnTo>
                  <a:lnTo>
                    <a:pt x="296746" y="3239540"/>
                  </a:lnTo>
                  <a:lnTo>
                    <a:pt x="300986" y="3239540"/>
                  </a:lnTo>
                  <a:lnTo>
                    <a:pt x="300986" y="3230904"/>
                  </a:lnTo>
                  <a:lnTo>
                    <a:pt x="305225" y="3230904"/>
                  </a:lnTo>
                  <a:lnTo>
                    <a:pt x="305225" y="3223597"/>
                  </a:lnTo>
                  <a:lnTo>
                    <a:pt x="309464" y="3223597"/>
                  </a:lnTo>
                  <a:lnTo>
                    <a:pt x="309464" y="3213965"/>
                  </a:lnTo>
                  <a:lnTo>
                    <a:pt x="313703" y="3213965"/>
                  </a:lnTo>
                  <a:lnTo>
                    <a:pt x="313703" y="3203335"/>
                  </a:lnTo>
                  <a:lnTo>
                    <a:pt x="317942" y="3203335"/>
                  </a:lnTo>
                  <a:lnTo>
                    <a:pt x="317942" y="3195363"/>
                  </a:lnTo>
                  <a:lnTo>
                    <a:pt x="322182" y="3195363"/>
                  </a:lnTo>
                  <a:lnTo>
                    <a:pt x="322182" y="3186724"/>
                  </a:lnTo>
                  <a:lnTo>
                    <a:pt x="326421" y="3186724"/>
                  </a:lnTo>
                  <a:lnTo>
                    <a:pt x="326421" y="3177421"/>
                  </a:lnTo>
                  <a:lnTo>
                    <a:pt x="330660" y="3177421"/>
                  </a:lnTo>
                  <a:lnTo>
                    <a:pt x="330660" y="3169779"/>
                  </a:lnTo>
                  <a:lnTo>
                    <a:pt x="334899" y="3169779"/>
                  </a:lnTo>
                  <a:lnTo>
                    <a:pt x="334899" y="3161472"/>
                  </a:lnTo>
                  <a:lnTo>
                    <a:pt x="339139" y="3161472"/>
                  </a:lnTo>
                  <a:lnTo>
                    <a:pt x="339139" y="3155157"/>
                  </a:lnTo>
                  <a:lnTo>
                    <a:pt x="343378" y="3155157"/>
                  </a:lnTo>
                  <a:lnTo>
                    <a:pt x="343378" y="3143855"/>
                  </a:lnTo>
                  <a:lnTo>
                    <a:pt x="347617" y="3143855"/>
                  </a:lnTo>
                  <a:lnTo>
                    <a:pt x="347617" y="3135876"/>
                  </a:lnTo>
                  <a:lnTo>
                    <a:pt x="351856" y="3135876"/>
                  </a:lnTo>
                  <a:lnTo>
                    <a:pt x="351856" y="3126564"/>
                  </a:lnTo>
                  <a:lnTo>
                    <a:pt x="356096" y="3126564"/>
                  </a:lnTo>
                  <a:lnTo>
                    <a:pt x="356096" y="3115584"/>
                  </a:lnTo>
                  <a:lnTo>
                    <a:pt x="360335" y="3115584"/>
                  </a:lnTo>
                  <a:lnTo>
                    <a:pt x="360335" y="3106925"/>
                  </a:lnTo>
                  <a:lnTo>
                    <a:pt x="364574" y="3106925"/>
                  </a:lnTo>
                  <a:lnTo>
                    <a:pt x="364574" y="3099261"/>
                  </a:lnTo>
                  <a:lnTo>
                    <a:pt x="368813" y="3099261"/>
                  </a:lnTo>
                  <a:lnTo>
                    <a:pt x="368813" y="3094929"/>
                  </a:lnTo>
                  <a:lnTo>
                    <a:pt x="373053" y="3094929"/>
                  </a:lnTo>
                  <a:lnTo>
                    <a:pt x="373053" y="3086599"/>
                  </a:lnTo>
                  <a:lnTo>
                    <a:pt x="377292" y="3086599"/>
                  </a:lnTo>
                  <a:lnTo>
                    <a:pt x="377292" y="3081600"/>
                  </a:lnTo>
                  <a:lnTo>
                    <a:pt x="381531" y="3081600"/>
                  </a:lnTo>
                  <a:lnTo>
                    <a:pt x="381531" y="3075934"/>
                  </a:lnTo>
                  <a:lnTo>
                    <a:pt x="385770" y="3075934"/>
                  </a:lnTo>
                  <a:lnTo>
                    <a:pt x="385770" y="3064267"/>
                  </a:lnTo>
                  <a:lnTo>
                    <a:pt x="390010" y="3064267"/>
                  </a:lnTo>
                  <a:lnTo>
                    <a:pt x="390010" y="3057931"/>
                  </a:lnTo>
                  <a:lnTo>
                    <a:pt x="394249" y="3057931"/>
                  </a:lnTo>
                  <a:lnTo>
                    <a:pt x="394249" y="3049594"/>
                  </a:lnTo>
                  <a:lnTo>
                    <a:pt x="398488" y="3049594"/>
                  </a:lnTo>
                  <a:lnTo>
                    <a:pt x="398488" y="3039923"/>
                  </a:lnTo>
                  <a:lnTo>
                    <a:pt x="402727" y="3039923"/>
                  </a:lnTo>
                  <a:lnTo>
                    <a:pt x="402727" y="3031252"/>
                  </a:lnTo>
                  <a:lnTo>
                    <a:pt x="406966" y="3031252"/>
                  </a:lnTo>
                  <a:lnTo>
                    <a:pt x="406966" y="3023915"/>
                  </a:lnTo>
                  <a:lnTo>
                    <a:pt x="411206" y="3023915"/>
                  </a:lnTo>
                  <a:lnTo>
                    <a:pt x="411206" y="3014910"/>
                  </a:lnTo>
                  <a:lnTo>
                    <a:pt x="415445" y="3014910"/>
                  </a:lnTo>
                  <a:lnTo>
                    <a:pt x="415445" y="3009241"/>
                  </a:lnTo>
                  <a:lnTo>
                    <a:pt x="419684" y="3009241"/>
                  </a:lnTo>
                  <a:lnTo>
                    <a:pt x="419684" y="3002232"/>
                  </a:lnTo>
                  <a:lnTo>
                    <a:pt x="423923" y="3002232"/>
                  </a:lnTo>
                  <a:lnTo>
                    <a:pt x="423923" y="2993887"/>
                  </a:lnTo>
                  <a:lnTo>
                    <a:pt x="428163" y="2993887"/>
                  </a:lnTo>
                  <a:lnTo>
                    <a:pt x="428163" y="2987879"/>
                  </a:lnTo>
                  <a:lnTo>
                    <a:pt x="432402" y="2987879"/>
                  </a:lnTo>
                  <a:lnTo>
                    <a:pt x="432402" y="2979534"/>
                  </a:lnTo>
                  <a:lnTo>
                    <a:pt x="436641" y="2979534"/>
                  </a:lnTo>
                  <a:lnTo>
                    <a:pt x="436641" y="2969519"/>
                  </a:lnTo>
                  <a:lnTo>
                    <a:pt x="440880" y="2969519"/>
                  </a:lnTo>
                  <a:lnTo>
                    <a:pt x="440880" y="2965178"/>
                  </a:lnTo>
                  <a:lnTo>
                    <a:pt x="445120" y="2965178"/>
                  </a:lnTo>
                  <a:lnTo>
                    <a:pt x="445120" y="2958496"/>
                  </a:lnTo>
                  <a:lnTo>
                    <a:pt x="449359" y="2958496"/>
                  </a:lnTo>
                  <a:lnTo>
                    <a:pt x="449359" y="2952142"/>
                  </a:lnTo>
                  <a:lnTo>
                    <a:pt x="453598" y="2952142"/>
                  </a:lnTo>
                  <a:lnTo>
                    <a:pt x="453598" y="2943111"/>
                  </a:lnTo>
                  <a:lnTo>
                    <a:pt x="457837" y="2943111"/>
                  </a:lnTo>
                  <a:lnTo>
                    <a:pt x="457837" y="2936755"/>
                  </a:lnTo>
                  <a:lnTo>
                    <a:pt x="462077" y="2936755"/>
                  </a:lnTo>
                  <a:lnTo>
                    <a:pt x="462077" y="2929730"/>
                  </a:lnTo>
                  <a:lnTo>
                    <a:pt x="466316" y="2929730"/>
                  </a:lnTo>
                  <a:lnTo>
                    <a:pt x="466316" y="2924377"/>
                  </a:lnTo>
                  <a:lnTo>
                    <a:pt x="470555" y="2924377"/>
                  </a:lnTo>
                  <a:lnTo>
                    <a:pt x="470555" y="2916346"/>
                  </a:lnTo>
                  <a:lnTo>
                    <a:pt x="474794" y="2916346"/>
                  </a:lnTo>
                  <a:lnTo>
                    <a:pt x="474794" y="2909988"/>
                  </a:lnTo>
                  <a:lnTo>
                    <a:pt x="479034" y="2909988"/>
                  </a:lnTo>
                  <a:lnTo>
                    <a:pt x="479034" y="2904965"/>
                  </a:lnTo>
                  <a:lnTo>
                    <a:pt x="483273" y="2904965"/>
                  </a:lnTo>
                  <a:lnTo>
                    <a:pt x="483273" y="2896591"/>
                  </a:lnTo>
                  <a:lnTo>
                    <a:pt x="487512" y="2896591"/>
                  </a:lnTo>
                  <a:lnTo>
                    <a:pt x="487512" y="2890897"/>
                  </a:lnTo>
                  <a:lnTo>
                    <a:pt x="491751" y="2890897"/>
                  </a:lnTo>
                  <a:lnTo>
                    <a:pt x="491751" y="2884864"/>
                  </a:lnTo>
                  <a:lnTo>
                    <a:pt x="495991" y="2884864"/>
                  </a:lnTo>
                  <a:lnTo>
                    <a:pt x="495991" y="2878162"/>
                  </a:lnTo>
                  <a:lnTo>
                    <a:pt x="500230" y="2878162"/>
                  </a:lnTo>
                  <a:lnTo>
                    <a:pt x="500230" y="2873134"/>
                  </a:lnTo>
                  <a:lnTo>
                    <a:pt x="504469" y="2873134"/>
                  </a:lnTo>
                  <a:lnTo>
                    <a:pt x="504469" y="2867770"/>
                  </a:lnTo>
                  <a:lnTo>
                    <a:pt x="508708" y="2867770"/>
                  </a:lnTo>
                  <a:lnTo>
                    <a:pt x="508708" y="2861398"/>
                  </a:lnTo>
                  <a:lnTo>
                    <a:pt x="512947" y="2861398"/>
                  </a:lnTo>
                  <a:lnTo>
                    <a:pt x="512947" y="2854018"/>
                  </a:lnTo>
                  <a:lnTo>
                    <a:pt x="517187" y="2854018"/>
                  </a:lnTo>
                  <a:lnTo>
                    <a:pt x="517187" y="2846972"/>
                  </a:lnTo>
                  <a:lnTo>
                    <a:pt x="521426" y="2846972"/>
                  </a:lnTo>
                  <a:lnTo>
                    <a:pt x="521426" y="2840933"/>
                  </a:lnTo>
                  <a:lnTo>
                    <a:pt x="525665" y="2840933"/>
                  </a:lnTo>
                  <a:lnTo>
                    <a:pt x="525665" y="2832880"/>
                  </a:lnTo>
                  <a:lnTo>
                    <a:pt x="529904" y="2832880"/>
                  </a:lnTo>
                  <a:lnTo>
                    <a:pt x="529904" y="2827175"/>
                  </a:lnTo>
                  <a:lnTo>
                    <a:pt x="534144" y="2827175"/>
                  </a:lnTo>
                  <a:lnTo>
                    <a:pt x="534144" y="2819452"/>
                  </a:lnTo>
                  <a:lnTo>
                    <a:pt x="538383" y="2819452"/>
                  </a:lnTo>
                  <a:lnTo>
                    <a:pt x="538383" y="2813403"/>
                  </a:lnTo>
                  <a:lnTo>
                    <a:pt x="542622" y="2813403"/>
                  </a:lnTo>
                  <a:lnTo>
                    <a:pt x="542622" y="2806347"/>
                  </a:lnTo>
                  <a:lnTo>
                    <a:pt x="546861" y="2806347"/>
                  </a:lnTo>
                  <a:lnTo>
                    <a:pt x="546861" y="2797943"/>
                  </a:lnTo>
                  <a:lnTo>
                    <a:pt x="551101" y="2797943"/>
                  </a:lnTo>
                  <a:lnTo>
                    <a:pt x="551101" y="2789876"/>
                  </a:lnTo>
                  <a:lnTo>
                    <a:pt x="555340" y="2789876"/>
                  </a:lnTo>
                  <a:lnTo>
                    <a:pt x="555340" y="2785506"/>
                  </a:lnTo>
                  <a:lnTo>
                    <a:pt x="559579" y="2785506"/>
                  </a:lnTo>
                  <a:lnTo>
                    <a:pt x="559579" y="2779116"/>
                  </a:lnTo>
                  <a:lnTo>
                    <a:pt x="563818" y="2779116"/>
                  </a:lnTo>
                  <a:lnTo>
                    <a:pt x="563818" y="2773398"/>
                  </a:lnTo>
                  <a:lnTo>
                    <a:pt x="568058" y="2773398"/>
                  </a:lnTo>
                  <a:lnTo>
                    <a:pt x="568058" y="2765655"/>
                  </a:lnTo>
                  <a:lnTo>
                    <a:pt x="572297" y="2765655"/>
                  </a:lnTo>
                  <a:lnTo>
                    <a:pt x="572297" y="2757575"/>
                  </a:lnTo>
                  <a:lnTo>
                    <a:pt x="576536" y="2757575"/>
                  </a:lnTo>
                  <a:lnTo>
                    <a:pt x="576536" y="2751178"/>
                  </a:lnTo>
                  <a:lnTo>
                    <a:pt x="580775" y="2751178"/>
                  </a:lnTo>
                  <a:lnTo>
                    <a:pt x="580775" y="2744780"/>
                  </a:lnTo>
                  <a:lnTo>
                    <a:pt x="585015" y="2744780"/>
                  </a:lnTo>
                  <a:lnTo>
                    <a:pt x="585015" y="2736026"/>
                  </a:lnTo>
                  <a:lnTo>
                    <a:pt x="589254" y="2736026"/>
                  </a:lnTo>
                  <a:lnTo>
                    <a:pt x="589254" y="2730975"/>
                  </a:lnTo>
                  <a:lnTo>
                    <a:pt x="593493" y="2730975"/>
                  </a:lnTo>
                  <a:lnTo>
                    <a:pt x="593493" y="2722557"/>
                  </a:lnTo>
                  <a:lnTo>
                    <a:pt x="597732" y="2722557"/>
                  </a:lnTo>
                  <a:lnTo>
                    <a:pt x="597732" y="2714807"/>
                  </a:lnTo>
                  <a:lnTo>
                    <a:pt x="601972" y="2714807"/>
                  </a:lnTo>
                  <a:lnTo>
                    <a:pt x="601972" y="2706383"/>
                  </a:lnTo>
                  <a:lnTo>
                    <a:pt x="606211" y="2706383"/>
                  </a:lnTo>
                  <a:lnTo>
                    <a:pt x="606211" y="2698968"/>
                  </a:lnTo>
                  <a:lnTo>
                    <a:pt x="610450" y="2698968"/>
                  </a:lnTo>
                  <a:lnTo>
                    <a:pt x="610450" y="2693576"/>
                  </a:lnTo>
                  <a:lnTo>
                    <a:pt x="614689" y="2693576"/>
                  </a:lnTo>
                  <a:lnTo>
                    <a:pt x="614689" y="2688857"/>
                  </a:lnTo>
                  <a:lnTo>
                    <a:pt x="618928" y="2688857"/>
                  </a:lnTo>
                  <a:lnTo>
                    <a:pt x="618928" y="2681777"/>
                  </a:lnTo>
                  <a:lnTo>
                    <a:pt x="623168" y="2681777"/>
                  </a:lnTo>
                  <a:lnTo>
                    <a:pt x="623168" y="2675372"/>
                  </a:lnTo>
                  <a:lnTo>
                    <a:pt x="627407" y="2675372"/>
                  </a:lnTo>
                  <a:lnTo>
                    <a:pt x="627407" y="2668625"/>
                  </a:lnTo>
                  <a:lnTo>
                    <a:pt x="631646" y="2668625"/>
                  </a:lnTo>
                  <a:lnTo>
                    <a:pt x="631646" y="2665926"/>
                  </a:lnTo>
                  <a:lnTo>
                    <a:pt x="635885" y="2665926"/>
                  </a:lnTo>
                  <a:lnTo>
                    <a:pt x="635885" y="2659177"/>
                  </a:lnTo>
                  <a:lnTo>
                    <a:pt x="640125" y="2659177"/>
                  </a:lnTo>
                  <a:lnTo>
                    <a:pt x="640125" y="2652090"/>
                  </a:lnTo>
                  <a:lnTo>
                    <a:pt x="644364" y="2652090"/>
                  </a:lnTo>
                  <a:lnTo>
                    <a:pt x="644364" y="2643991"/>
                  </a:lnTo>
                  <a:lnTo>
                    <a:pt x="648603" y="2643991"/>
                  </a:lnTo>
                  <a:lnTo>
                    <a:pt x="648603" y="2637241"/>
                  </a:lnTo>
                  <a:lnTo>
                    <a:pt x="652842" y="2637241"/>
                  </a:lnTo>
                  <a:lnTo>
                    <a:pt x="652842" y="2632514"/>
                  </a:lnTo>
                  <a:lnTo>
                    <a:pt x="657082" y="2632514"/>
                  </a:lnTo>
                  <a:lnTo>
                    <a:pt x="657082" y="2625756"/>
                  </a:lnTo>
                  <a:lnTo>
                    <a:pt x="661321" y="2625756"/>
                  </a:lnTo>
                  <a:lnTo>
                    <a:pt x="661321" y="2620348"/>
                  </a:lnTo>
                  <a:lnTo>
                    <a:pt x="665560" y="2620348"/>
                  </a:lnTo>
                  <a:lnTo>
                    <a:pt x="665560" y="2614264"/>
                  </a:lnTo>
                  <a:lnTo>
                    <a:pt x="669799" y="2614264"/>
                  </a:lnTo>
                  <a:lnTo>
                    <a:pt x="669799" y="2606488"/>
                  </a:lnTo>
                  <a:lnTo>
                    <a:pt x="674039" y="2606488"/>
                  </a:lnTo>
                  <a:lnTo>
                    <a:pt x="674039" y="2600741"/>
                  </a:lnTo>
                  <a:lnTo>
                    <a:pt x="678278" y="2600741"/>
                  </a:lnTo>
                  <a:lnTo>
                    <a:pt x="678278" y="2592964"/>
                  </a:lnTo>
                  <a:lnTo>
                    <a:pt x="682517" y="2592964"/>
                  </a:lnTo>
                  <a:lnTo>
                    <a:pt x="682517" y="2585863"/>
                  </a:lnTo>
                  <a:lnTo>
                    <a:pt x="686756" y="2585863"/>
                  </a:lnTo>
                  <a:lnTo>
                    <a:pt x="686756" y="2580113"/>
                  </a:lnTo>
                  <a:lnTo>
                    <a:pt x="690996" y="2580113"/>
                  </a:lnTo>
                  <a:lnTo>
                    <a:pt x="690996" y="2571993"/>
                  </a:lnTo>
                  <a:lnTo>
                    <a:pt x="695235" y="2571993"/>
                  </a:lnTo>
                  <a:lnTo>
                    <a:pt x="695235" y="2566240"/>
                  </a:lnTo>
                  <a:lnTo>
                    <a:pt x="699474" y="2566240"/>
                  </a:lnTo>
                  <a:lnTo>
                    <a:pt x="699474" y="2560149"/>
                  </a:lnTo>
                  <a:lnTo>
                    <a:pt x="703713" y="2560149"/>
                  </a:lnTo>
                  <a:lnTo>
                    <a:pt x="703713" y="2555750"/>
                  </a:lnTo>
                  <a:lnTo>
                    <a:pt x="707953" y="2555750"/>
                  </a:lnTo>
                  <a:lnTo>
                    <a:pt x="707953" y="2551688"/>
                  </a:lnTo>
                  <a:lnTo>
                    <a:pt x="712192" y="2551688"/>
                  </a:lnTo>
                  <a:lnTo>
                    <a:pt x="712192" y="2545593"/>
                  </a:lnTo>
                  <a:lnTo>
                    <a:pt x="716431" y="2545593"/>
                  </a:lnTo>
                  <a:lnTo>
                    <a:pt x="716431" y="2540171"/>
                  </a:lnTo>
                  <a:lnTo>
                    <a:pt x="720670" y="2540171"/>
                  </a:lnTo>
                  <a:lnTo>
                    <a:pt x="720670" y="2535086"/>
                  </a:lnTo>
                  <a:lnTo>
                    <a:pt x="724909" y="2535086"/>
                  </a:lnTo>
                  <a:lnTo>
                    <a:pt x="724909" y="2531018"/>
                  </a:lnTo>
                  <a:lnTo>
                    <a:pt x="729149" y="2531018"/>
                  </a:lnTo>
                  <a:lnTo>
                    <a:pt x="729149" y="2526611"/>
                  </a:lnTo>
                  <a:lnTo>
                    <a:pt x="733388" y="2526611"/>
                  </a:lnTo>
                  <a:lnTo>
                    <a:pt x="733388" y="2521186"/>
                  </a:lnTo>
                  <a:lnTo>
                    <a:pt x="737627" y="2521186"/>
                  </a:lnTo>
                  <a:lnTo>
                    <a:pt x="737627" y="2515419"/>
                  </a:lnTo>
                  <a:lnTo>
                    <a:pt x="741866" y="2515419"/>
                  </a:lnTo>
                  <a:lnTo>
                    <a:pt x="741866" y="2512366"/>
                  </a:lnTo>
                  <a:lnTo>
                    <a:pt x="746106" y="2512366"/>
                  </a:lnTo>
                  <a:lnTo>
                    <a:pt x="746106" y="2506255"/>
                  </a:lnTo>
                  <a:lnTo>
                    <a:pt x="750345" y="2506255"/>
                  </a:lnTo>
                  <a:lnTo>
                    <a:pt x="750345" y="2500143"/>
                  </a:lnTo>
                  <a:lnTo>
                    <a:pt x="754584" y="2500143"/>
                  </a:lnTo>
                  <a:lnTo>
                    <a:pt x="754584" y="2492331"/>
                  </a:lnTo>
                  <a:lnTo>
                    <a:pt x="758823" y="2492331"/>
                  </a:lnTo>
                  <a:lnTo>
                    <a:pt x="758823" y="2487916"/>
                  </a:lnTo>
                  <a:lnTo>
                    <a:pt x="763063" y="2487916"/>
                  </a:lnTo>
                  <a:lnTo>
                    <a:pt x="763063" y="2483840"/>
                  </a:lnTo>
                  <a:lnTo>
                    <a:pt x="767302" y="2483840"/>
                  </a:lnTo>
                  <a:lnTo>
                    <a:pt x="767302" y="2477385"/>
                  </a:lnTo>
                  <a:lnTo>
                    <a:pt x="771541" y="2477385"/>
                  </a:lnTo>
                  <a:lnTo>
                    <a:pt x="771541" y="2473307"/>
                  </a:lnTo>
                  <a:lnTo>
                    <a:pt x="775780" y="2473307"/>
                  </a:lnTo>
                  <a:lnTo>
                    <a:pt x="775780" y="2466848"/>
                  </a:lnTo>
                  <a:lnTo>
                    <a:pt x="780020" y="2466848"/>
                  </a:lnTo>
                  <a:lnTo>
                    <a:pt x="780020" y="2462089"/>
                  </a:lnTo>
                  <a:lnTo>
                    <a:pt x="784259" y="2462089"/>
                  </a:lnTo>
                  <a:lnTo>
                    <a:pt x="784259" y="2454947"/>
                  </a:lnTo>
                  <a:lnTo>
                    <a:pt x="788498" y="2454947"/>
                  </a:lnTo>
                  <a:lnTo>
                    <a:pt x="788498" y="2450526"/>
                  </a:lnTo>
                  <a:lnTo>
                    <a:pt x="792737" y="2450526"/>
                  </a:lnTo>
                  <a:lnTo>
                    <a:pt x="792737" y="2444066"/>
                  </a:lnTo>
                  <a:lnTo>
                    <a:pt x="796977" y="2444066"/>
                  </a:lnTo>
                  <a:lnTo>
                    <a:pt x="796977" y="2441004"/>
                  </a:lnTo>
                  <a:lnTo>
                    <a:pt x="801216" y="2441004"/>
                  </a:lnTo>
                  <a:lnTo>
                    <a:pt x="801216" y="2435559"/>
                  </a:lnTo>
                  <a:lnTo>
                    <a:pt x="805455" y="2435559"/>
                  </a:lnTo>
                  <a:lnTo>
                    <a:pt x="805455" y="2431133"/>
                  </a:lnTo>
                  <a:lnTo>
                    <a:pt x="809694" y="2431133"/>
                  </a:lnTo>
                  <a:lnTo>
                    <a:pt x="809694" y="2423983"/>
                  </a:lnTo>
                  <a:lnTo>
                    <a:pt x="813933" y="2423983"/>
                  </a:lnTo>
                  <a:lnTo>
                    <a:pt x="813933" y="2418536"/>
                  </a:lnTo>
                  <a:lnTo>
                    <a:pt x="818173" y="2418536"/>
                  </a:lnTo>
                  <a:lnTo>
                    <a:pt x="818173" y="2412067"/>
                  </a:lnTo>
                  <a:lnTo>
                    <a:pt x="822412" y="2412067"/>
                  </a:lnTo>
                  <a:lnTo>
                    <a:pt x="822412" y="2406960"/>
                  </a:lnTo>
                  <a:lnTo>
                    <a:pt x="826651" y="2406960"/>
                  </a:lnTo>
                  <a:lnTo>
                    <a:pt x="826651" y="2400149"/>
                  </a:lnTo>
                  <a:lnTo>
                    <a:pt x="830890" y="2400149"/>
                  </a:lnTo>
                  <a:lnTo>
                    <a:pt x="830890" y="2393339"/>
                  </a:lnTo>
                  <a:lnTo>
                    <a:pt x="835130" y="2393339"/>
                  </a:lnTo>
                  <a:lnTo>
                    <a:pt x="835130" y="2388909"/>
                  </a:lnTo>
                  <a:lnTo>
                    <a:pt x="839369" y="2388909"/>
                  </a:lnTo>
                  <a:lnTo>
                    <a:pt x="839369" y="2384819"/>
                  </a:lnTo>
                  <a:lnTo>
                    <a:pt x="843608" y="2384819"/>
                  </a:lnTo>
                  <a:lnTo>
                    <a:pt x="843608" y="2379026"/>
                  </a:lnTo>
                  <a:lnTo>
                    <a:pt x="847847" y="2379026"/>
                  </a:lnTo>
                  <a:lnTo>
                    <a:pt x="847847" y="2371869"/>
                  </a:lnTo>
                  <a:lnTo>
                    <a:pt x="852087" y="2371869"/>
                  </a:lnTo>
                  <a:lnTo>
                    <a:pt x="852087" y="2365394"/>
                  </a:lnTo>
                  <a:lnTo>
                    <a:pt x="856326" y="2365394"/>
                  </a:lnTo>
                  <a:lnTo>
                    <a:pt x="856326" y="2357214"/>
                  </a:lnTo>
                  <a:lnTo>
                    <a:pt x="860565" y="2357214"/>
                  </a:lnTo>
                  <a:lnTo>
                    <a:pt x="860565" y="2352782"/>
                  </a:lnTo>
                  <a:lnTo>
                    <a:pt x="864804" y="2352782"/>
                  </a:lnTo>
                  <a:lnTo>
                    <a:pt x="864804" y="2347668"/>
                  </a:lnTo>
                  <a:lnTo>
                    <a:pt x="869044" y="2347668"/>
                  </a:lnTo>
                  <a:lnTo>
                    <a:pt x="869044" y="2341531"/>
                  </a:lnTo>
                  <a:lnTo>
                    <a:pt x="873283" y="2341531"/>
                  </a:lnTo>
                  <a:lnTo>
                    <a:pt x="873283" y="2338120"/>
                  </a:lnTo>
                  <a:lnTo>
                    <a:pt x="877522" y="2338120"/>
                  </a:lnTo>
                  <a:lnTo>
                    <a:pt x="877522" y="2334369"/>
                  </a:lnTo>
                  <a:lnTo>
                    <a:pt x="881761" y="2334369"/>
                  </a:lnTo>
                  <a:lnTo>
                    <a:pt x="881761" y="2328569"/>
                  </a:lnTo>
                  <a:lnTo>
                    <a:pt x="886001" y="2328569"/>
                  </a:lnTo>
                  <a:lnTo>
                    <a:pt x="886001" y="2323110"/>
                  </a:lnTo>
                  <a:lnTo>
                    <a:pt x="890240" y="2323110"/>
                  </a:lnTo>
                  <a:lnTo>
                    <a:pt x="890240" y="2317309"/>
                  </a:lnTo>
                  <a:lnTo>
                    <a:pt x="894479" y="2317309"/>
                  </a:lnTo>
                  <a:lnTo>
                    <a:pt x="894479" y="2310137"/>
                  </a:lnTo>
                  <a:lnTo>
                    <a:pt x="898718" y="2310137"/>
                  </a:lnTo>
                  <a:lnTo>
                    <a:pt x="898718" y="2304330"/>
                  </a:lnTo>
                  <a:lnTo>
                    <a:pt x="902958" y="2304330"/>
                  </a:lnTo>
                  <a:lnTo>
                    <a:pt x="902958" y="2298864"/>
                  </a:lnTo>
                  <a:lnTo>
                    <a:pt x="907197" y="2298864"/>
                  </a:lnTo>
                  <a:lnTo>
                    <a:pt x="907197" y="2293740"/>
                  </a:lnTo>
                  <a:lnTo>
                    <a:pt x="911436" y="2293740"/>
                  </a:lnTo>
                  <a:lnTo>
                    <a:pt x="911436" y="2287933"/>
                  </a:lnTo>
                  <a:lnTo>
                    <a:pt x="915675" y="2287933"/>
                  </a:lnTo>
                  <a:lnTo>
                    <a:pt x="915675" y="2283492"/>
                  </a:lnTo>
                  <a:lnTo>
                    <a:pt x="919914" y="2283492"/>
                  </a:lnTo>
                  <a:lnTo>
                    <a:pt x="919914" y="2279391"/>
                  </a:lnTo>
                  <a:lnTo>
                    <a:pt x="924154" y="2279391"/>
                  </a:lnTo>
                  <a:lnTo>
                    <a:pt x="924154" y="2273921"/>
                  </a:lnTo>
                  <a:lnTo>
                    <a:pt x="928393" y="2273921"/>
                  </a:lnTo>
                  <a:lnTo>
                    <a:pt x="928393" y="2270844"/>
                  </a:lnTo>
                  <a:lnTo>
                    <a:pt x="932632" y="2270844"/>
                  </a:lnTo>
                  <a:lnTo>
                    <a:pt x="932632" y="2264688"/>
                  </a:lnTo>
                  <a:lnTo>
                    <a:pt x="936871" y="2264688"/>
                  </a:lnTo>
                  <a:lnTo>
                    <a:pt x="936871" y="2259901"/>
                  </a:lnTo>
                  <a:lnTo>
                    <a:pt x="941111" y="2259901"/>
                  </a:lnTo>
                  <a:lnTo>
                    <a:pt x="941111" y="2254771"/>
                  </a:lnTo>
                  <a:lnTo>
                    <a:pt x="945350" y="2254771"/>
                  </a:lnTo>
                  <a:lnTo>
                    <a:pt x="945350" y="2250325"/>
                  </a:lnTo>
                  <a:lnTo>
                    <a:pt x="949589" y="2250325"/>
                  </a:lnTo>
                  <a:lnTo>
                    <a:pt x="949589" y="2246220"/>
                  </a:lnTo>
                  <a:lnTo>
                    <a:pt x="953828" y="2246220"/>
                  </a:lnTo>
                  <a:lnTo>
                    <a:pt x="953828" y="2242456"/>
                  </a:lnTo>
                  <a:lnTo>
                    <a:pt x="958068" y="2242456"/>
                  </a:lnTo>
                  <a:lnTo>
                    <a:pt x="958068" y="2237662"/>
                  </a:lnTo>
                  <a:lnTo>
                    <a:pt x="962307" y="2237662"/>
                  </a:lnTo>
                  <a:lnTo>
                    <a:pt x="962307" y="2233895"/>
                  </a:lnTo>
                  <a:lnTo>
                    <a:pt x="966546" y="2233895"/>
                  </a:lnTo>
                  <a:lnTo>
                    <a:pt x="966546" y="2230813"/>
                  </a:lnTo>
                  <a:lnTo>
                    <a:pt x="970785" y="2230813"/>
                  </a:lnTo>
                  <a:lnTo>
                    <a:pt x="970785" y="2227388"/>
                  </a:lnTo>
                  <a:lnTo>
                    <a:pt x="975025" y="2227388"/>
                  </a:lnTo>
                  <a:lnTo>
                    <a:pt x="975025" y="2223278"/>
                  </a:lnTo>
                  <a:lnTo>
                    <a:pt x="979264" y="2223278"/>
                  </a:lnTo>
                  <a:lnTo>
                    <a:pt x="979264" y="2218482"/>
                  </a:lnTo>
                  <a:lnTo>
                    <a:pt x="983503" y="2218482"/>
                  </a:lnTo>
                  <a:lnTo>
                    <a:pt x="983503" y="2212997"/>
                  </a:lnTo>
                  <a:lnTo>
                    <a:pt x="987742" y="2212997"/>
                  </a:lnTo>
                  <a:lnTo>
                    <a:pt x="987742" y="2210596"/>
                  </a:lnTo>
                  <a:lnTo>
                    <a:pt x="991982" y="2210596"/>
                  </a:lnTo>
                  <a:lnTo>
                    <a:pt x="991982" y="2205108"/>
                  </a:lnTo>
                  <a:lnTo>
                    <a:pt x="996221" y="2205108"/>
                  </a:lnTo>
                  <a:lnTo>
                    <a:pt x="996221" y="2199963"/>
                  </a:lnTo>
                  <a:lnTo>
                    <a:pt x="1000460" y="2199963"/>
                  </a:lnTo>
                  <a:lnTo>
                    <a:pt x="1000460" y="2197562"/>
                  </a:lnTo>
                  <a:lnTo>
                    <a:pt x="1004699" y="2197562"/>
                  </a:lnTo>
                  <a:lnTo>
                    <a:pt x="1004699" y="2194473"/>
                  </a:lnTo>
                  <a:lnTo>
                    <a:pt x="1008939" y="2194473"/>
                  </a:lnTo>
                  <a:lnTo>
                    <a:pt x="1008939" y="2185893"/>
                  </a:lnTo>
                  <a:lnTo>
                    <a:pt x="1013178" y="2185893"/>
                  </a:lnTo>
                  <a:lnTo>
                    <a:pt x="1013178" y="2181086"/>
                  </a:lnTo>
                  <a:lnTo>
                    <a:pt x="1017417" y="2181086"/>
                  </a:lnTo>
                  <a:lnTo>
                    <a:pt x="1017417" y="2178681"/>
                  </a:lnTo>
                  <a:lnTo>
                    <a:pt x="1021656" y="2178681"/>
                  </a:lnTo>
                  <a:lnTo>
                    <a:pt x="1021656" y="2174558"/>
                  </a:lnTo>
                  <a:lnTo>
                    <a:pt x="1025895" y="2174558"/>
                  </a:lnTo>
                  <a:lnTo>
                    <a:pt x="1025895" y="2169748"/>
                  </a:lnTo>
                  <a:lnTo>
                    <a:pt x="1030135" y="2169748"/>
                  </a:lnTo>
                  <a:lnTo>
                    <a:pt x="1030135" y="2165625"/>
                  </a:lnTo>
                  <a:lnTo>
                    <a:pt x="1034374" y="2165625"/>
                  </a:lnTo>
                  <a:lnTo>
                    <a:pt x="1034374" y="2160814"/>
                  </a:lnTo>
                  <a:lnTo>
                    <a:pt x="1038613" y="2160814"/>
                  </a:lnTo>
                  <a:lnTo>
                    <a:pt x="1038613" y="2158751"/>
                  </a:lnTo>
                  <a:lnTo>
                    <a:pt x="1042852" y="2158751"/>
                  </a:lnTo>
                  <a:lnTo>
                    <a:pt x="1042852" y="2154281"/>
                  </a:lnTo>
                  <a:lnTo>
                    <a:pt x="1047092" y="2154281"/>
                  </a:lnTo>
                  <a:lnTo>
                    <a:pt x="1047092" y="2151185"/>
                  </a:lnTo>
                  <a:lnTo>
                    <a:pt x="1051331" y="2151185"/>
                  </a:lnTo>
                  <a:lnTo>
                    <a:pt x="1051331" y="2144993"/>
                  </a:lnTo>
                  <a:lnTo>
                    <a:pt x="1055570" y="2144993"/>
                  </a:lnTo>
                  <a:lnTo>
                    <a:pt x="1055570" y="2141897"/>
                  </a:lnTo>
                  <a:lnTo>
                    <a:pt x="1059809" y="2141897"/>
                  </a:lnTo>
                  <a:lnTo>
                    <a:pt x="1059809" y="2135704"/>
                  </a:lnTo>
                  <a:lnTo>
                    <a:pt x="1064049" y="2135704"/>
                  </a:lnTo>
                  <a:lnTo>
                    <a:pt x="1064049" y="2130199"/>
                  </a:lnTo>
                  <a:lnTo>
                    <a:pt x="1068288" y="2130199"/>
                  </a:lnTo>
                  <a:lnTo>
                    <a:pt x="1068288" y="2125725"/>
                  </a:lnTo>
                  <a:lnTo>
                    <a:pt x="1072527" y="2125725"/>
                  </a:lnTo>
                  <a:lnTo>
                    <a:pt x="1072527" y="2122971"/>
                  </a:lnTo>
                  <a:lnTo>
                    <a:pt x="1076766" y="2122971"/>
                  </a:lnTo>
                  <a:lnTo>
                    <a:pt x="1076766" y="2116772"/>
                  </a:lnTo>
                  <a:lnTo>
                    <a:pt x="1081006" y="2116772"/>
                  </a:lnTo>
                  <a:lnTo>
                    <a:pt x="1081006" y="2112984"/>
                  </a:lnTo>
                  <a:lnTo>
                    <a:pt x="1085245" y="2112984"/>
                  </a:lnTo>
                  <a:lnTo>
                    <a:pt x="1085245" y="2108851"/>
                  </a:lnTo>
                  <a:lnTo>
                    <a:pt x="1089484" y="2108851"/>
                  </a:lnTo>
                  <a:lnTo>
                    <a:pt x="1089484" y="2105062"/>
                  </a:lnTo>
                  <a:lnTo>
                    <a:pt x="1093723" y="2105062"/>
                  </a:lnTo>
                  <a:lnTo>
                    <a:pt x="1093723" y="2100583"/>
                  </a:lnTo>
                  <a:lnTo>
                    <a:pt x="1097963" y="2100583"/>
                  </a:lnTo>
                  <a:lnTo>
                    <a:pt x="1097963" y="2097137"/>
                  </a:lnTo>
                  <a:lnTo>
                    <a:pt x="1102202" y="2097137"/>
                  </a:lnTo>
                  <a:lnTo>
                    <a:pt x="1102202" y="2094379"/>
                  </a:lnTo>
                  <a:lnTo>
                    <a:pt x="1106441" y="2094379"/>
                  </a:lnTo>
                  <a:lnTo>
                    <a:pt x="1106441" y="2090241"/>
                  </a:lnTo>
                  <a:lnTo>
                    <a:pt x="1110680" y="2090241"/>
                  </a:lnTo>
                  <a:lnTo>
                    <a:pt x="1110680" y="2087482"/>
                  </a:lnTo>
                  <a:lnTo>
                    <a:pt x="1114919" y="2087482"/>
                  </a:lnTo>
                  <a:lnTo>
                    <a:pt x="1114919" y="2082999"/>
                  </a:lnTo>
                  <a:lnTo>
                    <a:pt x="1119159" y="2082999"/>
                  </a:lnTo>
                  <a:lnTo>
                    <a:pt x="1119159" y="2080240"/>
                  </a:lnTo>
                  <a:lnTo>
                    <a:pt x="1123398" y="2080240"/>
                  </a:lnTo>
                  <a:lnTo>
                    <a:pt x="1123398" y="2076790"/>
                  </a:lnTo>
                  <a:lnTo>
                    <a:pt x="1127637" y="2076790"/>
                  </a:lnTo>
                  <a:lnTo>
                    <a:pt x="1127637" y="2071615"/>
                  </a:lnTo>
                  <a:lnTo>
                    <a:pt x="1131876" y="2071615"/>
                  </a:lnTo>
                  <a:lnTo>
                    <a:pt x="1131876" y="2065747"/>
                  </a:lnTo>
                  <a:lnTo>
                    <a:pt x="1136116" y="2065747"/>
                  </a:lnTo>
                  <a:lnTo>
                    <a:pt x="1136116" y="2060915"/>
                  </a:lnTo>
                  <a:lnTo>
                    <a:pt x="1140355" y="2060915"/>
                  </a:lnTo>
                  <a:lnTo>
                    <a:pt x="1140355" y="2057117"/>
                  </a:lnTo>
                  <a:lnTo>
                    <a:pt x="1144594" y="2057117"/>
                  </a:lnTo>
                  <a:lnTo>
                    <a:pt x="1144594" y="2050901"/>
                  </a:lnTo>
                  <a:lnTo>
                    <a:pt x="1148833" y="2050901"/>
                  </a:lnTo>
                  <a:lnTo>
                    <a:pt x="1148833" y="2047102"/>
                  </a:lnTo>
                  <a:lnTo>
                    <a:pt x="1153073" y="2047102"/>
                  </a:lnTo>
                  <a:lnTo>
                    <a:pt x="1153073" y="2042956"/>
                  </a:lnTo>
                  <a:lnTo>
                    <a:pt x="1157312" y="2042956"/>
                  </a:lnTo>
                  <a:lnTo>
                    <a:pt x="1157312" y="2037773"/>
                  </a:lnTo>
                  <a:lnTo>
                    <a:pt x="1161551" y="2037773"/>
                  </a:lnTo>
                  <a:lnTo>
                    <a:pt x="1161551" y="2033279"/>
                  </a:lnTo>
                  <a:lnTo>
                    <a:pt x="1165790" y="2033279"/>
                  </a:lnTo>
                  <a:lnTo>
                    <a:pt x="1165790" y="2028438"/>
                  </a:lnTo>
                  <a:lnTo>
                    <a:pt x="1170030" y="2028438"/>
                  </a:lnTo>
                  <a:lnTo>
                    <a:pt x="1170030" y="2025326"/>
                  </a:lnTo>
                  <a:lnTo>
                    <a:pt x="1174269" y="2025326"/>
                  </a:lnTo>
                  <a:lnTo>
                    <a:pt x="1174269" y="2020485"/>
                  </a:lnTo>
                  <a:lnTo>
                    <a:pt x="1178508" y="2020485"/>
                  </a:lnTo>
                  <a:lnTo>
                    <a:pt x="1178508" y="2014951"/>
                  </a:lnTo>
                  <a:lnTo>
                    <a:pt x="1182747" y="2014951"/>
                  </a:lnTo>
                  <a:lnTo>
                    <a:pt x="1182747" y="2010800"/>
                  </a:lnTo>
                  <a:lnTo>
                    <a:pt x="1186987" y="2010800"/>
                  </a:lnTo>
                  <a:lnTo>
                    <a:pt x="1186987" y="2008032"/>
                  </a:lnTo>
                  <a:lnTo>
                    <a:pt x="1191226" y="2008032"/>
                  </a:lnTo>
                  <a:lnTo>
                    <a:pt x="1191226" y="2005263"/>
                  </a:lnTo>
                  <a:lnTo>
                    <a:pt x="1195465" y="2005263"/>
                  </a:lnTo>
                  <a:lnTo>
                    <a:pt x="1195465" y="1999031"/>
                  </a:lnTo>
                  <a:lnTo>
                    <a:pt x="1199704" y="1999031"/>
                  </a:lnTo>
                  <a:lnTo>
                    <a:pt x="1199704" y="1994876"/>
                  </a:lnTo>
                  <a:lnTo>
                    <a:pt x="1203944" y="1994876"/>
                  </a:lnTo>
                  <a:lnTo>
                    <a:pt x="1203944" y="1990721"/>
                  </a:lnTo>
                  <a:lnTo>
                    <a:pt x="1208183" y="1990721"/>
                  </a:lnTo>
                  <a:lnTo>
                    <a:pt x="1208183" y="1987605"/>
                  </a:lnTo>
                  <a:lnTo>
                    <a:pt x="1212422" y="1987605"/>
                  </a:lnTo>
                  <a:lnTo>
                    <a:pt x="1212422" y="1983103"/>
                  </a:lnTo>
                  <a:lnTo>
                    <a:pt x="1216661" y="1983103"/>
                  </a:lnTo>
                  <a:lnTo>
                    <a:pt x="1216661" y="1977908"/>
                  </a:lnTo>
                  <a:lnTo>
                    <a:pt x="1220900" y="1977908"/>
                  </a:lnTo>
                  <a:lnTo>
                    <a:pt x="1220900" y="1973405"/>
                  </a:lnTo>
                  <a:lnTo>
                    <a:pt x="1225140" y="1973405"/>
                  </a:lnTo>
                  <a:lnTo>
                    <a:pt x="1225140" y="1970287"/>
                  </a:lnTo>
                  <a:lnTo>
                    <a:pt x="1229379" y="1970287"/>
                  </a:lnTo>
                  <a:lnTo>
                    <a:pt x="1229379" y="1964744"/>
                  </a:lnTo>
                  <a:lnTo>
                    <a:pt x="1233618" y="1964744"/>
                  </a:lnTo>
                  <a:lnTo>
                    <a:pt x="1233618" y="1961626"/>
                  </a:lnTo>
                  <a:lnTo>
                    <a:pt x="1237857" y="1961626"/>
                  </a:lnTo>
                  <a:lnTo>
                    <a:pt x="1237857" y="1958854"/>
                  </a:lnTo>
                  <a:lnTo>
                    <a:pt x="1242097" y="1958854"/>
                  </a:lnTo>
                  <a:lnTo>
                    <a:pt x="1242097" y="1955041"/>
                  </a:lnTo>
                  <a:lnTo>
                    <a:pt x="1246336" y="1955041"/>
                  </a:lnTo>
                  <a:lnTo>
                    <a:pt x="1246336" y="1950535"/>
                  </a:lnTo>
                  <a:lnTo>
                    <a:pt x="1250575" y="1950535"/>
                  </a:lnTo>
                  <a:lnTo>
                    <a:pt x="1250575" y="1944291"/>
                  </a:lnTo>
                  <a:lnTo>
                    <a:pt x="1254814" y="1944291"/>
                  </a:lnTo>
                  <a:lnTo>
                    <a:pt x="1254814" y="1940474"/>
                  </a:lnTo>
                  <a:lnTo>
                    <a:pt x="1259054" y="1940474"/>
                  </a:lnTo>
                  <a:lnTo>
                    <a:pt x="1259054" y="1935964"/>
                  </a:lnTo>
                  <a:lnTo>
                    <a:pt x="1263293" y="1935964"/>
                  </a:lnTo>
                  <a:lnTo>
                    <a:pt x="1263293" y="1931799"/>
                  </a:lnTo>
                  <a:lnTo>
                    <a:pt x="1267532" y="1931799"/>
                  </a:lnTo>
                  <a:lnTo>
                    <a:pt x="1267532" y="1926245"/>
                  </a:lnTo>
                  <a:lnTo>
                    <a:pt x="1271771" y="1926245"/>
                  </a:lnTo>
                  <a:lnTo>
                    <a:pt x="1271771" y="1923121"/>
                  </a:lnTo>
                  <a:lnTo>
                    <a:pt x="1276011" y="1923121"/>
                  </a:lnTo>
                  <a:lnTo>
                    <a:pt x="1276011" y="1918259"/>
                  </a:lnTo>
                  <a:lnTo>
                    <a:pt x="1280250" y="1918259"/>
                  </a:lnTo>
                  <a:lnTo>
                    <a:pt x="1280250" y="1914090"/>
                  </a:lnTo>
                  <a:lnTo>
                    <a:pt x="1284489" y="1914090"/>
                  </a:lnTo>
                  <a:lnTo>
                    <a:pt x="1284489" y="1911657"/>
                  </a:lnTo>
                  <a:lnTo>
                    <a:pt x="1288728" y="1911657"/>
                  </a:lnTo>
                  <a:lnTo>
                    <a:pt x="1288728" y="1907834"/>
                  </a:lnTo>
                  <a:lnTo>
                    <a:pt x="1292968" y="1907834"/>
                  </a:lnTo>
                  <a:lnTo>
                    <a:pt x="1292968" y="1903664"/>
                  </a:lnTo>
                  <a:lnTo>
                    <a:pt x="1297207" y="1903664"/>
                  </a:lnTo>
                  <a:lnTo>
                    <a:pt x="1297207" y="1900536"/>
                  </a:lnTo>
                  <a:lnTo>
                    <a:pt x="1301446" y="1900536"/>
                  </a:lnTo>
                  <a:lnTo>
                    <a:pt x="1301446" y="1897755"/>
                  </a:lnTo>
                  <a:lnTo>
                    <a:pt x="1305685" y="1897755"/>
                  </a:lnTo>
                  <a:lnTo>
                    <a:pt x="1305685" y="1891148"/>
                  </a:lnTo>
                  <a:lnTo>
                    <a:pt x="1309925" y="1891148"/>
                  </a:lnTo>
                  <a:lnTo>
                    <a:pt x="1309925" y="1887323"/>
                  </a:lnTo>
                  <a:lnTo>
                    <a:pt x="1314164" y="1887323"/>
                  </a:lnTo>
                  <a:lnTo>
                    <a:pt x="1314164" y="1884192"/>
                  </a:lnTo>
                  <a:lnTo>
                    <a:pt x="1318403" y="1884192"/>
                  </a:lnTo>
                  <a:lnTo>
                    <a:pt x="1318403" y="1880713"/>
                  </a:lnTo>
                  <a:lnTo>
                    <a:pt x="1322642" y="1880713"/>
                  </a:lnTo>
                  <a:lnTo>
                    <a:pt x="1322642" y="1878973"/>
                  </a:lnTo>
                  <a:lnTo>
                    <a:pt x="1326881" y="1878973"/>
                  </a:lnTo>
                  <a:lnTo>
                    <a:pt x="1326881" y="1875494"/>
                  </a:lnTo>
                  <a:lnTo>
                    <a:pt x="1331121" y="1875494"/>
                  </a:lnTo>
                  <a:lnTo>
                    <a:pt x="1331121" y="1871667"/>
                  </a:lnTo>
                  <a:lnTo>
                    <a:pt x="1335360" y="1871667"/>
                  </a:lnTo>
                  <a:lnTo>
                    <a:pt x="1335360" y="1867838"/>
                  </a:lnTo>
                  <a:lnTo>
                    <a:pt x="1339599" y="1867838"/>
                  </a:lnTo>
                  <a:lnTo>
                    <a:pt x="1339599" y="1864704"/>
                  </a:lnTo>
                  <a:lnTo>
                    <a:pt x="1343838" y="1864704"/>
                  </a:lnTo>
                  <a:lnTo>
                    <a:pt x="1343838" y="1862614"/>
                  </a:lnTo>
                  <a:lnTo>
                    <a:pt x="1348078" y="1862614"/>
                  </a:lnTo>
                  <a:lnTo>
                    <a:pt x="1348078" y="1859479"/>
                  </a:lnTo>
                  <a:lnTo>
                    <a:pt x="1352317" y="1859479"/>
                  </a:lnTo>
                  <a:lnTo>
                    <a:pt x="1352317" y="1857040"/>
                  </a:lnTo>
                  <a:lnTo>
                    <a:pt x="1356556" y="1857040"/>
                  </a:lnTo>
                  <a:lnTo>
                    <a:pt x="1356556" y="1854600"/>
                  </a:lnTo>
                  <a:lnTo>
                    <a:pt x="1360795" y="1854600"/>
                  </a:lnTo>
                  <a:lnTo>
                    <a:pt x="1360795" y="1849024"/>
                  </a:lnTo>
                  <a:lnTo>
                    <a:pt x="1365035" y="1849024"/>
                  </a:lnTo>
                  <a:lnTo>
                    <a:pt x="1365035" y="1845887"/>
                  </a:lnTo>
                  <a:lnTo>
                    <a:pt x="1369274" y="1845887"/>
                  </a:lnTo>
                  <a:lnTo>
                    <a:pt x="1369274" y="1841004"/>
                  </a:lnTo>
                  <a:lnTo>
                    <a:pt x="1373513" y="1841004"/>
                  </a:lnTo>
                  <a:lnTo>
                    <a:pt x="1373513" y="1838563"/>
                  </a:lnTo>
                  <a:lnTo>
                    <a:pt x="1377752" y="1838563"/>
                  </a:lnTo>
                  <a:lnTo>
                    <a:pt x="1377752" y="1833681"/>
                  </a:lnTo>
                  <a:lnTo>
                    <a:pt x="1381992" y="1833681"/>
                  </a:lnTo>
                  <a:lnTo>
                    <a:pt x="1381992" y="1831239"/>
                  </a:lnTo>
                  <a:lnTo>
                    <a:pt x="1386231" y="1831239"/>
                  </a:lnTo>
                  <a:lnTo>
                    <a:pt x="1386231" y="1826705"/>
                  </a:lnTo>
                  <a:lnTo>
                    <a:pt x="1390470" y="1826705"/>
                  </a:lnTo>
                  <a:lnTo>
                    <a:pt x="1390470" y="1823565"/>
                  </a:lnTo>
                  <a:lnTo>
                    <a:pt x="1394709" y="1823565"/>
                  </a:lnTo>
                  <a:lnTo>
                    <a:pt x="1394709" y="1820425"/>
                  </a:lnTo>
                  <a:lnTo>
                    <a:pt x="1398949" y="1820425"/>
                  </a:lnTo>
                  <a:lnTo>
                    <a:pt x="1398949" y="1817632"/>
                  </a:lnTo>
                  <a:lnTo>
                    <a:pt x="1403188" y="1817632"/>
                  </a:lnTo>
                  <a:lnTo>
                    <a:pt x="1403188" y="1815886"/>
                  </a:lnTo>
                  <a:lnTo>
                    <a:pt x="1407427" y="1815886"/>
                  </a:lnTo>
                  <a:lnTo>
                    <a:pt x="1407427" y="1812045"/>
                  </a:lnTo>
                  <a:lnTo>
                    <a:pt x="1411666" y="1812045"/>
                  </a:lnTo>
                  <a:lnTo>
                    <a:pt x="1411666" y="1807854"/>
                  </a:lnTo>
                  <a:lnTo>
                    <a:pt x="1415906" y="1807854"/>
                  </a:lnTo>
                  <a:lnTo>
                    <a:pt x="1415906" y="1802963"/>
                  </a:lnTo>
                  <a:lnTo>
                    <a:pt x="1420145" y="1802963"/>
                  </a:lnTo>
                  <a:lnTo>
                    <a:pt x="1420145" y="1799468"/>
                  </a:lnTo>
                  <a:lnTo>
                    <a:pt x="1424384" y="1799468"/>
                  </a:lnTo>
                  <a:lnTo>
                    <a:pt x="1424384" y="1796671"/>
                  </a:lnTo>
                  <a:lnTo>
                    <a:pt x="1428623" y="1796671"/>
                  </a:lnTo>
                  <a:lnTo>
                    <a:pt x="1428623" y="1793522"/>
                  </a:lnTo>
                  <a:lnTo>
                    <a:pt x="1432862" y="1793522"/>
                  </a:lnTo>
                  <a:lnTo>
                    <a:pt x="1432862" y="1791773"/>
                  </a:lnTo>
                  <a:lnTo>
                    <a:pt x="1437102" y="1791773"/>
                  </a:lnTo>
                  <a:lnTo>
                    <a:pt x="1437102" y="1787574"/>
                  </a:lnTo>
                  <a:lnTo>
                    <a:pt x="1441341" y="1787574"/>
                  </a:lnTo>
                  <a:lnTo>
                    <a:pt x="1441341" y="1784074"/>
                  </a:lnTo>
                  <a:lnTo>
                    <a:pt x="1445580" y="1784074"/>
                  </a:lnTo>
                  <a:lnTo>
                    <a:pt x="1445580" y="1779875"/>
                  </a:lnTo>
                  <a:lnTo>
                    <a:pt x="1449819" y="1779875"/>
                  </a:lnTo>
                  <a:lnTo>
                    <a:pt x="1449819" y="1776374"/>
                  </a:lnTo>
                  <a:lnTo>
                    <a:pt x="1454059" y="1776374"/>
                  </a:lnTo>
                  <a:lnTo>
                    <a:pt x="1454059" y="1773924"/>
                  </a:lnTo>
                  <a:lnTo>
                    <a:pt x="1458298" y="1773924"/>
                  </a:lnTo>
                  <a:lnTo>
                    <a:pt x="1458298" y="1771122"/>
                  </a:lnTo>
                  <a:lnTo>
                    <a:pt x="1462537" y="1771122"/>
                  </a:lnTo>
                  <a:lnTo>
                    <a:pt x="1462537" y="1768320"/>
                  </a:lnTo>
                  <a:lnTo>
                    <a:pt x="1466776" y="1768320"/>
                  </a:lnTo>
                  <a:lnTo>
                    <a:pt x="1466776" y="1764115"/>
                  </a:lnTo>
                  <a:lnTo>
                    <a:pt x="1471016" y="1764115"/>
                  </a:lnTo>
                  <a:lnTo>
                    <a:pt x="1471016" y="1760260"/>
                  </a:lnTo>
                  <a:lnTo>
                    <a:pt x="1475255" y="1760260"/>
                  </a:lnTo>
                  <a:lnTo>
                    <a:pt x="1475255" y="1758858"/>
                  </a:lnTo>
                  <a:lnTo>
                    <a:pt x="1479494" y="1758858"/>
                  </a:lnTo>
                  <a:lnTo>
                    <a:pt x="1479494" y="1752899"/>
                  </a:lnTo>
                  <a:lnTo>
                    <a:pt x="1483733" y="1752899"/>
                  </a:lnTo>
                  <a:lnTo>
                    <a:pt x="1483733" y="1750095"/>
                  </a:lnTo>
                  <a:lnTo>
                    <a:pt x="1487973" y="1750095"/>
                  </a:lnTo>
                  <a:lnTo>
                    <a:pt x="1487973" y="1745885"/>
                  </a:lnTo>
                  <a:lnTo>
                    <a:pt x="1492212" y="1745885"/>
                  </a:lnTo>
                  <a:lnTo>
                    <a:pt x="1492212" y="1743077"/>
                  </a:lnTo>
                  <a:lnTo>
                    <a:pt x="1496451" y="1743077"/>
                  </a:lnTo>
                  <a:lnTo>
                    <a:pt x="1496451" y="1739917"/>
                  </a:lnTo>
                  <a:lnTo>
                    <a:pt x="1500690" y="1739917"/>
                  </a:lnTo>
                  <a:lnTo>
                    <a:pt x="1500690" y="1735703"/>
                  </a:lnTo>
                  <a:lnTo>
                    <a:pt x="1504930" y="1735703"/>
                  </a:lnTo>
                  <a:lnTo>
                    <a:pt x="1504930" y="1733245"/>
                  </a:lnTo>
                  <a:lnTo>
                    <a:pt x="1509169" y="1733245"/>
                  </a:lnTo>
                  <a:lnTo>
                    <a:pt x="1509169" y="1726219"/>
                  </a:lnTo>
                  <a:lnTo>
                    <a:pt x="1513408" y="1726219"/>
                  </a:lnTo>
                  <a:lnTo>
                    <a:pt x="1513408" y="1723760"/>
                  </a:lnTo>
                  <a:lnTo>
                    <a:pt x="1517647" y="1723760"/>
                  </a:lnTo>
                  <a:lnTo>
                    <a:pt x="1517647" y="1720947"/>
                  </a:lnTo>
                  <a:lnTo>
                    <a:pt x="1521886" y="1720947"/>
                  </a:lnTo>
                  <a:lnTo>
                    <a:pt x="1521886" y="1717781"/>
                  </a:lnTo>
                  <a:lnTo>
                    <a:pt x="1526126" y="1717781"/>
                  </a:lnTo>
                  <a:lnTo>
                    <a:pt x="1526126" y="1715320"/>
                  </a:lnTo>
                  <a:lnTo>
                    <a:pt x="1530365" y="1715320"/>
                  </a:lnTo>
                  <a:lnTo>
                    <a:pt x="1530365" y="1711802"/>
                  </a:lnTo>
                  <a:lnTo>
                    <a:pt x="1534604" y="1711802"/>
                  </a:lnTo>
                  <a:lnTo>
                    <a:pt x="1534604" y="1710043"/>
                  </a:lnTo>
                  <a:lnTo>
                    <a:pt x="1538843" y="1710043"/>
                  </a:lnTo>
                  <a:lnTo>
                    <a:pt x="1538843" y="1706876"/>
                  </a:lnTo>
                  <a:lnTo>
                    <a:pt x="1543083" y="1706876"/>
                  </a:lnTo>
                  <a:lnTo>
                    <a:pt x="1543083" y="1703709"/>
                  </a:lnTo>
                  <a:lnTo>
                    <a:pt x="1547322" y="1703709"/>
                  </a:lnTo>
                  <a:lnTo>
                    <a:pt x="1547322" y="1700540"/>
                  </a:lnTo>
                  <a:lnTo>
                    <a:pt x="1551561" y="1700540"/>
                  </a:lnTo>
                  <a:lnTo>
                    <a:pt x="1551561" y="1697722"/>
                  </a:lnTo>
                  <a:lnTo>
                    <a:pt x="1555800" y="1697722"/>
                  </a:lnTo>
                  <a:lnTo>
                    <a:pt x="1555800" y="1693142"/>
                  </a:lnTo>
                  <a:lnTo>
                    <a:pt x="1560040" y="1693142"/>
                  </a:lnTo>
                  <a:lnTo>
                    <a:pt x="1560040" y="1691028"/>
                  </a:lnTo>
                  <a:lnTo>
                    <a:pt x="1564279" y="1691028"/>
                  </a:lnTo>
                  <a:lnTo>
                    <a:pt x="1564279" y="1687857"/>
                  </a:lnTo>
                  <a:lnTo>
                    <a:pt x="1568518" y="1687857"/>
                  </a:lnTo>
                  <a:lnTo>
                    <a:pt x="1568518" y="1685742"/>
                  </a:lnTo>
                  <a:lnTo>
                    <a:pt x="1572757" y="1685742"/>
                  </a:lnTo>
                  <a:lnTo>
                    <a:pt x="1572757" y="1682216"/>
                  </a:lnTo>
                  <a:lnTo>
                    <a:pt x="1576997" y="1682216"/>
                  </a:lnTo>
                  <a:lnTo>
                    <a:pt x="1576997" y="1679394"/>
                  </a:lnTo>
                  <a:lnTo>
                    <a:pt x="1581236" y="1679394"/>
                  </a:lnTo>
                  <a:lnTo>
                    <a:pt x="1581236" y="1675160"/>
                  </a:lnTo>
                  <a:lnTo>
                    <a:pt x="1585475" y="1675160"/>
                  </a:lnTo>
                  <a:lnTo>
                    <a:pt x="1585475" y="1670924"/>
                  </a:lnTo>
                  <a:lnTo>
                    <a:pt x="1589714" y="1670924"/>
                  </a:lnTo>
                  <a:lnTo>
                    <a:pt x="1589714" y="1668098"/>
                  </a:lnTo>
                  <a:lnTo>
                    <a:pt x="1593954" y="1668098"/>
                  </a:lnTo>
                  <a:lnTo>
                    <a:pt x="1593954" y="1664567"/>
                  </a:lnTo>
                  <a:lnTo>
                    <a:pt x="1598193" y="1664567"/>
                  </a:lnTo>
                  <a:lnTo>
                    <a:pt x="1598193" y="1661034"/>
                  </a:lnTo>
                  <a:lnTo>
                    <a:pt x="1602432" y="1661034"/>
                  </a:lnTo>
                  <a:lnTo>
                    <a:pt x="1602432" y="1656795"/>
                  </a:lnTo>
                  <a:lnTo>
                    <a:pt x="1606671" y="1656795"/>
                  </a:lnTo>
                  <a:lnTo>
                    <a:pt x="1606671" y="1654320"/>
                  </a:lnTo>
                  <a:lnTo>
                    <a:pt x="1610911" y="1654320"/>
                  </a:lnTo>
                  <a:lnTo>
                    <a:pt x="1610911" y="1650783"/>
                  </a:lnTo>
                  <a:lnTo>
                    <a:pt x="1615150" y="1650783"/>
                  </a:lnTo>
                  <a:lnTo>
                    <a:pt x="1615150" y="1645830"/>
                  </a:lnTo>
                  <a:lnTo>
                    <a:pt x="1619389" y="1645830"/>
                  </a:lnTo>
                  <a:lnTo>
                    <a:pt x="1619389" y="1644768"/>
                  </a:lnTo>
                  <a:lnTo>
                    <a:pt x="1623628" y="1644768"/>
                  </a:lnTo>
                  <a:lnTo>
                    <a:pt x="1623628" y="1642645"/>
                  </a:lnTo>
                  <a:lnTo>
                    <a:pt x="1627867" y="1642645"/>
                  </a:lnTo>
                  <a:lnTo>
                    <a:pt x="1627867" y="1638752"/>
                  </a:lnTo>
                  <a:lnTo>
                    <a:pt x="1632107" y="1638752"/>
                  </a:lnTo>
                  <a:lnTo>
                    <a:pt x="1632107" y="1637336"/>
                  </a:lnTo>
                  <a:lnTo>
                    <a:pt x="1636346" y="1637336"/>
                  </a:lnTo>
                  <a:lnTo>
                    <a:pt x="1636346" y="1635565"/>
                  </a:lnTo>
                  <a:lnTo>
                    <a:pt x="1640585" y="1635565"/>
                  </a:lnTo>
                  <a:lnTo>
                    <a:pt x="1640585" y="1632732"/>
                  </a:lnTo>
                  <a:lnTo>
                    <a:pt x="1644824" y="1632732"/>
                  </a:lnTo>
                  <a:lnTo>
                    <a:pt x="1644824" y="1629191"/>
                  </a:lnTo>
                  <a:lnTo>
                    <a:pt x="1649064" y="1629191"/>
                  </a:lnTo>
                  <a:lnTo>
                    <a:pt x="1649064" y="1625295"/>
                  </a:lnTo>
                  <a:lnTo>
                    <a:pt x="1653303" y="1625295"/>
                  </a:lnTo>
                  <a:lnTo>
                    <a:pt x="1653303" y="1620336"/>
                  </a:lnTo>
                  <a:lnTo>
                    <a:pt x="1657542" y="1620336"/>
                  </a:lnTo>
                  <a:lnTo>
                    <a:pt x="1657542" y="1618565"/>
                  </a:lnTo>
                  <a:lnTo>
                    <a:pt x="1661781" y="1618565"/>
                  </a:lnTo>
                  <a:lnTo>
                    <a:pt x="1661781" y="1613250"/>
                  </a:lnTo>
                  <a:lnTo>
                    <a:pt x="1666021" y="1613250"/>
                  </a:lnTo>
                  <a:lnTo>
                    <a:pt x="1666021" y="1609351"/>
                  </a:lnTo>
                  <a:lnTo>
                    <a:pt x="1670260" y="1609351"/>
                  </a:lnTo>
                  <a:lnTo>
                    <a:pt x="1670260" y="1605098"/>
                  </a:lnTo>
                  <a:lnTo>
                    <a:pt x="1674499" y="1605098"/>
                  </a:lnTo>
                  <a:lnTo>
                    <a:pt x="1674499" y="1602262"/>
                  </a:lnTo>
                  <a:lnTo>
                    <a:pt x="1678738" y="1602262"/>
                  </a:lnTo>
                  <a:lnTo>
                    <a:pt x="1678738" y="1599425"/>
                  </a:lnTo>
                  <a:lnTo>
                    <a:pt x="1682978" y="1599425"/>
                  </a:lnTo>
                  <a:lnTo>
                    <a:pt x="1682978" y="1596587"/>
                  </a:lnTo>
                  <a:lnTo>
                    <a:pt x="1687217" y="1596587"/>
                  </a:lnTo>
                  <a:lnTo>
                    <a:pt x="1687217" y="1593395"/>
                  </a:lnTo>
                  <a:lnTo>
                    <a:pt x="1691456" y="1593395"/>
                  </a:lnTo>
                  <a:lnTo>
                    <a:pt x="1691456" y="1591621"/>
                  </a:lnTo>
                  <a:lnTo>
                    <a:pt x="1695695" y="1591621"/>
                  </a:lnTo>
                  <a:lnTo>
                    <a:pt x="1695695" y="1588426"/>
                  </a:lnTo>
                  <a:lnTo>
                    <a:pt x="1699935" y="1588426"/>
                  </a:lnTo>
                  <a:lnTo>
                    <a:pt x="1699935" y="1583810"/>
                  </a:lnTo>
                  <a:lnTo>
                    <a:pt x="1704174" y="1583810"/>
                  </a:lnTo>
                  <a:lnTo>
                    <a:pt x="1704174" y="1579549"/>
                  </a:lnTo>
                  <a:lnTo>
                    <a:pt x="1708413" y="1579549"/>
                  </a:lnTo>
                  <a:lnTo>
                    <a:pt x="1708413" y="1575997"/>
                  </a:lnTo>
                  <a:lnTo>
                    <a:pt x="1712652" y="1575997"/>
                  </a:lnTo>
                  <a:lnTo>
                    <a:pt x="1712652" y="1572445"/>
                  </a:lnTo>
                  <a:lnTo>
                    <a:pt x="1716892" y="1572445"/>
                  </a:lnTo>
                  <a:lnTo>
                    <a:pt x="1716892" y="1569603"/>
                  </a:lnTo>
                  <a:lnTo>
                    <a:pt x="1721131" y="1569603"/>
                  </a:lnTo>
                  <a:lnTo>
                    <a:pt x="1721131" y="1565694"/>
                  </a:lnTo>
                  <a:lnTo>
                    <a:pt x="1725370" y="1565694"/>
                  </a:lnTo>
                  <a:lnTo>
                    <a:pt x="1725370" y="1562495"/>
                  </a:lnTo>
                  <a:lnTo>
                    <a:pt x="1729609" y="1562495"/>
                  </a:lnTo>
                  <a:lnTo>
                    <a:pt x="1729609" y="1558941"/>
                  </a:lnTo>
                  <a:lnTo>
                    <a:pt x="1733848" y="1558941"/>
                  </a:lnTo>
                  <a:lnTo>
                    <a:pt x="1733848" y="1556451"/>
                  </a:lnTo>
                  <a:lnTo>
                    <a:pt x="1738088" y="1556451"/>
                  </a:lnTo>
                  <a:lnTo>
                    <a:pt x="1738088" y="1555383"/>
                  </a:lnTo>
                  <a:lnTo>
                    <a:pt x="1742327" y="1555383"/>
                  </a:lnTo>
                  <a:lnTo>
                    <a:pt x="1742327" y="1551112"/>
                  </a:lnTo>
                  <a:lnTo>
                    <a:pt x="1746566" y="1551112"/>
                  </a:lnTo>
                  <a:lnTo>
                    <a:pt x="1746566" y="1546840"/>
                  </a:lnTo>
                  <a:lnTo>
                    <a:pt x="1750805" y="1546840"/>
                  </a:lnTo>
                  <a:lnTo>
                    <a:pt x="1750805" y="1544347"/>
                  </a:lnTo>
                  <a:lnTo>
                    <a:pt x="1755045" y="1544347"/>
                  </a:lnTo>
                  <a:lnTo>
                    <a:pt x="1755045" y="1542209"/>
                  </a:lnTo>
                  <a:lnTo>
                    <a:pt x="1759284" y="1542209"/>
                  </a:lnTo>
                  <a:lnTo>
                    <a:pt x="1759284" y="1539001"/>
                  </a:lnTo>
                  <a:lnTo>
                    <a:pt x="1763523" y="1539001"/>
                  </a:lnTo>
                  <a:lnTo>
                    <a:pt x="1763523" y="1537932"/>
                  </a:lnTo>
                  <a:lnTo>
                    <a:pt x="1767762" y="1537932"/>
                  </a:lnTo>
                  <a:lnTo>
                    <a:pt x="1767762" y="1535436"/>
                  </a:lnTo>
                  <a:lnTo>
                    <a:pt x="1772002" y="1535436"/>
                  </a:lnTo>
                  <a:lnTo>
                    <a:pt x="1772002" y="1532939"/>
                  </a:lnTo>
                  <a:lnTo>
                    <a:pt x="1776241" y="1532939"/>
                  </a:lnTo>
                  <a:lnTo>
                    <a:pt x="1776241" y="1530442"/>
                  </a:lnTo>
                  <a:lnTo>
                    <a:pt x="1780480" y="1530442"/>
                  </a:lnTo>
                  <a:lnTo>
                    <a:pt x="1780480" y="1527944"/>
                  </a:lnTo>
                  <a:lnTo>
                    <a:pt x="1784719" y="1527944"/>
                  </a:lnTo>
                  <a:lnTo>
                    <a:pt x="1784719" y="1525802"/>
                  </a:lnTo>
                  <a:lnTo>
                    <a:pt x="1788959" y="1525802"/>
                  </a:lnTo>
                  <a:lnTo>
                    <a:pt x="1788959" y="1522588"/>
                  </a:lnTo>
                  <a:lnTo>
                    <a:pt x="1793198" y="1522588"/>
                  </a:lnTo>
                  <a:lnTo>
                    <a:pt x="1793198" y="1521159"/>
                  </a:lnTo>
                  <a:lnTo>
                    <a:pt x="1797437" y="1521159"/>
                  </a:lnTo>
                  <a:lnTo>
                    <a:pt x="1797437" y="1519015"/>
                  </a:lnTo>
                  <a:lnTo>
                    <a:pt x="1801676" y="1519015"/>
                  </a:lnTo>
                  <a:lnTo>
                    <a:pt x="1801676" y="1516158"/>
                  </a:lnTo>
                  <a:lnTo>
                    <a:pt x="1805916" y="1516158"/>
                  </a:lnTo>
                  <a:lnTo>
                    <a:pt x="1805916" y="1513300"/>
                  </a:lnTo>
                  <a:lnTo>
                    <a:pt x="1810155" y="1513300"/>
                  </a:lnTo>
                  <a:lnTo>
                    <a:pt x="1810155" y="1509012"/>
                  </a:lnTo>
                  <a:lnTo>
                    <a:pt x="1814394" y="1509012"/>
                  </a:lnTo>
                  <a:lnTo>
                    <a:pt x="1814394" y="1506151"/>
                  </a:lnTo>
                  <a:lnTo>
                    <a:pt x="1818633" y="1506151"/>
                  </a:lnTo>
                  <a:lnTo>
                    <a:pt x="1818633" y="1502933"/>
                  </a:lnTo>
                  <a:lnTo>
                    <a:pt x="1822872" y="1502933"/>
                  </a:lnTo>
                  <a:lnTo>
                    <a:pt x="1822872" y="1500073"/>
                  </a:lnTo>
                  <a:lnTo>
                    <a:pt x="1827112" y="1500073"/>
                  </a:lnTo>
                  <a:lnTo>
                    <a:pt x="1827112" y="1496497"/>
                  </a:lnTo>
                  <a:lnTo>
                    <a:pt x="1831351" y="1496497"/>
                  </a:lnTo>
                  <a:lnTo>
                    <a:pt x="1831351" y="1492206"/>
                  </a:lnTo>
                  <a:lnTo>
                    <a:pt x="1835590" y="1492206"/>
                  </a:lnTo>
                  <a:lnTo>
                    <a:pt x="1835590" y="1490417"/>
                  </a:lnTo>
                  <a:lnTo>
                    <a:pt x="1839829" y="1490417"/>
                  </a:lnTo>
                  <a:lnTo>
                    <a:pt x="1839829" y="1490060"/>
                  </a:lnTo>
                  <a:lnTo>
                    <a:pt x="1844069" y="1490060"/>
                  </a:lnTo>
                  <a:lnTo>
                    <a:pt x="1844069" y="1488986"/>
                  </a:lnTo>
                  <a:lnTo>
                    <a:pt x="1848308" y="1488986"/>
                  </a:lnTo>
                  <a:lnTo>
                    <a:pt x="1848308" y="1485764"/>
                  </a:lnTo>
                  <a:lnTo>
                    <a:pt x="1852547" y="1485764"/>
                  </a:lnTo>
                  <a:lnTo>
                    <a:pt x="1852547" y="1483974"/>
                  </a:lnTo>
                  <a:lnTo>
                    <a:pt x="1856786" y="1483974"/>
                  </a:lnTo>
                  <a:lnTo>
                    <a:pt x="1856786" y="1479319"/>
                  </a:lnTo>
                  <a:lnTo>
                    <a:pt x="1861026" y="1479319"/>
                  </a:lnTo>
                  <a:lnTo>
                    <a:pt x="1861026" y="1476812"/>
                  </a:lnTo>
                  <a:lnTo>
                    <a:pt x="1865265" y="1476812"/>
                  </a:lnTo>
                  <a:lnTo>
                    <a:pt x="1865265" y="1474305"/>
                  </a:lnTo>
                  <a:lnTo>
                    <a:pt x="1869504" y="1474305"/>
                  </a:lnTo>
                  <a:lnTo>
                    <a:pt x="1869504" y="1471440"/>
                  </a:lnTo>
                  <a:lnTo>
                    <a:pt x="1873743" y="1471440"/>
                  </a:lnTo>
                  <a:lnTo>
                    <a:pt x="1873743" y="1467856"/>
                  </a:lnTo>
                  <a:lnTo>
                    <a:pt x="1877983" y="1467856"/>
                  </a:lnTo>
                  <a:lnTo>
                    <a:pt x="1877983" y="1463194"/>
                  </a:lnTo>
                  <a:lnTo>
                    <a:pt x="1882222" y="1463194"/>
                  </a:lnTo>
                  <a:lnTo>
                    <a:pt x="1882222" y="1459966"/>
                  </a:lnTo>
                  <a:lnTo>
                    <a:pt x="1886461" y="1459966"/>
                  </a:lnTo>
                  <a:lnTo>
                    <a:pt x="1886461" y="1456379"/>
                  </a:lnTo>
                  <a:lnTo>
                    <a:pt x="1890700" y="1456379"/>
                  </a:lnTo>
                  <a:lnTo>
                    <a:pt x="1890700" y="1451356"/>
                  </a:lnTo>
                  <a:lnTo>
                    <a:pt x="1894940" y="1451356"/>
                  </a:lnTo>
                  <a:lnTo>
                    <a:pt x="1894940" y="1447766"/>
                  </a:lnTo>
                  <a:lnTo>
                    <a:pt x="1899179" y="1447766"/>
                  </a:lnTo>
                  <a:lnTo>
                    <a:pt x="1899179" y="1446330"/>
                  </a:lnTo>
                  <a:lnTo>
                    <a:pt x="1903418" y="1446330"/>
                  </a:lnTo>
                  <a:lnTo>
                    <a:pt x="1903418" y="1443817"/>
                  </a:lnTo>
                  <a:lnTo>
                    <a:pt x="1907657" y="1443817"/>
                  </a:lnTo>
                  <a:lnTo>
                    <a:pt x="1907657" y="1439867"/>
                  </a:lnTo>
                  <a:lnTo>
                    <a:pt x="1911897" y="1439867"/>
                  </a:lnTo>
                  <a:lnTo>
                    <a:pt x="1911897" y="1437353"/>
                  </a:lnTo>
                  <a:lnTo>
                    <a:pt x="1916136" y="1437353"/>
                  </a:lnTo>
                  <a:lnTo>
                    <a:pt x="1916136" y="1434120"/>
                  </a:lnTo>
                  <a:lnTo>
                    <a:pt x="1920375" y="1434120"/>
                  </a:lnTo>
                  <a:lnTo>
                    <a:pt x="1920375" y="1429089"/>
                  </a:lnTo>
                  <a:lnTo>
                    <a:pt x="1924614" y="1429089"/>
                  </a:lnTo>
                  <a:lnTo>
                    <a:pt x="1924614" y="1427292"/>
                  </a:lnTo>
                  <a:lnTo>
                    <a:pt x="1928853" y="1427292"/>
                  </a:lnTo>
                  <a:lnTo>
                    <a:pt x="1928853" y="1425135"/>
                  </a:lnTo>
                  <a:lnTo>
                    <a:pt x="1933093" y="1425135"/>
                  </a:lnTo>
                  <a:lnTo>
                    <a:pt x="1933093" y="1421538"/>
                  </a:lnTo>
                  <a:lnTo>
                    <a:pt x="1937332" y="1421538"/>
                  </a:lnTo>
                  <a:lnTo>
                    <a:pt x="1937332" y="1418660"/>
                  </a:lnTo>
                  <a:lnTo>
                    <a:pt x="1941571" y="1418660"/>
                  </a:lnTo>
                  <a:lnTo>
                    <a:pt x="1941571" y="1415423"/>
                  </a:lnTo>
                  <a:lnTo>
                    <a:pt x="1945810" y="1415423"/>
                  </a:lnTo>
                  <a:lnTo>
                    <a:pt x="1945810" y="1413983"/>
                  </a:lnTo>
                  <a:lnTo>
                    <a:pt x="1950050" y="1413983"/>
                  </a:lnTo>
                  <a:lnTo>
                    <a:pt x="1950050" y="1411104"/>
                  </a:lnTo>
                  <a:lnTo>
                    <a:pt x="1954289" y="1411104"/>
                  </a:lnTo>
                  <a:lnTo>
                    <a:pt x="1954289" y="1408945"/>
                  </a:lnTo>
                  <a:lnTo>
                    <a:pt x="1958528" y="1408945"/>
                  </a:lnTo>
                  <a:lnTo>
                    <a:pt x="1958528" y="1407145"/>
                  </a:lnTo>
                  <a:lnTo>
                    <a:pt x="1962767" y="1407145"/>
                  </a:lnTo>
                  <a:lnTo>
                    <a:pt x="1962767" y="1404625"/>
                  </a:lnTo>
                  <a:lnTo>
                    <a:pt x="1967007" y="1404625"/>
                  </a:lnTo>
                  <a:lnTo>
                    <a:pt x="1967007" y="1402104"/>
                  </a:lnTo>
                  <a:lnTo>
                    <a:pt x="1971246" y="1402104"/>
                  </a:lnTo>
                  <a:lnTo>
                    <a:pt x="1971246" y="1398141"/>
                  </a:lnTo>
                  <a:lnTo>
                    <a:pt x="1975485" y="1398141"/>
                  </a:lnTo>
                  <a:lnTo>
                    <a:pt x="1975485" y="1394537"/>
                  </a:lnTo>
                  <a:lnTo>
                    <a:pt x="1979724" y="1394537"/>
                  </a:lnTo>
                  <a:lnTo>
                    <a:pt x="1979724" y="1392375"/>
                  </a:lnTo>
                  <a:lnTo>
                    <a:pt x="1983964" y="1392375"/>
                  </a:lnTo>
                  <a:lnTo>
                    <a:pt x="1983964" y="1389492"/>
                  </a:lnTo>
                  <a:lnTo>
                    <a:pt x="1988203" y="1389492"/>
                  </a:lnTo>
                  <a:lnTo>
                    <a:pt x="1988203" y="1386968"/>
                  </a:lnTo>
                  <a:lnTo>
                    <a:pt x="1992442" y="1386968"/>
                  </a:lnTo>
                  <a:lnTo>
                    <a:pt x="1992442" y="1385164"/>
                  </a:lnTo>
                  <a:lnTo>
                    <a:pt x="1996681" y="1385164"/>
                  </a:lnTo>
                  <a:lnTo>
                    <a:pt x="1996681" y="1382276"/>
                  </a:lnTo>
                  <a:lnTo>
                    <a:pt x="2000921" y="1382276"/>
                  </a:lnTo>
                  <a:lnTo>
                    <a:pt x="2000921" y="1377943"/>
                  </a:lnTo>
                  <a:lnTo>
                    <a:pt x="2005160" y="1377943"/>
                  </a:lnTo>
                  <a:lnTo>
                    <a:pt x="2005160" y="1377221"/>
                  </a:lnTo>
                  <a:lnTo>
                    <a:pt x="2009399" y="1377221"/>
                  </a:lnTo>
                  <a:lnTo>
                    <a:pt x="2009399" y="1375416"/>
                  </a:lnTo>
                  <a:lnTo>
                    <a:pt x="2013638" y="1375416"/>
                  </a:lnTo>
                  <a:lnTo>
                    <a:pt x="2013638" y="1373249"/>
                  </a:lnTo>
                  <a:lnTo>
                    <a:pt x="2017878" y="1373249"/>
                  </a:lnTo>
                  <a:lnTo>
                    <a:pt x="2017878" y="1371082"/>
                  </a:lnTo>
                  <a:lnTo>
                    <a:pt x="2022117" y="1371082"/>
                  </a:lnTo>
                  <a:lnTo>
                    <a:pt x="2022117" y="1368914"/>
                  </a:lnTo>
                  <a:lnTo>
                    <a:pt x="2026356" y="1368914"/>
                  </a:lnTo>
                  <a:lnTo>
                    <a:pt x="2026356" y="1364938"/>
                  </a:lnTo>
                  <a:lnTo>
                    <a:pt x="2030595" y="1364938"/>
                  </a:lnTo>
                  <a:lnTo>
                    <a:pt x="2030595" y="1361324"/>
                  </a:lnTo>
                  <a:lnTo>
                    <a:pt x="2034834" y="1361324"/>
                  </a:lnTo>
                  <a:lnTo>
                    <a:pt x="2034834" y="1357349"/>
                  </a:lnTo>
                  <a:lnTo>
                    <a:pt x="2039074" y="1357349"/>
                  </a:lnTo>
                  <a:lnTo>
                    <a:pt x="2039074" y="1355542"/>
                  </a:lnTo>
                  <a:lnTo>
                    <a:pt x="2043313" y="1355542"/>
                  </a:lnTo>
                  <a:lnTo>
                    <a:pt x="2043313" y="1353372"/>
                  </a:lnTo>
                  <a:lnTo>
                    <a:pt x="2047552" y="1353372"/>
                  </a:lnTo>
                  <a:lnTo>
                    <a:pt x="2047552" y="1349393"/>
                  </a:lnTo>
                  <a:lnTo>
                    <a:pt x="2051791" y="1349393"/>
                  </a:lnTo>
                  <a:lnTo>
                    <a:pt x="2051791" y="1345412"/>
                  </a:lnTo>
                  <a:lnTo>
                    <a:pt x="2056031" y="1345412"/>
                  </a:lnTo>
                  <a:lnTo>
                    <a:pt x="2056031" y="1343964"/>
                  </a:lnTo>
                  <a:lnTo>
                    <a:pt x="2060270" y="1343964"/>
                  </a:lnTo>
                  <a:lnTo>
                    <a:pt x="2060270" y="1340705"/>
                  </a:lnTo>
                  <a:lnTo>
                    <a:pt x="2064509" y="1340705"/>
                  </a:lnTo>
                  <a:lnTo>
                    <a:pt x="2064509" y="1337446"/>
                  </a:lnTo>
                  <a:lnTo>
                    <a:pt x="2068748" y="1337446"/>
                  </a:lnTo>
                  <a:lnTo>
                    <a:pt x="2068748" y="1335272"/>
                  </a:lnTo>
                  <a:lnTo>
                    <a:pt x="2072988" y="1335272"/>
                  </a:lnTo>
                  <a:lnTo>
                    <a:pt x="2072988" y="1333822"/>
                  </a:lnTo>
                  <a:lnTo>
                    <a:pt x="2077227" y="1333822"/>
                  </a:lnTo>
                  <a:lnTo>
                    <a:pt x="2077227" y="1331647"/>
                  </a:lnTo>
                  <a:lnTo>
                    <a:pt x="2081466" y="1331647"/>
                  </a:lnTo>
                  <a:lnTo>
                    <a:pt x="2081466" y="1328747"/>
                  </a:lnTo>
                  <a:lnTo>
                    <a:pt x="2085705" y="1328747"/>
                  </a:lnTo>
                  <a:lnTo>
                    <a:pt x="2085705" y="1325846"/>
                  </a:lnTo>
                  <a:lnTo>
                    <a:pt x="2089945" y="1325846"/>
                  </a:lnTo>
                  <a:lnTo>
                    <a:pt x="2089945" y="1323669"/>
                  </a:lnTo>
                  <a:lnTo>
                    <a:pt x="2094184" y="1323669"/>
                  </a:lnTo>
                  <a:lnTo>
                    <a:pt x="2094184" y="1320403"/>
                  </a:lnTo>
                  <a:lnTo>
                    <a:pt x="2098423" y="1320403"/>
                  </a:lnTo>
                  <a:lnTo>
                    <a:pt x="2098423" y="1317498"/>
                  </a:lnTo>
                  <a:lnTo>
                    <a:pt x="2102662" y="1317498"/>
                  </a:lnTo>
                  <a:lnTo>
                    <a:pt x="2102662" y="1314593"/>
                  </a:lnTo>
                  <a:lnTo>
                    <a:pt x="2106902" y="1314593"/>
                  </a:lnTo>
                  <a:lnTo>
                    <a:pt x="2106902" y="1311324"/>
                  </a:lnTo>
                  <a:lnTo>
                    <a:pt x="2111141" y="1311324"/>
                  </a:lnTo>
                  <a:lnTo>
                    <a:pt x="2111141" y="1309871"/>
                  </a:lnTo>
                  <a:lnTo>
                    <a:pt x="2115380" y="1309871"/>
                  </a:lnTo>
                  <a:lnTo>
                    <a:pt x="2115380" y="1305874"/>
                  </a:lnTo>
                  <a:lnTo>
                    <a:pt x="2119619" y="1305874"/>
                  </a:lnTo>
                  <a:lnTo>
                    <a:pt x="2119619" y="1304057"/>
                  </a:lnTo>
                  <a:lnTo>
                    <a:pt x="2123859" y="1304057"/>
                  </a:lnTo>
                  <a:lnTo>
                    <a:pt x="2123859" y="1300422"/>
                  </a:lnTo>
                  <a:lnTo>
                    <a:pt x="2128098" y="1300422"/>
                  </a:lnTo>
                  <a:lnTo>
                    <a:pt x="2128098" y="1296424"/>
                  </a:lnTo>
                  <a:lnTo>
                    <a:pt x="2132337" y="1296424"/>
                  </a:lnTo>
                  <a:lnTo>
                    <a:pt x="2132337" y="1294606"/>
                  </a:lnTo>
                  <a:lnTo>
                    <a:pt x="2136576" y="1294606"/>
                  </a:lnTo>
                  <a:lnTo>
                    <a:pt x="2136576" y="1291334"/>
                  </a:lnTo>
                  <a:lnTo>
                    <a:pt x="2140815" y="1291334"/>
                  </a:lnTo>
                  <a:lnTo>
                    <a:pt x="2140815" y="1289152"/>
                  </a:lnTo>
                  <a:lnTo>
                    <a:pt x="2145055" y="1289152"/>
                  </a:lnTo>
                  <a:lnTo>
                    <a:pt x="2145055" y="1285514"/>
                  </a:lnTo>
                  <a:lnTo>
                    <a:pt x="2149294" y="1285514"/>
                  </a:lnTo>
                  <a:lnTo>
                    <a:pt x="2149294" y="1281147"/>
                  </a:lnTo>
                  <a:lnTo>
                    <a:pt x="2153533" y="1281147"/>
                  </a:lnTo>
                  <a:lnTo>
                    <a:pt x="2153533" y="1278236"/>
                  </a:lnTo>
                  <a:lnTo>
                    <a:pt x="2157772" y="1278236"/>
                  </a:lnTo>
                  <a:lnTo>
                    <a:pt x="2157772" y="1274961"/>
                  </a:lnTo>
                  <a:lnTo>
                    <a:pt x="2162012" y="1274961"/>
                  </a:lnTo>
                  <a:lnTo>
                    <a:pt x="2162012" y="1273869"/>
                  </a:lnTo>
                  <a:lnTo>
                    <a:pt x="2166251" y="1273869"/>
                  </a:lnTo>
                  <a:lnTo>
                    <a:pt x="2166251" y="1270228"/>
                  </a:lnTo>
                  <a:lnTo>
                    <a:pt x="2170490" y="1270228"/>
                  </a:lnTo>
                  <a:lnTo>
                    <a:pt x="2170490" y="1268407"/>
                  </a:lnTo>
                  <a:lnTo>
                    <a:pt x="2174729" y="1268407"/>
                  </a:lnTo>
                  <a:lnTo>
                    <a:pt x="2174729" y="1265857"/>
                  </a:lnTo>
                  <a:lnTo>
                    <a:pt x="2178969" y="1265857"/>
                  </a:lnTo>
                  <a:lnTo>
                    <a:pt x="2178969" y="1265129"/>
                  </a:lnTo>
                  <a:lnTo>
                    <a:pt x="2183208" y="1265129"/>
                  </a:lnTo>
                  <a:lnTo>
                    <a:pt x="2183208" y="1262214"/>
                  </a:lnTo>
                  <a:lnTo>
                    <a:pt x="2187447" y="1262214"/>
                  </a:lnTo>
                  <a:lnTo>
                    <a:pt x="2187447" y="1259299"/>
                  </a:lnTo>
                  <a:lnTo>
                    <a:pt x="2191686" y="1259299"/>
                  </a:lnTo>
                  <a:lnTo>
                    <a:pt x="2191686" y="1258206"/>
                  </a:lnTo>
                  <a:lnTo>
                    <a:pt x="2195926" y="1258206"/>
                  </a:lnTo>
                  <a:lnTo>
                    <a:pt x="2195926" y="1253468"/>
                  </a:lnTo>
                  <a:lnTo>
                    <a:pt x="2200165" y="1253468"/>
                  </a:lnTo>
                  <a:lnTo>
                    <a:pt x="2200165" y="1251643"/>
                  </a:lnTo>
                  <a:lnTo>
                    <a:pt x="2204404" y="1251643"/>
                  </a:lnTo>
                  <a:lnTo>
                    <a:pt x="2204404" y="1249089"/>
                  </a:lnTo>
                  <a:lnTo>
                    <a:pt x="2208643" y="1249089"/>
                  </a:lnTo>
                  <a:lnTo>
                    <a:pt x="2208643" y="1248358"/>
                  </a:lnTo>
                  <a:lnTo>
                    <a:pt x="2212883" y="1248358"/>
                  </a:lnTo>
                  <a:lnTo>
                    <a:pt x="2212883" y="1245803"/>
                  </a:lnTo>
                  <a:lnTo>
                    <a:pt x="2217122" y="1245803"/>
                  </a:lnTo>
                  <a:lnTo>
                    <a:pt x="2217122" y="1244707"/>
                  </a:lnTo>
                  <a:lnTo>
                    <a:pt x="2221361" y="1244707"/>
                  </a:lnTo>
                  <a:lnTo>
                    <a:pt x="2221361" y="1241784"/>
                  </a:lnTo>
                  <a:lnTo>
                    <a:pt x="2225600" y="1241784"/>
                  </a:lnTo>
                  <a:lnTo>
                    <a:pt x="2225600" y="1238861"/>
                  </a:lnTo>
                  <a:lnTo>
                    <a:pt x="2229839" y="1238861"/>
                  </a:lnTo>
                  <a:lnTo>
                    <a:pt x="2229839" y="1236303"/>
                  </a:lnTo>
                  <a:lnTo>
                    <a:pt x="2234079" y="1236303"/>
                  </a:lnTo>
                  <a:lnTo>
                    <a:pt x="2234079" y="1232646"/>
                  </a:lnTo>
                  <a:lnTo>
                    <a:pt x="2238318" y="1232646"/>
                  </a:lnTo>
                  <a:lnTo>
                    <a:pt x="2238318" y="1230817"/>
                  </a:lnTo>
                  <a:lnTo>
                    <a:pt x="2242557" y="1230817"/>
                  </a:lnTo>
                  <a:lnTo>
                    <a:pt x="2242557" y="1226060"/>
                  </a:lnTo>
                  <a:lnTo>
                    <a:pt x="2246796" y="1226060"/>
                  </a:lnTo>
                  <a:lnTo>
                    <a:pt x="2246796" y="1224230"/>
                  </a:lnTo>
                  <a:lnTo>
                    <a:pt x="2251036" y="1224230"/>
                  </a:lnTo>
                  <a:lnTo>
                    <a:pt x="2251036" y="1222765"/>
                  </a:lnTo>
                  <a:lnTo>
                    <a:pt x="2255275" y="1222765"/>
                  </a:lnTo>
                  <a:lnTo>
                    <a:pt x="2255275" y="1219833"/>
                  </a:lnTo>
                  <a:lnTo>
                    <a:pt x="2259514" y="1219833"/>
                  </a:lnTo>
                  <a:lnTo>
                    <a:pt x="2259514" y="1216898"/>
                  </a:lnTo>
                  <a:lnTo>
                    <a:pt x="2263753" y="1216898"/>
                  </a:lnTo>
                  <a:lnTo>
                    <a:pt x="2263753" y="1215430"/>
                  </a:lnTo>
                  <a:lnTo>
                    <a:pt x="2267993" y="1215430"/>
                  </a:lnTo>
                  <a:lnTo>
                    <a:pt x="2267993" y="1211025"/>
                  </a:lnTo>
                  <a:lnTo>
                    <a:pt x="2272232" y="1211025"/>
                  </a:lnTo>
                  <a:lnTo>
                    <a:pt x="2272232" y="1207721"/>
                  </a:lnTo>
                  <a:lnTo>
                    <a:pt x="2276471" y="1207721"/>
                  </a:lnTo>
                  <a:lnTo>
                    <a:pt x="2276471" y="1205517"/>
                  </a:lnTo>
                  <a:lnTo>
                    <a:pt x="2280710" y="1205517"/>
                  </a:lnTo>
                  <a:lnTo>
                    <a:pt x="2280710" y="1202947"/>
                  </a:lnTo>
                  <a:lnTo>
                    <a:pt x="2284950" y="1202947"/>
                  </a:lnTo>
                  <a:lnTo>
                    <a:pt x="2284950" y="1198172"/>
                  </a:lnTo>
                  <a:lnTo>
                    <a:pt x="2289189" y="1198172"/>
                  </a:lnTo>
                  <a:lnTo>
                    <a:pt x="2289189" y="1194495"/>
                  </a:lnTo>
                  <a:lnTo>
                    <a:pt x="2293428" y="1194495"/>
                  </a:lnTo>
                  <a:lnTo>
                    <a:pt x="2293428" y="1192655"/>
                  </a:lnTo>
                  <a:lnTo>
                    <a:pt x="2297667" y="1192655"/>
                  </a:lnTo>
                  <a:lnTo>
                    <a:pt x="2297667" y="1190079"/>
                  </a:lnTo>
                  <a:lnTo>
                    <a:pt x="2301907" y="1190079"/>
                  </a:lnTo>
                  <a:lnTo>
                    <a:pt x="2301907" y="1188239"/>
                  </a:lnTo>
                  <a:lnTo>
                    <a:pt x="2306146" y="1188239"/>
                  </a:lnTo>
                  <a:lnTo>
                    <a:pt x="2306146" y="1187134"/>
                  </a:lnTo>
                  <a:lnTo>
                    <a:pt x="2310385" y="1187134"/>
                  </a:lnTo>
                  <a:lnTo>
                    <a:pt x="2310385" y="1185661"/>
                  </a:lnTo>
                  <a:lnTo>
                    <a:pt x="2314624" y="1185661"/>
                  </a:lnTo>
                  <a:lnTo>
                    <a:pt x="2314624" y="1183080"/>
                  </a:lnTo>
                  <a:lnTo>
                    <a:pt x="2318864" y="1183080"/>
                  </a:lnTo>
                  <a:lnTo>
                    <a:pt x="2318864" y="1180866"/>
                  </a:lnTo>
                  <a:lnTo>
                    <a:pt x="2323103" y="1180866"/>
                  </a:lnTo>
                  <a:lnTo>
                    <a:pt x="2323103" y="1177544"/>
                  </a:lnTo>
                  <a:lnTo>
                    <a:pt x="2327342" y="1177544"/>
                  </a:lnTo>
                  <a:lnTo>
                    <a:pt x="2327342" y="1174590"/>
                  </a:lnTo>
                  <a:lnTo>
                    <a:pt x="2331581" y="1174590"/>
                  </a:lnTo>
                  <a:lnTo>
                    <a:pt x="2331581" y="1173851"/>
                  </a:lnTo>
                  <a:lnTo>
                    <a:pt x="2335820" y="1173851"/>
                  </a:lnTo>
                  <a:lnTo>
                    <a:pt x="2335820" y="1172374"/>
                  </a:lnTo>
                  <a:lnTo>
                    <a:pt x="2340060" y="1172374"/>
                  </a:lnTo>
                  <a:lnTo>
                    <a:pt x="2340060" y="1170526"/>
                  </a:lnTo>
                  <a:lnTo>
                    <a:pt x="2344299" y="1170526"/>
                  </a:lnTo>
                  <a:lnTo>
                    <a:pt x="2344299" y="1169787"/>
                  </a:lnTo>
                  <a:lnTo>
                    <a:pt x="2348538" y="1169787"/>
                  </a:lnTo>
                  <a:lnTo>
                    <a:pt x="2348538" y="1169047"/>
                  </a:lnTo>
                  <a:lnTo>
                    <a:pt x="2352777" y="1169047"/>
                  </a:lnTo>
                  <a:lnTo>
                    <a:pt x="2352777" y="1167196"/>
                  </a:lnTo>
                  <a:lnTo>
                    <a:pt x="2357017" y="1167196"/>
                  </a:lnTo>
                  <a:lnTo>
                    <a:pt x="2357017" y="1164234"/>
                  </a:lnTo>
                  <a:lnTo>
                    <a:pt x="2361256" y="1164234"/>
                  </a:lnTo>
                  <a:lnTo>
                    <a:pt x="2361256" y="1162383"/>
                  </a:lnTo>
                  <a:lnTo>
                    <a:pt x="2365495" y="1162383"/>
                  </a:lnTo>
                  <a:lnTo>
                    <a:pt x="2365495" y="1161272"/>
                  </a:lnTo>
                  <a:lnTo>
                    <a:pt x="2369734" y="1161272"/>
                  </a:lnTo>
                  <a:lnTo>
                    <a:pt x="2369734" y="1159421"/>
                  </a:lnTo>
                  <a:lnTo>
                    <a:pt x="2373974" y="1159421"/>
                  </a:lnTo>
                  <a:lnTo>
                    <a:pt x="2373974" y="1158680"/>
                  </a:lnTo>
                  <a:lnTo>
                    <a:pt x="2378213" y="1158680"/>
                  </a:lnTo>
                  <a:lnTo>
                    <a:pt x="2378213" y="1156825"/>
                  </a:lnTo>
                  <a:lnTo>
                    <a:pt x="2382452" y="1156825"/>
                  </a:lnTo>
                  <a:lnTo>
                    <a:pt x="2382452" y="1154228"/>
                  </a:lnTo>
                  <a:lnTo>
                    <a:pt x="2386691" y="1154228"/>
                  </a:lnTo>
                  <a:lnTo>
                    <a:pt x="2386691" y="1152744"/>
                  </a:lnTo>
                  <a:lnTo>
                    <a:pt x="2390931" y="1152744"/>
                  </a:lnTo>
                  <a:lnTo>
                    <a:pt x="2390931" y="1151630"/>
                  </a:lnTo>
                  <a:lnTo>
                    <a:pt x="2395170" y="1151630"/>
                  </a:lnTo>
                  <a:lnTo>
                    <a:pt x="2395170" y="1150517"/>
                  </a:lnTo>
                  <a:lnTo>
                    <a:pt x="2399409" y="1150517"/>
                  </a:lnTo>
                  <a:lnTo>
                    <a:pt x="2399409" y="1149402"/>
                  </a:lnTo>
                  <a:lnTo>
                    <a:pt x="2403648" y="1149402"/>
                  </a:lnTo>
                  <a:lnTo>
                    <a:pt x="2403648" y="1146431"/>
                  </a:lnTo>
                  <a:lnTo>
                    <a:pt x="2407888" y="1146431"/>
                  </a:lnTo>
                  <a:lnTo>
                    <a:pt x="2407888" y="1144201"/>
                  </a:lnTo>
                  <a:lnTo>
                    <a:pt x="2412127" y="1144201"/>
                  </a:lnTo>
                  <a:lnTo>
                    <a:pt x="2412127" y="1142714"/>
                  </a:lnTo>
                  <a:lnTo>
                    <a:pt x="2416366" y="1142714"/>
                  </a:lnTo>
                  <a:lnTo>
                    <a:pt x="2416366" y="1141598"/>
                  </a:lnTo>
                  <a:lnTo>
                    <a:pt x="2420605" y="1141598"/>
                  </a:lnTo>
                  <a:lnTo>
                    <a:pt x="2420605" y="1139365"/>
                  </a:lnTo>
                  <a:lnTo>
                    <a:pt x="2424845" y="1139365"/>
                  </a:lnTo>
                  <a:lnTo>
                    <a:pt x="2424845" y="1137876"/>
                  </a:lnTo>
                  <a:lnTo>
                    <a:pt x="2429084" y="1137876"/>
                  </a:lnTo>
                  <a:lnTo>
                    <a:pt x="2429084" y="1133781"/>
                  </a:lnTo>
                  <a:lnTo>
                    <a:pt x="2433323" y="1133781"/>
                  </a:lnTo>
                  <a:lnTo>
                    <a:pt x="2433323" y="1131919"/>
                  </a:lnTo>
                  <a:lnTo>
                    <a:pt x="2437562" y="1131919"/>
                  </a:lnTo>
                  <a:lnTo>
                    <a:pt x="2437562" y="1130428"/>
                  </a:lnTo>
                  <a:lnTo>
                    <a:pt x="2441801" y="1130428"/>
                  </a:lnTo>
                  <a:lnTo>
                    <a:pt x="2441801" y="1126699"/>
                  </a:lnTo>
                  <a:lnTo>
                    <a:pt x="2446041" y="1126699"/>
                  </a:lnTo>
                  <a:lnTo>
                    <a:pt x="2446041" y="1124461"/>
                  </a:lnTo>
                  <a:lnTo>
                    <a:pt x="2450280" y="1124461"/>
                  </a:lnTo>
                  <a:lnTo>
                    <a:pt x="2454519" y="1124461"/>
                  </a:lnTo>
                  <a:lnTo>
                    <a:pt x="2454519" y="1122222"/>
                  </a:lnTo>
                  <a:lnTo>
                    <a:pt x="2458758" y="1122222"/>
                  </a:lnTo>
                  <a:lnTo>
                    <a:pt x="2458758" y="1118862"/>
                  </a:lnTo>
                  <a:lnTo>
                    <a:pt x="2462998" y="1118862"/>
                  </a:lnTo>
                  <a:lnTo>
                    <a:pt x="2462998" y="1117742"/>
                  </a:lnTo>
                  <a:lnTo>
                    <a:pt x="2467237" y="1117742"/>
                  </a:lnTo>
                  <a:lnTo>
                    <a:pt x="2467237" y="1114003"/>
                  </a:lnTo>
                  <a:lnTo>
                    <a:pt x="2471476" y="1114003"/>
                  </a:lnTo>
                  <a:lnTo>
                    <a:pt x="2471476" y="1112507"/>
                  </a:lnTo>
                  <a:lnTo>
                    <a:pt x="2475715" y="1112507"/>
                  </a:lnTo>
                  <a:lnTo>
                    <a:pt x="2475715" y="1109887"/>
                  </a:lnTo>
                  <a:lnTo>
                    <a:pt x="2479955" y="1109887"/>
                  </a:lnTo>
                  <a:lnTo>
                    <a:pt x="2479955" y="1106144"/>
                  </a:lnTo>
                  <a:lnTo>
                    <a:pt x="2484194" y="1106144"/>
                  </a:lnTo>
                  <a:lnTo>
                    <a:pt x="2484194" y="1104646"/>
                  </a:lnTo>
                  <a:lnTo>
                    <a:pt x="2488433" y="1104646"/>
                  </a:lnTo>
                  <a:lnTo>
                    <a:pt x="2488433" y="1103148"/>
                  </a:lnTo>
                  <a:lnTo>
                    <a:pt x="2492672" y="1103148"/>
                  </a:lnTo>
                  <a:lnTo>
                    <a:pt x="2492672" y="1101275"/>
                  </a:lnTo>
                  <a:lnTo>
                    <a:pt x="2496912" y="1101275"/>
                  </a:lnTo>
                  <a:lnTo>
                    <a:pt x="2496912" y="1098270"/>
                  </a:lnTo>
                  <a:lnTo>
                    <a:pt x="2501151" y="1098270"/>
                  </a:lnTo>
                  <a:lnTo>
                    <a:pt x="2501151" y="1095639"/>
                  </a:lnTo>
                  <a:lnTo>
                    <a:pt x="2505390" y="1095639"/>
                  </a:lnTo>
                  <a:lnTo>
                    <a:pt x="2505390" y="1093383"/>
                  </a:lnTo>
                  <a:lnTo>
                    <a:pt x="2509629" y="1093383"/>
                  </a:lnTo>
                  <a:lnTo>
                    <a:pt x="2509629" y="1090373"/>
                  </a:lnTo>
                  <a:lnTo>
                    <a:pt x="2513869" y="1090373"/>
                  </a:lnTo>
                  <a:lnTo>
                    <a:pt x="2513869" y="1088492"/>
                  </a:lnTo>
                  <a:lnTo>
                    <a:pt x="2518108" y="1088492"/>
                  </a:lnTo>
                  <a:lnTo>
                    <a:pt x="2518108" y="1086234"/>
                  </a:lnTo>
                  <a:lnTo>
                    <a:pt x="2522347" y="1086234"/>
                  </a:lnTo>
                  <a:lnTo>
                    <a:pt x="2522347" y="1083974"/>
                  </a:lnTo>
                  <a:lnTo>
                    <a:pt x="2526586" y="1083974"/>
                  </a:lnTo>
                  <a:lnTo>
                    <a:pt x="2526586" y="1082841"/>
                  </a:lnTo>
                  <a:lnTo>
                    <a:pt x="2530825" y="1082841"/>
                  </a:lnTo>
                  <a:lnTo>
                    <a:pt x="2530825" y="1079818"/>
                  </a:lnTo>
                  <a:lnTo>
                    <a:pt x="2535065" y="1079818"/>
                  </a:lnTo>
                  <a:lnTo>
                    <a:pt x="2535065" y="1077928"/>
                  </a:lnTo>
                  <a:lnTo>
                    <a:pt x="2539304" y="1077928"/>
                  </a:lnTo>
                  <a:lnTo>
                    <a:pt x="2539304" y="1076037"/>
                  </a:lnTo>
                  <a:lnTo>
                    <a:pt x="2543543" y="1076037"/>
                  </a:lnTo>
                  <a:lnTo>
                    <a:pt x="2543543" y="1073010"/>
                  </a:lnTo>
                  <a:lnTo>
                    <a:pt x="2547782" y="1073010"/>
                  </a:lnTo>
                  <a:lnTo>
                    <a:pt x="2547782" y="1072253"/>
                  </a:lnTo>
                  <a:lnTo>
                    <a:pt x="2552022" y="1072253"/>
                  </a:lnTo>
                  <a:lnTo>
                    <a:pt x="2552022" y="1070738"/>
                  </a:lnTo>
                  <a:lnTo>
                    <a:pt x="2556261" y="1070738"/>
                  </a:lnTo>
                  <a:lnTo>
                    <a:pt x="2556261" y="1068462"/>
                  </a:lnTo>
                  <a:lnTo>
                    <a:pt x="2560500" y="1068462"/>
                  </a:lnTo>
                  <a:lnTo>
                    <a:pt x="2560500" y="1066186"/>
                  </a:lnTo>
                  <a:lnTo>
                    <a:pt x="2564739" y="1066186"/>
                  </a:lnTo>
                  <a:lnTo>
                    <a:pt x="2564739" y="1064288"/>
                  </a:lnTo>
                  <a:lnTo>
                    <a:pt x="2568979" y="1064288"/>
                  </a:lnTo>
                  <a:lnTo>
                    <a:pt x="2568979" y="1062768"/>
                  </a:lnTo>
                  <a:lnTo>
                    <a:pt x="2573218" y="1062768"/>
                  </a:lnTo>
                  <a:lnTo>
                    <a:pt x="2573218" y="1060486"/>
                  </a:lnTo>
                  <a:lnTo>
                    <a:pt x="2577457" y="1060486"/>
                  </a:lnTo>
                  <a:lnTo>
                    <a:pt x="2577457" y="1058584"/>
                  </a:lnTo>
                  <a:lnTo>
                    <a:pt x="2581696" y="1058584"/>
                  </a:lnTo>
                  <a:lnTo>
                    <a:pt x="2581696" y="1055919"/>
                  </a:lnTo>
                  <a:lnTo>
                    <a:pt x="2585936" y="1055919"/>
                  </a:lnTo>
                  <a:lnTo>
                    <a:pt x="2585936" y="1054393"/>
                  </a:lnTo>
                  <a:lnTo>
                    <a:pt x="2590175" y="1054393"/>
                  </a:lnTo>
                  <a:lnTo>
                    <a:pt x="2590175" y="1053630"/>
                  </a:lnTo>
                  <a:lnTo>
                    <a:pt x="2594414" y="1053630"/>
                  </a:lnTo>
                  <a:lnTo>
                    <a:pt x="2594414" y="1052102"/>
                  </a:lnTo>
                  <a:lnTo>
                    <a:pt x="2598653" y="1052102"/>
                  </a:lnTo>
                  <a:lnTo>
                    <a:pt x="2598653" y="1049428"/>
                  </a:lnTo>
                  <a:lnTo>
                    <a:pt x="2602893" y="1049428"/>
                  </a:lnTo>
                  <a:lnTo>
                    <a:pt x="2602893" y="1047136"/>
                  </a:lnTo>
                  <a:lnTo>
                    <a:pt x="2607132" y="1047136"/>
                  </a:lnTo>
                  <a:lnTo>
                    <a:pt x="2607132" y="1045608"/>
                  </a:lnTo>
                  <a:lnTo>
                    <a:pt x="2611371" y="1045608"/>
                  </a:lnTo>
                  <a:lnTo>
                    <a:pt x="2611371" y="1042932"/>
                  </a:lnTo>
                  <a:lnTo>
                    <a:pt x="2615610" y="1042932"/>
                  </a:lnTo>
                  <a:lnTo>
                    <a:pt x="2615610" y="1041783"/>
                  </a:lnTo>
                  <a:lnTo>
                    <a:pt x="2619850" y="1041783"/>
                  </a:lnTo>
                  <a:lnTo>
                    <a:pt x="2619850" y="1039485"/>
                  </a:lnTo>
                  <a:lnTo>
                    <a:pt x="2624089" y="1039485"/>
                  </a:lnTo>
                  <a:lnTo>
                    <a:pt x="2624089" y="1037185"/>
                  </a:lnTo>
                  <a:lnTo>
                    <a:pt x="2628328" y="1037185"/>
                  </a:lnTo>
                  <a:lnTo>
                    <a:pt x="2628328" y="1033350"/>
                  </a:lnTo>
                  <a:lnTo>
                    <a:pt x="2632567" y="1033350"/>
                  </a:lnTo>
                  <a:lnTo>
                    <a:pt x="2632567" y="1031816"/>
                  </a:lnTo>
                  <a:lnTo>
                    <a:pt x="2636806" y="1031816"/>
                  </a:lnTo>
                  <a:lnTo>
                    <a:pt x="2636806" y="1029897"/>
                  </a:lnTo>
                  <a:lnTo>
                    <a:pt x="2641046" y="1029897"/>
                  </a:lnTo>
                  <a:lnTo>
                    <a:pt x="2641046" y="1029513"/>
                  </a:lnTo>
                  <a:lnTo>
                    <a:pt x="2645285" y="1029513"/>
                  </a:lnTo>
                  <a:lnTo>
                    <a:pt x="2645285" y="1026818"/>
                  </a:lnTo>
                  <a:lnTo>
                    <a:pt x="2649524" y="1026818"/>
                  </a:lnTo>
                  <a:lnTo>
                    <a:pt x="2649524" y="1024892"/>
                  </a:lnTo>
                  <a:lnTo>
                    <a:pt x="2653763" y="1024892"/>
                  </a:lnTo>
                  <a:lnTo>
                    <a:pt x="2653763" y="1023735"/>
                  </a:lnTo>
                  <a:lnTo>
                    <a:pt x="2658003" y="1023735"/>
                  </a:lnTo>
                  <a:lnTo>
                    <a:pt x="2658003" y="1021807"/>
                  </a:lnTo>
                  <a:lnTo>
                    <a:pt x="2662242" y="1021807"/>
                  </a:lnTo>
                  <a:lnTo>
                    <a:pt x="2662242" y="1019878"/>
                  </a:lnTo>
                  <a:lnTo>
                    <a:pt x="2666481" y="1019878"/>
                  </a:lnTo>
                  <a:lnTo>
                    <a:pt x="2666481" y="1018334"/>
                  </a:lnTo>
                  <a:lnTo>
                    <a:pt x="2670720" y="1018334"/>
                  </a:lnTo>
                  <a:lnTo>
                    <a:pt x="2670720" y="1016403"/>
                  </a:lnTo>
                  <a:lnTo>
                    <a:pt x="2674960" y="1016403"/>
                  </a:lnTo>
                  <a:lnTo>
                    <a:pt x="2674960" y="1014856"/>
                  </a:lnTo>
                  <a:lnTo>
                    <a:pt x="2679199" y="1014856"/>
                  </a:lnTo>
                  <a:lnTo>
                    <a:pt x="2679199" y="1012922"/>
                  </a:lnTo>
                  <a:lnTo>
                    <a:pt x="2683438" y="1012922"/>
                  </a:lnTo>
                  <a:lnTo>
                    <a:pt x="2683438" y="1011760"/>
                  </a:lnTo>
                  <a:lnTo>
                    <a:pt x="2687677" y="1011760"/>
                  </a:lnTo>
                  <a:lnTo>
                    <a:pt x="2687677" y="1010212"/>
                  </a:lnTo>
                  <a:lnTo>
                    <a:pt x="2691917" y="1010212"/>
                  </a:lnTo>
                  <a:lnTo>
                    <a:pt x="2691917" y="1008276"/>
                  </a:lnTo>
                  <a:lnTo>
                    <a:pt x="2696156" y="1008276"/>
                  </a:lnTo>
                  <a:lnTo>
                    <a:pt x="2696156" y="1004787"/>
                  </a:lnTo>
                  <a:lnTo>
                    <a:pt x="2700395" y="1004787"/>
                  </a:lnTo>
                  <a:lnTo>
                    <a:pt x="2700395" y="1002073"/>
                  </a:lnTo>
                  <a:lnTo>
                    <a:pt x="2704634" y="1002073"/>
                  </a:lnTo>
                  <a:lnTo>
                    <a:pt x="2704634" y="1000519"/>
                  </a:lnTo>
                  <a:lnTo>
                    <a:pt x="2708874" y="1000519"/>
                  </a:lnTo>
                  <a:lnTo>
                    <a:pt x="2708874" y="997411"/>
                  </a:lnTo>
                  <a:lnTo>
                    <a:pt x="2713113" y="997411"/>
                  </a:lnTo>
                  <a:lnTo>
                    <a:pt x="2713113" y="995467"/>
                  </a:lnTo>
                  <a:lnTo>
                    <a:pt x="2717352" y="995467"/>
                  </a:lnTo>
                  <a:lnTo>
                    <a:pt x="2717352" y="993912"/>
                  </a:lnTo>
                  <a:lnTo>
                    <a:pt x="2721591" y="993912"/>
                  </a:lnTo>
                  <a:lnTo>
                    <a:pt x="2721591" y="992745"/>
                  </a:lnTo>
                  <a:lnTo>
                    <a:pt x="2725831" y="992745"/>
                  </a:lnTo>
                  <a:lnTo>
                    <a:pt x="2725831" y="990798"/>
                  </a:lnTo>
                  <a:lnTo>
                    <a:pt x="2730070" y="990798"/>
                  </a:lnTo>
                  <a:lnTo>
                    <a:pt x="2730070" y="989240"/>
                  </a:lnTo>
                  <a:lnTo>
                    <a:pt x="2734309" y="989240"/>
                  </a:lnTo>
                  <a:lnTo>
                    <a:pt x="2734309" y="988459"/>
                  </a:lnTo>
                  <a:lnTo>
                    <a:pt x="2738548" y="988459"/>
                  </a:lnTo>
                  <a:lnTo>
                    <a:pt x="2738548" y="986115"/>
                  </a:lnTo>
                  <a:lnTo>
                    <a:pt x="2742787" y="986115"/>
                  </a:lnTo>
                  <a:lnTo>
                    <a:pt x="2742787" y="984552"/>
                  </a:lnTo>
                  <a:lnTo>
                    <a:pt x="2747027" y="984552"/>
                  </a:lnTo>
                  <a:lnTo>
                    <a:pt x="2747027" y="981813"/>
                  </a:lnTo>
                  <a:lnTo>
                    <a:pt x="2751266" y="981813"/>
                  </a:lnTo>
                  <a:lnTo>
                    <a:pt x="2751266" y="981422"/>
                  </a:lnTo>
                  <a:lnTo>
                    <a:pt x="2755505" y="981422"/>
                  </a:lnTo>
                  <a:lnTo>
                    <a:pt x="2755505" y="980638"/>
                  </a:lnTo>
                  <a:lnTo>
                    <a:pt x="2759744" y="980638"/>
                  </a:lnTo>
                  <a:lnTo>
                    <a:pt x="2759744" y="978677"/>
                  </a:lnTo>
                  <a:lnTo>
                    <a:pt x="2763984" y="978677"/>
                  </a:lnTo>
                  <a:lnTo>
                    <a:pt x="2763984" y="977106"/>
                  </a:lnTo>
                  <a:lnTo>
                    <a:pt x="2768223" y="977106"/>
                  </a:lnTo>
                  <a:lnTo>
                    <a:pt x="2768223" y="975927"/>
                  </a:lnTo>
                  <a:lnTo>
                    <a:pt x="2772462" y="975927"/>
                  </a:lnTo>
                  <a:lnTo>
                    <a:pt x="2772462" y="973961"/>
                  </a:lnTo>
                  <a:lnTo>
                    <a:pt x="2776701" y="973961"/>
                  </a:lnTo>
                  <a:lnTo>
                    <a:pt x="2776701" y="972387"/>
                  </a:lnTo>
                  <a:lnTo>
                    <a:pt x="2780941" y="972387"/>
                  </a:lnTo>
                  <a:lnTo>
                    <a:pt x="2780941" y="971206"/>
                  </a:lnTo>
                  <a:lnTo>
                    <a:pt x="2785180" y="971206"/>
                  </a:lnTo>
                  <a:lnTo>
                    <a:pt x="2785180" y="969631"/>
                  </a:lnTo>
                  <a:lnTo>
                    <a:pt x="2789419" y="969631"/>
                  </a:lnTo>
                  <a:lnTo>
                    <a:pt x="2789419" y="968842"/>
                  </a:lnTo>
                  <a:lnTo>
                    <a:pt x="2793658" y="968842"/>
                  </a:lnTo>
                  <a:lnTo>
                    <a:pt x="2793658" y="966471"/>
                  </a:lnTo>
                  <a:lnTo>
                    <a:pt x="2797898" y="966471"/>
                  </a:lnTo>
                  <a:lnTo>
                    <a:pt x="2797898" y="965285"/>
                  </a:lnTo>
                  <a:lnTo>
                    <a:pt x="2802137" y="965285"/>
                  </a:lnTo>
                  <a:lnTo>
                    <a:pt x="2802137" y="963307"/>
                  </a:lnTo>
                  <a:lnTo>
                    <a:pt x="2806376" y="963307"/>
                  </a:lnTo>
                  <a:lnTo>
                    <a:pt x="2806376" y="961724"/>
                  </a:lnTo>
                  <a:lnTo>
                    <a:pt x="2810615" y="961724"/>
                  </a:lnTo>
                  <a:lnTo>
                    <a:pt x="2810615" y="960536"/>
                  </a:lnTo>
                  <a:lnTo>
                    <a:pt x="2814855" y="960536"/>
                  </a:lnTo>
                  <a:lnTo>
                    <a:pt x="2814855" y="958949"/>
                  </a:lnTo>
                  <a:lnTo>
                    <a:pt x="2819094" y="958949"/>
                  </a:lnTo>
                  <a:lnTo>
                    <a:pt x="2819094" y="956171"/>
                  </a:lnTo>
                  <a:lnTo>
                    <a:pt x="2823333" y="956171"/>
                  </a:lnTo>
                  <a:lnTo>
                    <a:pt x="2823333" y="954581"/>
                  </a:lnTo>
                  <a:lnTo>
                    <a:pt x="2827572" y="954581"/>
                  </a:lnTo>
                  <a:lnTo>
                    <a:pt x="2827572" y="953388"/>
                  </a:lnTo>
                  <a:lnTo>
                    <a:pt x="2831812" y="953388"/>
                  </a:lnTo>
                  <a:lnTo>
                    <a:pt x="2831812" y="951001"/>
                  </a:lnTo>
                  <a:lnTo>
                    <a:pt x="2836051" y="951001"/>
                  </a:lnTo>
                  <a:lnTo>
                    <a:pt x="2836051" y="948614"/>
                  </a:lnTo>
                  <a:lnTo>
                    <a:pt x="2840290" y="948614"/>
                  </a:lnTo>
                  <a:lnTo>
                    <a:pt x="2840290" y="948216"/>
                  </a:lnTo>
                  <a:lnTo>
                    <a:pt x="2844529" y="948216"/>
                  </a:lnTo>
                  <a:lnTo>
                    <a:pt x="2844529" y="946224"/>
                  </a:lnTo>
                  <a:lnTo>
                    <a:pt x="2848768" y="946224"/>
                  </a:lnTo>
                  <a:lnTo>
                    <a:pt x="2848768" y="943833"/>
                  </a:lnTo>
                  <a:lnTo>
                    <a:pt x="2853008" y="943833"/>
                  </a:lnTo>
                  <a:lnTo>
                    <a:pt x="2853008" y="941037"/>
                  </a:lnTo>
                  <a:lnTo>
                    <a:pt x="2857247" y="941037"/>
                  </a:lnTo>
                  <a:lnTo>
                    <a:pt x="2857247" y="940238"/>
                  </a:lnTo>
                  <a:lnTo>
                    <a:pt x="2861486" y="940238"/>
                  </a:lnTo>
                  <a:lnTo>
                    <a:pt x="2861486" y="939839"/>
                  </a:lnTo>
                  <a:lnTo>
                    <a:pt x="2865725" y="939839"/>
                  </a:lnTo>
                  <a:lnTo>
                    <a:pt x="2865725" y="937041"/>
                  </a:lnTo>
                  <a:lnTo>
                    <a:pt x="2869965" y="937041"/>
                  </a:lnTo>
                  <a:lnTo>
                    <a:pt x="2869965" y="935042"/>
                  </a:lnTo>
                  <a:lnTo>
                    <a:pt x="2874204" y="935042"/>
                  </a:lnTo>
                  <a:lnTo>
                    <a:pt x="2874204" y="933442"/>
                  </a:lnTo>
                  <a:lnTo>
                    <a:pt x="2878443" y="933442"/>
                  </a:lnTo>
                  <a:lnTo>
                    <a:pt x="2878443" y="931441"/>
                  </a:lnTo>
                  <a:lnTo>
                    <a:pt x="2882682" y="931441"/>
                  </a:lnTo>
                  <a:lnTo>
                    <a:pt x="2882682" y="929435"/>
                  </a:lnTo>
                  <a:lnTo>
                    <a:pt x="2886922" y="929435"/>
                  </a:lnTo>
                  <a:lnTo>
                    <a:pt x="2886922" y="929033"/>
                  </a:lnTo>
                  <a:lnTo>
                    <a:pt x="2891161" y="929033"/>
                  </a:lnTo>
                  <a:lnTo>
                    <a:pt x="2891161" y="926221"/>
                  </a:lnTo>
                  <a:lnTo>
                    <a:pt x="2895400" y="926221"/>
                  </a:lnTo>
                  <a:lnTo>
                    <a:pt x="2895400" y="925015"/>
                  </a:lnTo>
                  <a:lnTo>
                    <a:pt x="2899639" y="925015"/>
                  </a:lnTo>
                  <a:lnTo>
                    <a:pt x="2899639" y="923005"/>
                  </a:lnTo>
                  <a:lnTo>
                    <a:pt x="2903879" y="923005"/>
                  </a:lnTo>
                  <a:lnTo>
                    <a:pt x="2903879" y="922201"/>
                  </a:lnTo>
                  <a:lnTo>
                    <a:pt x="2908118" y="922201"/>
                  </a:lnTo>
                  <a:lnTo>
                    <a:pt x="2908118" y="920590"/>
                  </a:lnTo>
                  <a:lnTo>
                    <a:pt x="2912357" y="920590"/>
                  </a:lnTo>
                  <a:lnTo>
                    <a:pt x="2912357" y="919382"/>
                  </a:lnTo>
                  <a:lnTo>
                    <a:pt x="2916596" y="919382"/>
                  </a:lnTo>
                  <a:lnTo>
                    <a:pt x="2920836" y="919382"/>
                  </a:lnTo>
                  <a:lnTo>
                    <a:pt x="2920836" y="918171"/>
                  </a:lnTo>
                  <a:lnTo>
                    <a:pt x="2925075" y="918171"/>
                  </a:lnTo>
                  <a:lnTo>
                    <a:pt x="2925075" y="916960"/>
                  </a:lnTo>
                  <a:lnTo>
                    <a:pt x="2929314" y="916960"/>
                  </a:lnTo>
                  <a:lnTo>
                    <a:pt x="2929314" y="914535"/>
                  </a:lnTo>
                  <a:lnTo>
                    <a:pt x="2933553" y="914535"/>
                  </a:lnTo>
                  <a:lnTo>
                    <a:pt x="2933553" y="913727"/>
                  </a:lnTo>
                  <a:lnTo>
                    <a:pt x="2937792" y="913727"/>
                  </a:lnTo>
                  <a:lnTo>
                    <a:pt x="2937792" y="912109"/>
                  </a:lnTo>
                  <a:lnTo>
                    <a:pt x="2942032" y="912109"/>
                  </a:lnTo>
                  <a:lnTo>
                    <a:pt x="2942032" y="908461"/>
                  </a:lnTo>
                  <a:lnTo>
                    <a:pt x="2946271" y="908461"/>
                  </a:lnTo>
                  <a:lnTo>
                    <a:pt x="2946271" y="906434"/>
                  </a:lnTo>
                  <a:lnTo>
                    <a:pt x="2950510" y="906434"/>
                  </a:lnTo>
                  <a:lnTo>
                    <a:pt x="2954749" y="906434"/>
                  </a:lnTo>
                  <a:lnTo>
                    <a:pt x="2954749" y="905217"/>
                  </a:lnTo>
                  <a:lnTo>
                    <a:pt x="2958989" y="905217"/>
                  </a:lnTo>
                  <a:lnTo>
                    <a:pt x="2958989" y="904405"/>
                  </a:lnTo>
                  <a:lnTo>
                    <a:pt x="2963228" y="904405"/>
                  </a:lnTo>
                  <a:lnTo>
                    <a:pt x="2963228" y="902778"/>
                  </a:lnTo>
                  <a:lnTo>
                    <a:pt x="2967467" y="902778"/>
                  </a:lnTo>
                  <a:lnTo>
                    <a:pt x="2967467" y="899929"/>
                  </a:lnTo>
                  <a:lnTo>
                    <a:pt x="2971706" y="899929"/>
                  </a:lnTo>
                  <a:lnTo>
                    <a:pt x="2971706" y="898705"/>
                  </a:lnTo>
                  <a:lnTo>
                    <a:pt x="2975946" y="898705"/>
                  </a:lnTo>
                  <a:lnTo>
                    <a:pt x="2975946" y="897072"/>
                  </a:lnTo>
                  <a:lnTo>
                    <a:pt x="2980185" y="897072"/>
                  </a:lnTo>
                  <a:lnTo>
                    <a:pt x="2980185" y="895846"/>
                  </a:lnTo>
                  <a:lnTo>
                    <a:pt x="2984424" y="895846"/>
                  </a:lnTo>
                  <a:lnTo>
                    <a:pt x="2984424" y="893394"/>
                  </a:lnTo>
                  <a:lnTo>
                    <a:pt x="2988663" y="893394"/>
                  </a:lnTo>
                  <a:lnTo>
                    <a:pt x="2988663" y="892168"/>
                  </a:lnTo>
                  <a:lnTo>
                    <a:pt x="2992903" y="892168"/>
                  </a:lnTo>
                  <a:lnTo>
                    <a:pt x="2992903" y="890531"/>
                  </a:lnTo>
                  <a:lnTo>
                    <a:pt x="2997142" y="890531"/>
                  </a:lnTo>
                  <a:lnTo>
                    <a:pt x="2997142" y="888894"/>
                  </a:lnTo>
                  <a:lnTo>
                    <a:pt x="3001381" y="888894"/>
                  </a:lnTo>
                  <a:lnTo>
                    <a:pt x="3001381" y="887664"/>
                  </a:lnTo>
                  <a:lnTo>
                    <a:pt x="3005620" y="887664"/>
                  </a:lnTo>
                  <a:lnTo>
                    <a:pt x="3005620" y="885613"/>
                  </a:lnTo>
                  <a:lnTo>
                    <a:pt x="3009860" y="885613"/>
                  </a:lnTo>
                  <a:lnTo>
                    <a:pt x="3009860" y="883560"/>
                  </a:lnTo>
                  <a:lnTo>
                    <a:pt x="3014099" y="883560"/>
                  </a:lnTo>
                  <a:lnTo>
                    <a:pt x="3014099" y="881506"/>
                  </a:lnTo>
                  <a:lnTo>
                    <a:pt x="3018338" y="881506"/>
                  </a:lnTo>
                  <a:lnTo>
                    <a:pt x="3018338" y="879861"/>
                  </a:lnTo>
                  <a:lnTo>
                    <a:pt x="3022577" y="879861"/>
                  </a:lnTo>
                  <a:lnTo>
                    <a:pt x="3022577" y="878626"/>
                  </a:lnTo>
                  <a:lnTo>
                    <a:pt x="3026817" y="878626"/>
                  </a:lnTo>
                  <a:lnTo>
                    <a:pt x="3026817" y="875744"/>
                  </a:lnTo>
                  <a:lnTo>
                    <a:pt x="3031056" y="875744"/>
                  </a:lnTo>
                  <a:lnTo>
                    <a:pt x="3031056" y="874507"/>
                  </a:lnTo>
                  <a:lnTo>
                    <a:pt x="3035295" y="874507"/>
                  </a:lnTo>
                  <a:lnTo>
                    <a:pt x="3035295" y="874094"/>
                  </a:lnTo>
                  <a:lnTo>
                    <a:pt x="3039534" y="874094"/>
                  </a:lnTo>
                  <a:lnTo>
                    <a:pt x="3039534" y="872855"/>
                  </a:lnTo>
                  <a:lnTo>
                    <a:pt x="3043773" y="872855"/>
                  </a:lnTo>
                  <a:lnTo>
                    <a:pt x="3043773" y="871616"/>
                  </a:lnTo>
                  <a:lnTo>
                    <a:pt x="3048013" y="871616"/>
                  </a:lnTo>
                  <a:lnTo>
                    <a:pt x="3048013" y="868722"/>
                  </a:lnTo>
                  <a:lnTo>
                    <a:pt x="3052252" y="868722"/>
                  </a:lnTo>
                  <a:lnTo>
                    <a:pt x="3052252" y="866654"/>
                  </a:lnTo>
                  <a:lnTo>
                    <a:pt x="3056491" y="866654"/>
                  </a:lnTo>
                  <a:lnTo>
                    <a:pt x="3056491" y="865413"/>
                  </a:lnTo>
                  <a:lnTo>
                    <a:pt x="3060730" y="865413"/>
                  </a:lnTo>
                  <a:lnTo>
                    <a:pt x="3060730" y="862927"/>
                  </a:lnTo>
                  <a:lnTo>
                    <a:pt x="3064970" y="862927"/>
                  </a:lnTo>
                  <a:lnTo>
                    <a:pt x="3064970" y="862097"/>
                  </a:lnTo>
                  <a:lnTo>
                    <a:pt x="3069209" y="862097"/>
                  </a:lnTo>
                  <a:lnTo>
                    <a:pt x="3069209" y="859607"/>
                  </a:lnTo>
                  <a:lnTo>
                    <a:pt x="3073448" y="859607"/>
                  </a:lnTo>
                  <a:lnTo>
                    <a:pt x="3073448" y="857117"/>
                  </a:lnTo>
                  <a:lnTo>
                    <a:pt x="3077687" y="857117"/>
                  </a:lnTo>
                  <a:lnTo>
                    <a:pt x="3077687" y="856287"/>
                  </a:lnTo>
                  <a:lnTo>
                    <a:pt x="3081927" y="856287"/>
                  </a:lnTo>
                  <a:lnTo>
                    <a:pt x="3081927" y="855457"/>
                  </a:lnTo>
                  <a:lnTo>
                    <a:pt x="3086166" y="855457"/>
                  </a:lnTo>
                  <a:lnTo>
                    <a:pt x="3086166" y="854211"/>
                  </a:lnTo>
                  <a:lnTo>
                    <a:pt x="3090405" y="854211"/>
                  </a:lnTo>
                  <a:lnTo>
                    <a:pt x="3090405" y="853379"/>
                  </a:lnTo>
                  <a:lnTo>
                    <a:pt x="3094644" y="853379"/>
                  </a:lnTo>
                  <a:lnTo>
                    <a:pt x="3094644" y="851714"/>
                  </a:lnTo>
                  <a:lnTo>
                    <a:pt x="3098884" y="851714"/>
                  </a:lnTo>
                  <a:lnTo>
                    <a:pt x="3098884" y="848798"/>
                  </a:lnTo>
                  <a:lnTo>
                    <a:pt x="3103123" y="848798"/>
                  </a:lnTo>
                  <a:lnTo>
                    <a:pt x="3103123" y="847964"/>
                  </a:lnTo>
                  <a:lnTo>
                    <a:pt x="3107362" y="847964"/>
                  </a:lnTo>
                  <a:lnTo>
                    <a:pt x="3107362" y="845880"/>
                  </a:lnTo>
                  <a:lnTo>
                    <a:pt x="3111601" y="845880"/>
                  </a:lnTo>
                  <a:lnTo>
                    <a:pt x="3111601" y="845047"/>
                  </a:lnTo>
                  <a:lnTo>
                    <a:pt x="3115841" y="845047"/>
                  </a:lnTo>
                  <a:lnTo>
                    <a:pt x="3115841" y="842959"/>
                  </a:lnTo>
                  <a:lnTo>
                    <a:pt x="3120080" y="842959"/>
                  </a:lnTo>
                  <a:lnTo>
                    <a:pt x="3120080" y="841705"/>
                  </a:lnTo>
                  <a:lnTo>
                    <a:pt x="3124319" y="841705"/>
                  </a:lnTo>
                  <a:lnTo>
                    <a:pt x="3124319" y="840031"/>
                  </a:lnTo>
                  <a:lnTo>
                    <a:pt x="3128558" y="840031"/>
                  </a:lnTo>
                  <a:lnTo>
                    <a:pt x="3128558" y="839613"/>
                  </a:lnTo>
                  <a:lnTo>
                    <a:pt x="3132798" y="839613"/>
                  </a:lnTo>
                  <a:lnTo>
                    <a:pt x="3132798" y="838356"/>
                  </a:lnTo>
                  <a:lnTo>
                    <a:pt x="3137037" y="838356"/>
                  </a:lnTo>
                  <a:lnTo>
                    <a:pt x="3137037" y="837517"/>
                  </a:lnTo>
                  <a:lnTo>
                    <a:pt x="3141276" y="837517"/>
                  </a:lnTo>
                  <a:lnTo>
                    <a:pt x="3141276" y="834579"/>
                  </a:lnTo>
                  <a:lnTo>
                    <a:pt x="3145515" y="834579"/>
                  </a:lnTo>
                  <a:lnTo>
                    <a:pt x="3145515" y="832478"/>
                  </a:lnTo>
                  <a:lnTo>
                    <a:pt x="3149754" y="832478"/>
                  </a:lnTo>
                  <a:lnTo>
                    <a:pt x="3149754" y="831637"/>
                  </a:lnTo>
                  <a:lnTo>
                    <a:pt x="3153994" y="831637"/>
                  </a:lnTo>
                  <a:lnTo>
                    <a:pt x="3158233" y="831637"/>
                  </a:lnTo>
                  <a:lnTo>
                    <a:pt x="3158233" y="830794"/>
                  </a:lnTo>
                  <a:lnTo>
                    <a:pt x="3162472" y="830794"/>
                  </a:lnTo>
                  <a:lnTo>
                    <a:pt x="3162472" y="828688"/>
                  </a:lnTo>
                  <a:lnTo>
                    <a:pt x="3166711" y="828688"/>
                  </a:lnTo>
                  <a:lnTo>
                    <a:pt x="3166711" y="828266"/>
                  </a:lnTo>
                  <a:lnTo>
                    <a:pt x="3170951" y="828266"/>
                  </a:lnTo>
                  <a:lnTo>
                    <a:pt x="3170951" y="824889"/>
                  </a:lnTo>
                  <a:lnTo>
                    <a:pt x="3175190" y="824889"/>
                  </a:lnTo>
                  <a:lnTo>
                    <a:pt x="3175190" y="821509"/>
                  </a:lnTo>
                  <a:lnTo>
                    <a:pt x="3179429" y="821509"/>
                  </a:lnTo>
                  <a:lnTo>
                    <a:pt x="3179429" y="819817"/>
                  </a:lnTo>
                  <a:lnTo>
                    <a:pt x="3183668" y="819817"/>
                  </a:lnTo>
                  <a:lnTo>
                    <a:pt x="3183668" y="818971"/>
                  </a:lnTo>
                  <a:lnTo>
                    <a:pt x="3187908" y="818971"/>
                  </a:lnTo>
                  <a:lnTo>
                    <a:pt x="3187908" y="816855"/>
                  </a:lnTo>
                  <a:lnTo>
                    <a:pt x="3192147" y="816855"/>
                  </a:lnTo>
                  <a:lnTo>
                    <a:pt x="3192147" y="816008"/>
                  </a:lnTo>
                  <a:lnTo>
                    <a:pt x="3196386" y="816008"/>
                  </a:lnTo>
                  <a:lnTo>
                    <a:pt x="3196386" y="815161"/>
                  </a:lnTo>
                  <a:lnTo>
                    <a:pt x="3200625" y="815161"/>
                  </a:lnTo>
                  <a:lnTo>
                    <a:pt x="3200625" y="814314"/>
                  </a:lnTo>
                  <a:lnTo>
                    <a:pt x="3204865" y="814314"/>
                  </a:lnTo>
                  <a:lnTo>
                    <a:pt x="3204865" y="813890"/>
                  </a:lnTo>
                  <a:lnTo>
                    <a:pt x="3209104" y="813890"/>
                  </a:lnTo>
                  <a:lnTo>
                    <a:pt x="3209104" y="812189"/>
                  </a:lnTo>
                  <a:lnTo>
                    <a:pt x="3213343" y="812189"/>
                  </a:lnTo>
                  <a:lnTo>
                    <a:pt x="3213343" y="811337"/>
                  </a:lnTo>
                  <a:lnTo>
                    <a:pt x="3217582" y="811337"/>
                  </a:lnTo>
                  <a:lnTo>
                    <a:pt x="3217582" y="810060"/>
                  </a:lnTo>
                  <a:lnTo>
                    <a:pt x="3221822" y="810060"/>
                  </a:lnTo>
                  <a:lnTo>
                    <a:pt x="3221822" y="807930"/>
                  </a:lnTo>
                  <a:lnTo>
                    <a:pt x="3226061" y="807930"/>
                  </a:lnTo>
                  <a:lnTo>
                    <a:pt x="3226061" y="806226"/>
                  </a:lnTo>
                  <a:lnTo>
                    <a:pt x="3230300" y="806226"/>
                  </a:lnTo>
                  <a:lnTo>
                    <a:pt x="3230300" y="805800"/>
                  </a:lnTo>
                  <a:lnTo>
                    <a:pt x="3234539" y="805800"/>
                  </a:lnTo>
                  <a:lnTo>
                    <a:pt x="3234539" y="804095"/>
                  </a:lnTo>
                  <a:lnTo>
                    <a:pt x="3238778" y="804095"/>
                  </a:lnTo>
                  <a:lnTo>
                    <a:pt x="3238778" y="800256"/>
                  </a:lnTo>
                  <a:lnTo>
                    <a:pt x="3243018" y="800256"/>
                  </a:lnTo>
                  <a:lnTo>
                    <a:pt x="3243018" y="799402"/>
                  </a:lnTo>
                  <a:lnTo>
                    <a:pt x="3247257" y="799402"/>
                  </a:lnTo>
                  <a:lnTo>
                    <a:pt x="3247257" y="798120"/>
                  </a:lnTo>
                  <a:lnTo>
                    <a:pt x="3251496" y="798120"/>
                  </a:lnTo>
                  <a:lnTo>
                    <a:pt x="3251496" y="796839"/>
                  </a:lnTo>
                  <a:lnTo>
                    <a:pt x="3255735" y="796839"/>
                  </a:lnTo>
                  <a:lnTo>
                    <a:pt x="3255735" y="796411"/>
                  </a:lnTo>
                  <a:lnTo>
                    <a:pt x="3259975" y="796411"/>
                  </a:lnTo>
                  <a:lnTo>
                    <a:pt x="3259975" y="794271"/>
                  </a:lnTo>
                  <a:lnTo>
                    <a:pt x="3264214" y="794271"/>
                  </a:lnTo>
                  <a:lnTo>
                    <a:pt x="3264214" y="792987"/>
                  </a:lnTo>
                  <a:lnTo>
                    <a:pt x="3268453" y="792987"/>
                  </a:lnTo>
                  <a:lnTo>
                    <a:pt x="3268453" y="791700"/>
                  </a:lnTo>
                  <a:lnTo>
                    <a:pt x="3272692" y="791700"/>
                  </a:lnTo>
                  <a:lnTo>
                    <a:pt x="3272692" y="790413"/>
                  </a:lnTo>
                  <a:lnTo>
                    <a:pt x="3276932" y="790413"/>
                  </a:lnTo>
                  <a:lnTo>
                    <a:pt x="3276932" y="788695"/>
                  </a:lnTo>
                  <a:lnTo>
                    <a:pt x="3281171" y="788695"/>
                  </a:lnTo>
                  <a:lnTo>
                    <a:pt x="3281171" y="786117"/>
                  </a:lnTo>
                  <a:lnTo>
                    <a:pt x="3285410" y="786117"/>
                  </a:lnTo>
                  <a:lnTo>
                    <a:pt x="3285410" y="783968"/>
                  </a:lnTo>
                  <a:lnTo>
                    <a:pt x="3289649" y="783968"/>
                  </a:lnTo>
                  <a:lnTo>
                    <a:pt x="3289649" y="782677"/>
                  </a:lnTo>
                  <a:lnTo>
                    <a:pt x="3293889" y="782677"/>
                  </a:lnTo>
                  <a:lnTo>
                    <a:pt x="3293889" y="781385"/>
                  </a:lnTo>
                  <a:lnTo>
                    <a:pt x="3298128" y="781385"/>
                  </a:lnTo>
                  <a:lnTo>
                    <a:pt x="3298128" y="779660"/>
                  </a:lnTo>
                  <a:lnTo>
                    <a:pt x="3302367" y="779660"/>
                  </a:lnTo>
                  <a:lnTo>
                    <a:pt x="3302367" y="776207"/>
                  </a:lnTo>
                  <a:lnTo>
                    <a:pt x="3306606" y="776207"/>
                  </a:lnTo>
                  <a:lnTo>
                    <a:pt x="3310846" y="776207"/>
                  </a:lnTo>
                  <a:lnTo>
                    <a:pt x="3310846" y="774046"/>
                  </a:lnTo>
                  <a:lnTo>
                    <a:pt x="3315085" y="774046"/>
                  </a:lnTo>
                  <a:lnTo>
                    <a:pt x="3315085" y="773182"/>
                  </a:lnTo>
                  <a:lnTo>
                    <a:pt x="3319324" y="773182"/>
                  </a:lnTo>
                  <a:lnTo>
                    <a:pt x="3319324" y="770155"/>
                  </a:lnTo>
                  <a:lnTo>
                    <a:pt x="3323563" y="770155"/>
                  </a:lnTo>
                  <a:lnTo>
                    <a:pt x="3323563" y="769289"/>
                  </a:lnTo>
                  <a:lnTo>
                    <a:pt x="3327803" y="769289"/>
                  </a:lnTo>
                  <a:lnTo>
                    <a:pt x="3327803" y="766689"/>
                  </a:lnTo>
                  <a:lnTo>
                    <a:pt x="3332042" y="766689"/>
                  </a:lnTo>
                  <a:lnTo>
                    <a:pt x="3332042" y="765389"/>
                  </a:lnTo>
                  <a:lnTo>
                    <a:pt x="3336281" y="765389"/>
                  </a:lnTo>
                  <a:lnTo>
                    <a:pt x="3336281" y="764521"/>
                  </a:lnTo>
                  <a:lnTo>
                    <a:pt x="3340520" y="764521"/>
                  </a:lnTo>
                  <a:lnTo>
                    <a:pt x="3340520" y="762785"/>
                  </a:lnTo>
                  <a:lnTo>
                    <a:pt x="3344759" y="762785"/>
                  </a:lnTo>
                  <a:lnTo>
                    <a:pt x="3344759" y="761482"/>
                  </a:lnTo>
                  <a:lnTo>
                    <a:pt x="3348999" y="761482"/>
                  </a:lnTo>
                  <a:lnTo>
                    <a:pt x="3348999" y="758006"/>
                  </a:lnTo>
                  <a:lnTo>
                    <a:pt x="3353238" y="758006"/>
                  </a:lnTo>
                  <a:lnTo>
                    <a:pt x="3353238" y="756702"/>
                  </a:lnTo>
                  <a:lnTo>
                    <a:pt x="3357477" y="756702"/>
                  </a:lnTo>
                  <a:lnTo>
                    <a:pt x="3357477" y="754091"/>
                  </a:lnTo>
                  <a:lnTo>
                    <a:pt x="3361716" y="754091"/>
                  </a:lnTo>
                  <a:lnTo>
                    <a:pt x="3361716" y="753655"/>
                  </a:lnTo>
                  <a:lnTo>
                    <a:pt x="3365956" y="753655"/>
                  </a:lnTo>
                  <a:lnTo>
                    <a:pt x="3365956" y="752348"/>
                  </a:lnTo>
                  <a:lnTo>
                    <a:pt x="3370195" y="752348"/>
                  </a:lnTo>
                  <a:lnTo>
                    <a:pt x="3370195" y="750605"/>
                  </a:lnTo>
                  <a:lnTo>
                    <a:pt x="3374434" y="750605"/>
                  </a:lnTo>
                  <a:lnTo>
                    <a:pt x="3374434" y="748859"/>
                  </a:lnTo>
                  <a:lnTo>
                    <a:pt x="3378673" y="748859"/>
                  </a:lnTo>
                  <a:lnTo>
                    <a:pt x="3378673" y="745804"/>
                  </a:lnTo>
                  <a:lnTo>
                    <a:pt x="3382913" y="745804"/>
                  </a:lnTo>
                  <a:lnTo>
                    <a:pt x="3382913" y="742746"/>
                  </a:lnTo>
                  <a:lnTo>
                    <a:pt x="3387152" y="742746"/>
                  </a:lnTo>
                  <a:lnTo>
                    <a:pt x="3387152" y="741870"/>
                  </a:lnTo>
                  <a:lnTo>
                    <a:pt x="3391391" y="741870"/>
                  </a:lnTo>
                  <a:lnTo>
                    <a:pt x="3391391" y="739680"/>
                  </a:lnTo>
                  <a:lnTo>
                    <a:pt x="3395630" y="739680"/>
                  </a:lnTo>
                  <a:lnTo>
                    <a:pt x="3395630" y="739241"/>
                  </a:lnTo>
                  <a:lnTo>
                    <a:pt x="3399870" y="739241"/>
                  </a:lnTo>
                  <a:lnTo>
                    <a:pt x="3399870" y="737486"/>
                  </a:lnTo>
                  <a:lnTo>
                    <a:pt x="3404109" y="737486"/>
                  </a:lnTo>
                  <a:lnTo>
                    <a:pt x="3404109" y="734852"/>
                  </a:lnTo>
                  <a:lnTo>
                    <a:pt x="3408348" y="734852"/>
                  </a:lnTo>
                  <a:lnTo>
                    <a:pt x="3408348" y="733972"/>
                  </a:lnTo>
                  <a:lnTo>
                    <a:pt x="3412587" y="733972"/>
                  </a:lnTo>
                  <a:lnTo>
                    <a:pt x="3412587" y="733532"/>
                  </a:lnTo>
                  <a:lnTo>
                    <a:pt x="3416827" y="733532"/>
                  </a:lnTo>
                  <a:lnTo>
                    <a:pt x="3416827" y="732208"/>
                  </a:lnTo>
                  <a:lnTo>
                    <a:pt x="3421066" y="732208"/>
                  </a:lnTo>
                  <a:lnTo>
                    <a:pt x="3421066" y="730442"/>
                  </a:lnTo>
                  <a:lnTo>
                    <a:pt x="3425305" y="730442"/>
                  </a:lnTo>
                  <a:lnTo>
                    <a:pt x="3425305" y="730000"/>
                  </a:lnTo>
                  <a:lnTo>
                    <a:pt x="3429544" y="730000"/>
                  </a:lnTo>
                  <a:lnTo>
                    <a:pt x="3429544" y="728673"/>
                  </a:lnTo>
                  <a:lnTo>
                    <a:pt x="3433784" y="728673"/>
                  </a:lnTo>
                  <a:lnTo>
                    <a:pt x="3433784" y="727789"/>
                  </a:lnTo>
                  <a:lnTo>
                    <a:pt x="3438023" y="727789"/>
                  </a:lnTo>
                  <a:lnTo>
                    <a:pt x="3442262" y="727789"/>
                  </a:lnTo>
                  <a:lnTo>
                    <a:pt x="3442262" y="726459"/>
                  </a:lnTo>
                  <a:lnTo>
                    <a:pt x="3446501" y="726459"/>
                  </a:lnTo>
                  <a:lnTo>
                    <a:pt x="3446501" y="724242"/>
                  </a:lnTo>
                  <a:lnTo>
                    <a:pt x="3450740" y="724242"/>
                  </a:lnTo>
                  <a:lnTo>
                    <a:pt x="3450740" y="722469"/>
                  </a:lnTo>
                  <a:lnTo>
                    <a:pt x="3454980" y="722469"/>
                  </a:lnTo>
                  <a:lnTo>
                    <a:pt x="3454980" y="722025"/>
                  </a:lnTo>
                  <a:lnTo>
                    <a:pt x="3459219" y="722025"/>
                  </a:lnTo>
                  <a:lnTo>
                    <a:pt x="3459219" y="719806"/>
                  </a:lnTo>
                  <a:lnTo>
                    <a:pt x="3463458" y="719806"/>
                  </a:lnTo>
                  <a:lnTo>
                    <a:pt x="3467697" y="719806"/>
                  </a:lnTo>
                  <a:lnTo>
                    <a:pt x="3467697" y="718029"/>
                  </a:lnTo>
                  <a:lnTo>
                    <a:pt x="3471937" y="718029"/>
                  </a:lnTo>
                  <a:lnTo>
                    <a:pt x="3471937" y="715805"/>
                  </a:lnTo>
                  <a:lnTo>
                    <a:pt x="3476176" y="715805"/>
                  </a:lnTo>
                  <a:lnTo>
                    <a:pt x="3476176" y="713579"/>
                  </a:lnTo>
                  <a:lnTo>
                    <a:pt x="3480415" y="713579"/>
                  </a:lnTo>
                  <a:lnTo>
                    <a:pt x="3480415" y="711797"/>
                  </a:lnTo>
                  <a:lnTo>
                    <a:pt x="3484654" y="711797"/>
                  </a:lnTo>
                  <a:lnTo>
                    <a:pt x="3484654" y="710461"/>
                  </a:lnTo>
                  <a:lnTo>
                    <a:pt x="3488894" y="710461"/>
                  </a:lnTo>
                  <a:lnTo>
                    <a:pt x="3488894" y="709123"/>
                  </a:lnTo>
                  <a:lnTo>
                    <a:pt x="3493133" y="709123"/>
                  </a:lnTo>
                  <a:lnTo>
                    <a:pt x="3493133" y="708232"/>
                  </a:lnTo>
                  <a:lnTo>
                    <a:pt x="3497372" y="708232"/>
                  </a:lnTo>
                  <a:lnTo>
                    <a:pt x="3497372" y="706446"/>
                  </a:lnTo>
                  <a:lnTo>
                    <a:pt x="3501611" y="706446"/>
                  </a:lnTo>
                  <a:lnTo>
                    <a:pt x="3501611" y="703321"/>
                  </a:lnTo>
                  <a:lnTo>
                    <a:pt x="3505851" y="703321"/>
                  </a:lnTo>
                  <a:lnTo>
                    <a:pt x="3505851" y="700637"/>
                  </a:lnTo>
                  <a:lnTo>
                    <a:pt x="3510090" y="700637"/>
                  </a:lnTo>
                  <a:lnTo>
                    <a:pt x="3510090" y="699742"/>
                  </a:lnTo>
                  <a:lnTo>
                    <a:pt x="3514329" y="699742"/>
                  </a:lnTo>
                  <a:lnTo>
                    <a:pt x="3514329" y="698400"/>
                  </a:lnTo>
                  <a:lnTo>
                    <a:pt x="3518568" y="698400"/>
                  </a:lnTo>
                  <a:lnTo>
                    <a:pt x="3518568" y="697504"/>
                  </a:lnTo>
                  <a:lnTo>
                    <a:pt x="3522808" y="697504"/>
                  </a:lnTo>
                  <a:lnTo>
                    <a:pt x="3522808" y="696160"/>
                  </a:lnTo>
                  <a:lnTo>
                    <a:pt x="3527047" y="696160"/>
                  </a:lnTo>
                  <a:lnTo>
                    <a:pt x="3527047" y="695711"/>
                  </a:lnTo>
                  <a:lnTo>
                    <a:pt x="3531286" y="695711"/>
                  </a:lnTo>
                  <a:lnTo>
                    <a:pt x="3531286" y="694814"/>
                  </a:lnTo>
                  <a:lnTo>
                    <a:pt x="3535525" y="694814"/>
                  </a:lnTo>
                  <a:lnTo>
                    <a:pt x="3535525" y="694365"/>
                  </a:lnTo>
                  <a:lnTo>
                    <a:pt x="3539765" y="694365"/>
                  </a:lnTo>
                  <a:lnTo>
                    <a:pt x="3539765" y="693018"/>
                  </a:lnTo>
                  <a:lnTo>
                    <a:pt x="3544004" y="693018"/>
                  </a:lnTo>
                  <a:lnTo>
                    <a:pt x="3544004" y="690772"/>
                  </a:lnTo>
                  <a:lnTo>
                    <a:pt x="3548243" y="690772"/>
                  </a:lnTo>
                  <a:lnTo>
                    <a:pt x="3548243" y="688076"/>
                  </a:lnTo>
                  <a:lnTo>
                    <a:pt x="3552482" y="688076"/>
                  </a:lnTo>
                  <a:lnTo>
                    <a:pt x="3552482" y="686278"/>
                  </a:lnTo>
                  <a:lnTo>
                    <a:pt x="3556721" y="686278"/>
                  </a:lnTo>
                  <a:lnTo>
                    <a:pt x="3556721" y="685379"/>
                  </a:lnTo>
                  <a:lnTo>
                    <a:pt x="3560961" y="685379"/>
                  </a:lnTo>
                  <a:lnTo>
                    <a:pt x="3560961" y="683578"/>
                  </a:lnTo>
                  <a:lnTo>
                    <a:pt x="3565200" y="683578"/>
                  </a:lnTo>
                  <a:lnTo>
                    <a:pt x="3565200" y="681325"/>
                  </a:lnTo>
                  <a:lnTo>
                    <a:pt x="3569439" y="681325"/>
                  </a:lnTo>
                  <a:lnTo>
                    <a:pt x="3569439" y="679520"/>
                  </a:lnTo>
                  <a:lnTo>
                    <a:pt x="3573678" y="679520"/>
                  </a:lnTo>
                  <a:lnTo>
                    <a:pt x="3573678" y="678618"/>
                  </a:lnTo>
                  <a:lnTo>
                    <a:pt x="3577918" y="678618"/>
                  </a:lnTo>
                  <a:lnTo>
                    <a:pt x="3577918" y="676813"/>
                  </a:lnTo>
                  <a:lnTo>
                    <a:pt x="3582157" y="676813"/>
                  </a:lnTo>
                  <a:lnTo>
                    <a:pt x="3582157" y="676362"/>
                  </a:lnTo>
                  <a:lnTo>
                    <a:pt x="3586396" y="676362"/>
                  </a:lnTo>
                  <a:lnTo>
                    <a:pt x="3586396" y="675458"/>
                  </a:lnTo>
                  <a:lnTo>
                    <a:pt x="3590635" y="675458"/>
                  </a:lnTo>
                  <a:lnTo>
                    <a:pt x="3590635" y="674102"/>
                  </a:lnTo>
                  <a:lnTo>
                    <a:pt x="3594875" y="674102"/>
                  </a:lnTo>
                  <a:lnTo>
                    <a:pt x="3594875" y="673197"/>
                  </a:lnTo>
                  <a:lnTo>
                    <a:pt x="3599114" y="673197"/>
                  </a:lnTo>
                  <a:lnTo>
                    <a:pt x="3599114" y="672744"/>
                  </a:lnTo>
                  <a:lnTo>
                    <a:pt x="3603353" y="672744"/>
                  </a:lnTo>
                  <a:lnTo>
                    <a:pt x="3603353" y="672290"/>
                  </a:lnTo>
                  <a:lnTo>
                    <a:pt x="3607592" y="672290"/>
                  </a:lnTo>
                  <a:lnTo>
                    <a:pt x="3607592" y="670476"/>
                  </a:lnTo>
                  <a:lnTo>
                    <a:pt x="3611832" y="670476"/>
                  </a:lnTo>
                  <a:lnTo>
                    <a:pt x="3611832" y="669114"/>
                  </a:lnTo>
                  <a:lnTo>
                    <a:pt x="3616071" y="669114"/>
                  </a:lnTo>
                  <a:lnTo>
                    <a:pt x="3616071" y="667751"/>
                  </a:lnTo>
                  <a:lnTo>
                    <a:pt x="3620310" y="667751"/>
                  </a:lnTo>
                  <a:lnTo>
                    <a:pt x="3620310" y="665932"/>
                  </a:lnTo>
                  <a:lnTo>
                    <a:pt x="3624549" y="665932"/>
                  </a:lnTo>
                  <a:lnTo>
                    <a:pt x="3628789" y="665932"/>
                  </a:lnTo>
                  <a:lnTo>
                    <a:pt x="3628789" y="664565"/>
                  </a:lnTo>
                  <a:lnTo>
                    <a:pt x="3633028" y="664565"/>
                  </a:lnTo>
                  <a:lnTo>
                    <a:pt x="3633028" y="663198"/>
                  </a:lnTo>
                  <a:lnTo>
                    <a:pt x="3637267" y="663198"/>
                  </a:lnTo>
                  <a:lnTo>
                    <a:pt x="3637267" y="662287"/>
                  </a:lnTo>
                  <a:lnTo>
                    <a:pt x="3641506" y="662287"/>
                  </a:lnTo>
                  <a:lnTo>
                    <a:pt x="3641506" y="660919"/>
                  </a:lnTo>
                  <a:lnTo>
                    <a:pt x="3645745" y="660919"/>
                  </a:lnTo>
                  <a:lnTo>
                    <a:pt x="3645745" y="658638"/>
                  </a:lnTo>
                  <a:lnTo>
                    <a:pt x="3649985" y="658638"/>
                  </a:lnTo>
                  <a:lnTo>
                    <a:pt x="3649985" y="658182"/>
                  </a:lnTo>
                  <a:lnTo>
                    <a:pt x="3654224" y="658182"/>
                  </a:lnTo>
                  <a:lnTo>
                    <a:pt x="3654224" y="657725"/>
                  </a:lnTo>
                  <a:lnTo>
                    <a:pt x="3658463" y="657725"/>
                  </a:lnTo>
                  <a:lnTo>
                    <a:pt x="3658463" y="656810"/>
                  </a:lnTo>
                  <a:lnTo>
                    <a:pt x="3662702" y="656810"/>
                  </a:lnTo>
                  <a:lnTo>
                    <a:pt x="3662702" y="656353"/>
                  </a:lnTo>
                  <a:lnTo>
                    <a:pt x="3666942" y="656353"/>
                  </a:lnTo>
                  <a:lnTo>
                    <a:pt x="3666942" y="654524"/>
                  </a:lnTo>
                  <a:lnTo>
                    <a:pt x="3671181" y="654524"/>
                  </a:lnTo>
                  <a:lnTo>
                    <a:pt x="3671181" y="652694"/>
                  </a:lnTo>
                  <a:lnTo>
                    <a:pt x="3675420" y="652694"/>
                  </a:lnTo>
                  <a:lnTo>
                    <a:pt x="3675420" y="652236"/>
                  </a:lnTo>
                  <a:lnTo>
                    <a:pt x="3679659" y="652236"/>
                  </a:lnTo>
                  <a:lnTo>
                    <a:pt x="3679659" y="650862"/>
                  </a:lnTo>
                  <a:lnTo>
                    <a:pt x="3683899" y="650862"/>
                  </a:lnTo>
                  <a:lnTo>
                    <a:pt x="3683899" y="650404"/>
                  </a:lnTo>
                  <a:lnTo>
                    <a:pt x="3688138" y="650404"/>
                  </a:lnTo>
                  <a:lnTo>
                    <a:pt x="3688138" y="649486"/>
                  </a:lnTo>
                  <a:lnTo>
                    <a:pt x="3692377" y="649486"/>
                  </a:lnTo>
                  <a:lnTo>
                    <a:pt x="3692377" y="648108"/>
                  </a:lnTo>
                  <a:lnTo>
                    <a:pt x="3696616" y="648108"/>
                  </a:lnTo>
                  <a:lnTo>
                    <a:pt x="3696616" y="646730"/>
                  </a:lnTo>
                  <a:lnTo>
                    <a:pt x="3700856" y="646730"/>
                  </a:lnTo>
                  <a:lnTo>
                    <a:pt x="3700856" y="643973"/>
                  </a:lnTo>
                  <a:lnTo>
                    <a:pt x="3705095" y="643973"/>
                  </a:lnTo>
                  <a:lnTo>
                    <a:pt x="3705095" y="642133"/>
                  </a:lnTo>
                  <a:lnTo>
                    <a:pt x="3709334" y="642133"/>
                  </a:lnTo>
                  <a:lnTo>
                    <a:pt x="3709334" y="640750"/>
                  </a:lnTo>
                  <a:lnTo>
                    <a:pt x="3713573" y="640750"/>
                  </a:lnTo>
                  <a:lnTo>
                    <a:pt x="3713573" y="639366"/>
                  </a:lnTo>
                  <a:lnTo>
                    <a:pt x="3717813" y="639366"/>
                  </a:lnTo>
                  <a:lnTo>
                    <a:pt x="3717813" y="637520"/>
                  </a:lnTo>
                  <a:lnTo>
                    <a:pt x="3722052" y="637520"/>
                  </a:lnTo>
                  <a:lnTo>
                    <a:pt x="3722052" y="636596"/>
                  </a:lnTo>
                  <a:lnTo>
                    <a:pt x="3726291" y="636596"/>
                  </a:lnTo>
                  <a:lnTo>
                    <a:pt x="3726291" y="636134"/>
                  </a:lnTo>
                  <a:lnTo>
                    <a:pt x="3730530" y="636134"/>
                  </a:lnTo>
                  <a:lnTo>
                    <a:pt x="3730530" y="635209"/>
                  </a:lnTo>
                  <a:lnTo>
                    <a:pt x="3734770" y="635209"/>
                  </a:lnTo>
                  <a:lnTo>
                    <a:pt x="3734770" y="634283"/>
                  </a:lnTo>
                  <a:lnTo>
                    <a:pt x="3739009" y="634283"/>
                  </a:lnTo>
                  <a:lnTo>
                    <a:pt x="3739009" y="632894"/>
                  </a:lnTo>
                  <a:lnTo>
                    <a:pt x="3743248" y="632894"/>
                  </a:lnTo>
                  <a:lnTo>
                    <a:pt x="3743248" y="631040"/>
                  </a:lnTo>
                  <a:lnTo>
                    <a:pt x="3747487" y="631040"/>
                  </a:lnTo>
                  <a:lnTo>
                    <a:pt x="3747487" y="630112"/>
                  </a:lnTo>
                  <a:lnTo>
                    <a:pt x="3751726" y="630112"/>
                  </a:lnTo>
                  <a:lnTo>
                    <a:pt x="3751726" y="628721"/>
                  </a:lnTo>
                  <a:lnTo>
                    <a:pt x="3755966" y="628721"/>
                  </a:lnTo>
                  <a:lnTo>
                    <a:pt x="3755966" y="627329"/>
                  </a:lnTo>
                  <a:lnTo>
                    <a:pt x="3760205" y="627329"/>
                  </a:lnTo>
                  <a:lnTo>
                    <a:pt x="3760205" y="626865"/>
                  </a:lnTo>
                  <a:lnTo>
                    <a:pt x="3764444" y="626865"/>
                  </a:lnTo>
                  <a:lnTo>
                    <a:pt x="3764444" y="624542"/>
                  </a:lnTo>
                  <a:lnTo>
                    <a:pt x="3768683" y="624542"/>
                  </a:lnTo>
                  <a:lnTo>
                    <a:pt x="3768683" y="623612"/>
                  </a:lnTo>
                  <a:lnTo>
                    <a:pt x="3772923" y="623612"/>
                  </a:lnTo>
                  <a:lnTo>
                    <a:pt x="3777162" y="623612"/>
                  </a:lnTo>
                  <a:lnTo>
                    <a:pt x="3781401" y="623612"/>
                  </a:lnTo>
                  <a:lnTo>
                    <a:pt x="3781401" y="622679"/>
                  </a:lnTo>
                  <a:lnTo>
                    <a:pt x="3785640" y="622679"/>
                  </a:lnTo>
                  <a:lnTo>
                    <a:pt x="3785640" y="620812"/>
                  </a:lnTo>
                  <a:lnTo>
                    <a:pt x="3789880" y="620812"/>
                  </a:lnTo>
                  <a:lnTo>
                    <a:pt x="3789880" y="620344"/>
                  </a:lnTo>
                  <a:lnTo>
                    <a:pt x="3794119" y="620344"/>
                  </a:lnTo>
                  <a:lnTo>
                    <a:pt x="3794119" y="619877"/>
                  </a:lnTo>
                  <a:lnTo>
                    <a:pt x="3798358" y="619877"/>
                  </a:lnTo>
                  <a:lnTo>
                    <a:pt x="3798358" y="618005"/>
                  </a:lnTo>
                  <a:lnTo>
                    <a:pt x="3802597" y="618005"/>
                  </a:lnTo>
                  <a:lnTo>
                    <a:pt x="3802597" y="617067"/>
                  </a:lnTo>
                  <a:lnTo>
                    <a:pt x="3806837" y="617067"/>
                  </a:lnTo>
                  <a:lnTo>
                    <a:pt x="3811076" y="617067"/>
                  </a:lnTo>
                  <a:lnTo>
                    <a:pt x="3811076" y="616597"/>
                  </a:lnTo>
                  <a:lnTo>
                    <a:pt x="3815315" y="616597"/>
                  </a:lnTo>
                  <a:lnTo>
                    <a:pt x="3815315" y="615188"/>
                  </a:lnTo>
                  <a:lnTo>
                    <a:pt x="3819554" y="615188"/>
                  </a:lnTo>
                  <a:lnTo>
                    <a:pt x="3819554" y="613778"/>
                  </a:lnTo>
                  <a:lnTo>
                    <a:pt x="3823794" y="613778"/>
                  </a:lnTo>
                  <a:lnTo>
                    <a:pt x="3823794" y="611426"/>
                  </a:lnTo>
                  <a:lnTo>
                    <a:pt x="3828033" y="611426"/>
                  </a:lnTo>
                  <a:lnTo>
                    <a:pt x="3828033" y="610014"/>
                  </a:lnTo>
                  <a:lnTo>
                    <a:pt x="3832272" y="610014"/>
                  </a:lnTo>
                  <a:lnTo>
                    <a:pt x="3832272" y="609069"/>
                  </a:lnTo>
                  <a:lnTo>
                    <a:pt x="3836511" y="609069"/>
                  </a:lnTo>
                  <a:lnTo>
                    <a:pt x="3836511" y="606703"/>
                  </a:lnTo>
                  <a:lnTo>
                    <a:pt x="3840751" y="606703"/>
                  </a:lnTo>
                  <a:lnTo>
                    <a:pt x="3840751" y="605284"/>
                  </a:lnTo>
                  <a:lnTo>
                    <a:pt x="3844990" y="605284"/>
                  </a:lnTo>
                  <a:lnTo>
                    <a:pt x="3844990" y="604337"/>
                  </a:lnTo>
                  <a:lnTo>
                    <a:pt x="3849229" y="604337"/>
                  </a:lnTo>
                  <a:lnTo>
                    <a:pt x="3849229" y="602916"/>
                  </a:lnTo>
                  <a:lnTo>
                    <a:pt x="3853468" y="602916"/>
                  </a:lnTo>
                  <a:lnTo>
                    <a:pt x="3853468" y="602441"/>
                  </a:lnTo>
                  <a:lnTo>
                    <a:pt x="3857707" y="602441"/>
                  </a:lnTo>
                  <a:lnTo>
                    <a:pt x="3857707" y="601491"/>
                  </a:lnTo>
                  <a:lnTo>
                    <a:pt x="3861947" y="601491"/>
                  </a:lnTo>
                  <a:lnTo>
                    <a:pt x="3861947" y="601016"/>
                  </a:lnTo>
                  <a:lnTo>
                    <a:pt x="3866186" y="601016"/>
                  </a:lnTo>
                  <a:lnTo>
                    <a:pt x="3866186" y="598637"/>
                  </a:lnTo>
                  <a:lnTo>
                    <a:pt x="3870425" y="598637"/>
                  </a:lnTo>
                  <a:lnTo>
                    <a:pt x="3870425" y="598161"/>
                  </a:lnTo>
                  <a:lnTo>
                    <a:pt x="3874664" y="598161"/>
                  </a:lnTo>
                  <a:lnTo>
                    <a:pt x="3874664" y="595303"/>
                  </a:lnTo>
                  <a:lnTo>
                    <a:pt x="3878904" y="595303"/>
                  </a:lnTo>
                  <a:lnTo>
                    <a:pt x="3878904" y="594350"/>
                  </a:lnTo>
                  <a:lnTo>
                    <a:pt x="3883143" y="594350"/>
                  </a:lnTo>
                  <a:lnTo>
                    <a:pt x="3883143" y="592919"/>
                  </a:lnTo>
                  <a:lnTo>
                    <a:pt x="3887382" y="592919"/>
                  </a:lnTo>
                  <a:lnTo>
                    <a:pt x="3887382" y="592442"/>
                  </a:lnTo>
                  <a:lnTo>
                    <a:pt x="3891621" y="592442"/>
                  </a:lnTo>
                  <a:lnTo>
                    <a:pt x="3891621" y="591009"/>
                  </a:lnTo>
                  <a:lnTo>
                    <a:pt x="3895861" y="591009"/>
                  </a:lnTo>
                  <a:lnTo>
                    <a:pt x="3895861" y="589574"/>
                  </a:lnTo>
                  <a:lnTo>
                    <a:pt x="3900100" y="589574"/>
                  </a:lnTo>
                  <a:lnTo>
                    <a:pt x="3900100" y="587182"/>
                  </a:lnTo>
                  <a:lnTo>
                    <a:pt x="3904339" y="587182"/>
                  </a:lnTo>
                  <a:lnTo>
                    <a:pt x="3904339" y="586704"/>
                  </a:lnTo>
                  <a:lnTo>
                    <a:pt x="3908578" y="586704"/>
                  </a:lnTo>
                  <a:lnTo>
                    <a:pt x="3912818" y="586704"/>
                  </a:lnTo>
                  <a:lnTo>
                    <a:pt x="3912818" y="585745"/>
                  </a:lnTo>
                  <a:lnTo>
                    <a:pt x="3917057" y="585745"/>
                  </a:lnTo>
                  <a:lnTo>
                    <a:pt x="3917057" y="584786"/>
                  </a:lnTo>
                  <a:lnTo>
                    <a:pt x="3921296" y="584786"/>
                  </a:lnTo>
                  <a:lnTo>
                    <a:pt x="3925535" y="584786"/>
                  </a:lnTo>
                  <a:lnTo>
                    <a:pt x="3925535" y="582865"/>
                  </a:lnTo>
                  <a:lnTo>
                    <a:pt x="3929775" y="582865"/>
                  </a:lnTo>
                  <a:lnTo>
                    <a:pt x="3929775" y="581423"/>
                  </a:lnTo>
                  <a:lnTo>
                    <a:pt x="3934014" y="581423"/>
                  </a:lnTo>
                  <a:lnTo>
                    <a:pt x="3934014" y="580942"/>
                  </a:lnTo>
                  <a:lnTo>
                    <a:pt x="3938253" y="580942"/>
                  </a:lnTo>
                  <a:lnTo>
                    <a:pt x="3938253" y="578537"/>
                  </a:lnTo>
                  <a:lnTo>
                    <a:pt x="3942492" y="578537"/>
                  </a:lnTo>
                  <a:lnTo>
                    <a:pt x="3942492" y="577574"/>
                  </a:lnTo>
                  <a:lnTo>
                    <a:pt x="3946731" y="577574"/>
                  </a:lnTo>
                  <a:lnTo>
                    <a:pt x="3946731" y="577092"/>
                  </a:lnTo>
                  <a:lnTo>
                    <a:pt x="3950971" y="577092"/>
                  </a:lnTo>
                  <a:lnTo>
                    <a:pt x="3950971" y="576610"/>
                  </a:lnTo>
                  <a:lnTo>
                    <a:pt x="3955210" y="576610"/>
                  </a:lnTo>
                  <a:lnTo>
                    <a:pt x="3955210" y="574197"/>
                  </a:lnTo>
                  <a:lnTo>
                    <a:pt x="3959449" y="574197"/>
                  </a:lnTo>
                  <a:lnTo>
                    <a:pt x="3959449" y="572265"/>
                  </a:lnTo>
                  <a:lnTo>
                    <a:pt x="3963688" y="572265"/>
                  </a:lnTo>
                  <a:lnTo>
                    <a:pt x="3963688" y="571782"/>
                  </a:lnTo>
                  <a:lnTo>
                    <a:pt x="3967928" y="571782"/>
                  </a:lnTo>
                  <a:lnTo>
                    <a:pt x="3967928" y="570816"/>
                  </a:lnTo>
                  <a:lnTo>
                    <a:pt x="3972167" y="570816"/>
                  </a:lnTo>
                  <a:lnTo>
                    <a:pt x="3972167" y="569365"/>
                  </a:lnTo>
                  <a:lnTo>
                    <a:pt x="3976406" y="569365"/>
                  </a:lnTo>
                  <a:lnTo>
                    <a:pt x="3976406" y="567428"/>
                  </a:lnTo>
                  <a:lnTo>
                    <a:pt x="3980645" y="567428"/>
                  </a:lnTo>
                  <a:lnTo>
                    <a:pt x="3980645" y="565487"/>
                  </a:lnTo>
                  <a:lnTo>
                    <a:pt x="3984885" y="565487"/>
                  </a:lnTo>
                  <a:lnTo>
                    <a:pt x="3984885" y="564516"/>
                  </a:lnTo>
                  <a:lnTo>
                    <a:pt x="3989124" y="564516"/>
                  </a:lnTo>
                  <a:lnTo>
                    <a:pt x="3989124" y="563060"/>
                  </a:lnTo>
                  <a:lnTo>
                    <a:pt x="3993363" y="563060"/>
                  </a:lnTo>
                  <a:lnTo>
                    <a:pt x="3993363" y="560632"/>
                  </a:lnTo>
                  <a:lnTo>
                    <a:pt x="3997602" y="560632"/>
                  </a:lnTo>
                  <a:lnTo>
                    <a:pt x="3997602" y="559660"/>
                  </a:lnTo>
                  <a:lnTo>
                    <a:pt x="4001842" y="559660"/>
                  </a:lnTo>
                  <a:lnTo>
                    <a:pt x="4006081" y="559660"/>
                  </a:lnTo>
                  <a:lnTo>
                    <a:pt x="4006081" y="558687"/>
                  </a:lnTo>
                  <a:lnTo>
                    <a:pt x="4010320" y="558687"/>
                  </a:lnTo>
                  <a:lnTo>
                    <a:pt x="4010320" y="557713"/>
                  </a:lnTo>
                  <a:lnTo>
                    <a:pt x="4014559" y="557713"/>
                  </a:lnTo>
                  <a:lnTo>
                    <a:pt x="4014559" y="557226"/>
                  </a:lnTo>
                  <a:lnTo>
                    <a:pt x="4018799" y="557226"/>
                  </a:lnTo>
                  <a:lnTo>
                    <a:pt x="4018799" y="556252"/>
                  </a:lnTo>
                  <a:lnTo>
                    <a:pt x="4023038" y="556252"/>
                  </a:lnTo>
                  <a:lnTo>
                    <a:pt x="4023038" y="554302"/>
                  </a:lnTo>
                  <a:lnTo>
                    <a:pt x="4027277" y="554302"/>
                  </a:lnTo>
                  <a:lnTo>
                    <a:pt x="4027277" y="551865"/>
                  </a:lnTo>
                  <a:lnTo>
                    <a:pt x="4031516" y="551865"/>
                  </a:lnTo>
                  <a:lnTo>
                    <a:pt x="4031516" y="550402"/>
                  </a:lnTo>
                  <a:lnTo>
                    <a:pt x="4035756" y="550402"/>
                  </a:lnTo>
                  <a:lnTo>
                    <a:pt x="4035756" y="549426"/>
                  </a:lnTo>
                  <a:lnTo>
                    <a:pt x="4039995" y="549426"/>
                  </a:lnTo>
                  <a:lnTo>
                    <a:pt x="4039995" y="548937"/>
                  </a:lnTo>
                  <a:lnTo>
                    <a:pt x="4044234" y="548937"/>
                  </a:lnTo>
                  <a:lnTo>
                    <a:pt x="4044234" y="548448"/>
                  </a:lnTo>
                  <a:lnTo>
                    <a:pt x="4048473" y="548448"/>
                  </a:lnTo>
                  <a:lnTo>
                    <a:pt x="4048473" y="546981"/>
                  </a:lnTo>
                  <a:lnTo>
                    <a:pt x="4052712" y="546981"/>
                  </a:lnTo>
                  <a:lnTo>
                    <a:pt x="4052712" y="546003"/>
                  </a:lnTo>
                  <a:lnTo>
                    <a:pt x="4056952" y="546003"/>
                  </a:lnTo>
                  <a:lnTo>
                    <a:pt x="4061191" y="546003"/>
                  </a:lnTo>
                  <a:lnTo>
                    <a:pt x="4061191" y="544532"/>
                  </a:lnTo>
                  <a:lnTo>
                    <a:pt x="4065430" y="544532"/>
                  </a:lnTo>
                  <a:lnTo>
                    <a:pt x="4065430" y="542571"/>
                  </a:lnTo>
                  <a:lnTo>
                    <a:pt x="4069669" y="542571"/>
                  </a:lnTo>
                  <a:lnTo>
                    <a:pt x="4073909" y="542571"/>
                  </a:lnTo>
                  <a:lnTo>
                    <a:pt x="4073909" y="541096"/>
                  </a:lnTo>
                  <a:lnTo>
                    <a:pt x="4078148" y="541096"/>
                  </a:lnTo>
                  <a:lnTo>
                    <a:pt x="4078148" y="540112"/>
                  </a:lnTo>
                  <a:lnTo>
                    <a:pt x="4082387" y="540112"/>
                  </a:lnTo>
                  <a:lnTo>
                    <a:pt x="4082387" y="539128"/>
                  </a:lnTo>
                  <a:lnTo>
                    <a:pt x="4086626" y="539128"/>
                  </a:lnTo>
                  <a:lnTo>
                    <a:pt x="4086626" y="535683"/>
                  </a:lnTo>
                  <a:lnTo>
                    <a:pt x="4090866" y="535683"/>
                  </a:lnTo>
                  <a:lnTo>
                    <a:pt x="4090866" y="534204"/>
                  </a:lnTo>
                  <a:lnTo>
                    <a:pt x="4095105" y="534204"/>
                  </a:lnTo>
                  <a:lnTo>
                    <a:pt x="4095105" y="533217"/>
                  </a:lnTo>
                  <a:lnTo>
                    <a:pt x="4099344" y="533217"/>
                  </a:lnTo>
                  <a:lnTo>
                    <a:pt x="4103583" y="533217"/>
                  </a:lnTo>
                  <a:lnTo>
                    <a:pt x="4103583" y="532228"/>
                  </a:lnTo>
                  <a:lnTo>
                    <a:pt x="4107823" y="532228"/>
                  </a:lnTo>
                  <a:lnTo>
                    <a:pt x="4107823" y="530745"/>
                  </a:lnTo>
                  <a:lnTo>
                    <a:pt x="4112062" y="530745"/>
                  </a:lnTo>
                  <a:lnTo>
                    <a:pt x="4112062" y="530251"/>
                  </a:lnTo>
                  <a:lnTo>
                    <a:pt x="4116301" y="530251"/>
                  </a:lnTo>
                  <a:lnTo>
                    <a:pt x="4116301" y="529756"/>
                  </a:lnTo>
                  <a:lnTo>
                    <a:pt x="4120540" y="529756"/>
                  </a:lnTo>
                  <a:lnTo>
                    <a:pt x="4120540" y="529261"/>
                  </a:lnTo>
                  <a:lnTo>
                    <a:pt x="4124780" y="529261"/>
                  </a:lnTo>
                  <a:lnTo>
                    <a:pt x="4124780" y="527279"/>
                  </a:lnTo>
                  <a:lnTo>
                    <a:pt x="4129019" y="527279"/>
                  </a:lnTo>
                  <a:lnTo>
                    <a:pt x="4129019" y="526782"/>
                  </a:lnTo>
                  <a:lnTo>
                    <a:pt x="4133258" y="526782"/>
                  </a:lnTo>
                  <a:lnTo>
                    <a:pt x="4137497" y="526782"/>
                  </a:lnTo>
                  <a:lnTo>
                    <a:pt x="4137497" y="525790"/>
                  </a:lnTo>
                  <a:lnTo>
                    <a:pt x="4141737" y="525790"/>
                  </a:lnTo>
                  <a:lnTo>
                    <a:pt x="4141737" y="525294"/>
                  </a:lnTo>
                  <a:lnTo>
                    <a:pt x="4145976" y="525294"/>
                  </a:lnTo>
                  <a:lnTo>
                    <a:pt x="4145976" y="524797"/>
                  </a:lnTo>
                  <a:lnTo>
                    <a:pt x="4150215" y="524797"/>
                  </a:lnTo>
                  <a:lnTo>
                    <a:pt x="4150215" y="523803"/>
                  </a:lnTo>
                  <a:lnTo>
                    <a:pt x="4154454" y="523803"/>
                  </a:lnTo>
                  <a:lnTo>
                    <a:pt x="4158693" y="523803"/>
                  </a:lnTo>
                  <a:lnTo>
                    <a:pt x="4158693" y="521312"/>
                  </a:lnTo>
                  <a:lnTo>
                    <a:pt x="4162933" y="521312"/>
                  </a:lnTo>
                  <a:lnTo>
                    <a:pt x="4167172" y="521312"/>
                  </a:lnTo>
                  <a:lnTo>
                    <a:pt x="4167172" y="520316"/>
                  </a:lnTo>
                  <a:lnTo>
                    <a:pt x="4171411" y="520316"/>
                  </a:lnTo>
                  <a:lnTo>
                    <a:pt x="4171411" y="518322"/>
                  </a:lnTo>
                  <a:lnTo>
                    <a:pt x="4175650" y="518322"/>
                  </a:lnTo>
                  <a:lnTo>
                    <a:pt x="4175650" y="517823"/>
                  </a:lnTo>
                  <a:lnTo>
                    <a:pt x="4179890" y="517823"/>
                  </a:lnTo>
                  <a:lnTo>
                    <a:pt x="4179890" y="516325"/>
                  </a:lnTo>
                  <a:lnTo>
                    <a:pt x="4184129" y="516325"/>
                  </a:lnTo>
                  <a:lnTo>
                    <a:pt x="4184129" y="514826"/>
                  </a:lnTo>
                  <a:lnTo>
                    <a:pt x="4188368" y="514826"/>
                  </a:lnTo>
                  <a:lnTo>
                    <a:pt x="4188368" y="513825"/>
                  </a:lnTo>
                  <a:lnTo>
                    <a:pt x="4192607" y="513825"/>
                  </a:lnTo>
                  <a:lnTo>
                    <a:pt x="4192607" y="513323"/>
                  </a:lnTo>
                  <a:lnTo>
                    <a:pt x="4196847" y="513323"/>
                  </a:lnTo>
                  <a:lnTo>
                    <a:pt x="4196847" y="512822"/>
                  </a:lnTo>
                  <a:lnTo>
                    <a:pt x="4201086" y="512822"/>
                  </a:lnTo>
                  <a:lnTo>
                    <a:pt x="4201086" y="511317"/>
                  </a:lnTo>
                  <a:lnTo>
                    <a:pt x="4205325" y="511317"/>
                  </a:lnTo>
                  <a:lnTo>
                    <a:pt x="4205325" y="510314"/>
                  </a:lnTo>
                  <a:lnTo>
                    <a:pt x="4209564" y="510314"/>
                  </a:lnTo>
                  <a:lnTo>
                    <a:pt x="4209564" y="509309"/>
                  </a:lnTo>
                  <a:lnTo>
                    <a:pt x="4213804" y="509309"/>
                  </a:lnTo>
                  <a:lnTo>
                    <a:pt x="4213804" y="507299"/>
                  </a:lnTo>
                  <a:lnTo>
                    <a:pt x="4218043" y="507299"/>
                  </a:lnTo>
                  <a:lnTo>
                    <a:pt x="4218043" y="504279"/>
                  </a:lnTo>
                  <a:lnTo>
                    <a:pt x="4222282" y="504279"/>
                  </a:lnTo>
                  <a:lnTo>
                    <a:pt x="4222282" y="503776"/>
                  </a:lnTo>
                  <a:lnTo>
                    <a:pt x="4226521" y="503776"/>
                  </a:lnTo>
                  <a:lnTo>
                    <a:pt x="4226521" y="501257"/>
                  </a:lnTo>
                  <a:lnTo>
                    <a:pt x="4230761" y="501257"/>
                  </a:lnTo>
                  <a:lnTo>
                    <a:pt x="4230761" y="500753"/>
                  </a:lnTo>
                  <a:lnTo>
                    <a:pt x="4235000" y="500753"/>
                  </a:lnTo>
                  <a:lnTo>
                    <a:pt x="4235000" y="499744"/>
                  </a:lnTo>
                  <a:lnTo>
                    <a:pt x="4239239" y="499744"/>
                  </a:lnTo>
                  <a:lnTo>
                    <a:pt x="4239239" y="499239"/>
                  </a:lnTo>
                  <a:lnTo>
                    <a:pt x="4243478" y="499239"/>
                  </a:lnTo>
                  <a:lnTo>
                    <a:pt x="4243478" y="497217"/>
                  </a:lnTo>
                  <a:lnTo>
                    <a:pt x="4247718" y="497217"/>
                  </a:lnTo>
                  <a:lnTo>
                    <a:pt x="4247718" y="496711"/>
                  </a:lnTo>
                  <a:lnTo>
                    <a:pt x="4251957" y="496711"/>
                  </a:lnTo>
                  <a:lnTo>
                    <a:pt x="4251957" y="496205"/>
                  </a:lnTo>
                  <a:lnTo>
                    <a:pt x="4256196" y="496205"/>
                  </a:lnTo>
                  <a:lnTo>
                    <a:pt x="4256196" y="494686"/>
                  </a:lnTo>
                  <a:lnTo>
                    <a:pt x="4260435" y="494686"/>
                  </a:lnTo>
                  <a:lnTo>
                    <a:pt x="4260435" y="493673"/>
                  </a:lnTo>
                  <a:lnTo>
                    <a:pt x="4264674" y="493673"/>
                  </a:lnTo>
                  <a:lnTo>
                    <a:pt x="4264674" y="492152"/>
                  </a:lnTo>
                  <a:lnTo>
                    <a:pt x="4268914" y="492152"/>
                  </a:lnTo>
                  <a:lnTo>
                    <a:pt x="4268914" y="491138"/>
                  </a:lnTo>
                  <a:lnTo>
                    <a:pt x="4273153" y="491138"/>
                  </a:lnTo>
                  <a:lnTo>
                    <a:pt x="4273153" y="489616"/>
                  </a:lnTo>
                  <a:lnTo>
                    <a:pt x="4277392" y="489616"/>
                  </a:lnTo>
                  <a:lnTo>
                    <a:pt x="4281631" y="489616"/>
                  </a:lnTo>
                  <a:lnTo>
                    <a:pt x="4281631" y="488599"/>
                  </a:lnTo>
                  <a:lnTo>
                    <a:pt x="4285871" y="488599"/>
                  </a:lnTo>
                  <a:lnTo>
                    <a:pt x="4285871" y="487073"/>
                  </a:lnTo>
                  <a:lnTo>
                    <a:pt x="4290110" y="487073"/>
                  </a:lnTo>
                  <a:lnTo>
                    <a:pt x="4294349" y="487073"/>
                  </a:lnTo>
                  <a:lnTo>
                    <a:pt x="4294349" y="486563"/>
                  </a:lnTo>
                  <a:lnTo>
                    <a:pt x="4298588" y="486563"/>
                  </a:lnTo>
                  <a:lnTo>
                    <a:pt x="4302828" y="486563"/>
                  </a:lnTo>
                  <a:lnTo>
                    <a:pt x="4302828" y="486053"/>
                  </a:lnTo>
                  <a:lnTo>
                    <a:pt x="4307067" y="486053"/>
                  </a:lnTo>
                  <a:lnTo>
                    <a:pt x="4307067" y="485542"/>
                  </a:lnTo>
                  <a:lnTo>
                    <a:pt x="4311306" y="485542"/>
                  </a:lnTo>
                  <a:lnTo>
                    <a:pt x="4311306" y="484518"/>
                  </a:lnTo>
                  <a:lnTo>
                    <a:pt x="4315545" y="484518"/>
                  </a:lnTo>
                  <a:lnTo>
                    <a:pt x="4315545" y="483494"/>
                  </a:lnTo>
                  <a:lnTo>
                    <a:pt x="4319785" y="483494"/>
                  </a:lnTo>
                  <a:lnTo>
                    <a:pt x="4319785" y="482469"/>
                  </a:lnTo>
                  <a:lnTo>
                    <a:pt x="4324024" y="482469"/>
                  </a:lnTo>
                  <a:lnTo>
                    <a:pt x="4328263" y="482469"/>
                  </a:lnTo>
                  <a:lnTo>
                    <a:pt x="4328263" y="481957"/>
                  </a:lnTo>
                  <a:lnTo>
                    <a:pt x="4332502" y="481957"/>
                  </a:lnTo>
                  <a:lnTo>
                    <a:pt x="4332502" y="477854"/>
                  </a:lnTo>
                  <a:lnTo>
                    <a:pt x="4336742" y="477854"/>
                  </a:lnTo>
                  <a:lnTo>
                    <a:pt x="4336742" y="476825"/>
                  </a:lnTo>
                  <a:lnTo>
                    <a:pt x="4340981" y="476825"/>
                  </a:lnTo>
                  <a:lnTo>
                    <a:pt x="4340981" y="475796"/>
                  </a:lnTo>
                  <a:lnTo>
                    <a:pt x="4345220" y="475796"/>
                  </a:lnTo>
                  <a:lnTo>
                    <a:pt x="4345220" y="475282"/>
                  </a:lnTo>
                  <a:lnTo>
                    <a:pt x="4349459" y="475282"/>
                  </a:lnTo>
                  <a:lnTo>
                    <a:pt x="4349459" y="474253"/>
                  </a:lnTo>
                  <a:lnTo>
                    <a:pt x="4353698" y="474253"/>
                  </a:lnTo>
                  <a:lnTo>
                    <a:pt x="4353698" y="473223"/>
                  </a:lnTo>
                  <a:lnTo>
                    <a:pt x="4357938" y="473223"/>
                  </a:lnTo>
                  <a:lnTo>
                    <a:pt x="4357938" y="472194"/>
                  </a:lnTo>
                  <a:lnTo>
                    <a:pt x="4362177" y="472194"/>
                  </a:lnTo>
                  <a:lnTo>
                    <a:pt x="4362177" y="470647"/>
                  </a:lnTo>
                  <a:lnTo>
                    <a:pt x="4366416" y="470647"/>
                  </a:lnTo>
                  <a:lnTo>
                    <a:pt x="4366416" y="470131"/>
                  </a:lnTo>
                  <a:lnTo>
                    <a:pt x="4370655" y="470131"/>
                  </a:lnTo>
                  <a:lnTo>
                    <a:pt x="4370655" y="469098"/>
                  </a:lnTo>
                  <a:lnTo>
                    <a:pt x="4374895" y="469098"/>
                  </a:lnTo>
                  <a:lnTo>
                    <a:pt x="4379134" y="469098"/>
                  </a:lnTo>
                  <a:lnTo>
                    <a:pt x="4379134" y="468580"/>
                  </a:lnTo>
                  <a:lnTo>
                    <a:pt x="4383373" y="468580"/>
                  </a:lnTo>
                  <a:lnTo>
                    <a:pt x="4383373" y="467545"/>
                  </a:lnTo>
                  <a:lnTo>
                    <a:pt x="4387612" y="467545"/>
                  </a:lnTo>
                  <a:lnTo>
                    <a:pt x="4387612" y="465992"/>
                  </a:lnTo>
                  <a:lnTo>
                    <a:pt x="4391852" y="465992"/>
                  </a:lnTo>
                  <a:lnTo>
                    <a:pt x="4391852" y="465474"/>
                  </a:lnTo>
                  <a:lnTo>
                    <a:pt x="4396091" y="465474"/>
                  </a:lnTo>
                  <a:lnTo>
                    <a:pt x="4400330" y="465474"/>
                  </a:lnTo>
                  <a:lnTo>
                    <a:pt x="4400330" y="464955"/>
                  </a:lnTo>
                  <a:lnTo>
                    <a:pt x="4404569" y="464955"/>
                  </a:lnTo>
                  <a:lnTo>
                    <a:pt x="4404569" y="463397"/>
                  </a:lnTo>
                  <a:lnTo>
                    <a:pt x="4408809" y="463397"/>
                  </a:lnTo>
                  <a:lnTo>
                    <a:pt x="4408809" y="461838"/>
                  </a:lnTo>
                  <a:lnTo>
                    <a:pt x="4413048" y="461838"/>
                  </a:lnTo>
                  <a:lnTo>
                    <a:pt x="4413048" y="460798"/>
                  </a:lnTo>
                  <a:lnTo>
                    <a:pt x="4417287" y="460798"/>
                  </a:lnTo>
                  <a:lnTo>
                    <a:pt x="4421526" y="460798"/>
                  </a:lnTo>
                  <a:lnTo>
                    <a:pt x="4421526" y="460277"/>
                  </a:lnTo>
                  <a:lnTo>
                    <a:pt x="4425766" y="460277"/>
                  </a:lnTo>
                  <a:lnTo>
                    <a:pt x="4425766" y="459755"/>
                  </a:lnTo>
                  <a:lnTo>
                    <a:pt x="4430005" y="459755"/>
                  </a:lnTo>
                  <a:lnTo>
                    <a:pt x="4430005" y="458711"/>
                  </a:lnTo>
                  <a:lnTo>
                    <a:pt x="4434244" y="458711"/>
                  </a:lnTo>
                  <a:lnTo>
                    <a:pt x="4434244" y="458189"/>
                  </a:lnTo>
                  <a:lnTo>
                    <a:pt x="4438483" y="458189"/>
                  </a:lnTo>
                  <a:lnTo>
                    <a:pt x="4438483" y="457667"/>
                  </a:lnTo>
                  <a:lnTo>
                    <a:pt x="4442723" y="457667"/>
                  </a:lnTo>
                  <a:lnTo>
                    <a:pt x="4446962" y="457667"/>
                  </a:lnTo>
                  <a:lnTo>
                    <a:pt x="4446962" y="456621"/>
                  </a:lnTo>
                  <a:lnTo>
                    <a:pt x="4451201" y="456621"/>
                  </a:lnTo>
                  <a:lnTo>
                    <a:pt x="4455440" y="456621"/>
                  </a:lnTo>
                  <a:lnTo>
                    <a:pt x="4455440" y="455046"/>
                  </a:lnTo>
                  <a:lnTo>
                    <a:pt x="4459679" y="455046"/>
                  </a:lnTo>
                  <a:lnTo>
                    <a:pt x="4463919" y="455046"/>
                  </a:lnTo>
                  <a:lnTo>
                    <a:pt x="4463919" y="453995"/>
                  </a:lnTo>
                  <a:lnTo>
                    <a:pt x="4468158" y="453995"/>
                  </a:lnTo>
                  <a:lnTo>
                    <a:pt x="4468158" y="452943"/>
                  </a:lnTo>
                  <a:lnTo>
                    <a:pt x="4472397" y="452943"/>
                  </a:lnTo>
                  <a:lnTo>
                    <a:pt x="4472397" y="452417"/>
                  </a:lnTo>
                  <a:lnTo>
                    <a:pt x="4476636" y="452417"/>
                  </a:lnTo>
                  <a:lnTo>
                    <a:pt x="4476636" y="449784"/>
                  </a:lnTo>
                  <a:lnTo>
                    <a:pt x="4480876" y="449784"/>
                  </a:lnTo>
                  <a:lnTo>
                    <a:pt x="4485115" y="449784"/>
                  </a:lnTo>
                  <a:lnTo>
                    <a:pt x="4485115" y="448728"/>
                  </a:lnTo>
                  <a:lnTo>
                    <a:pt x="4489354" y="448728"/>
                  </a:lnTo>
                  <a:lnTo>
                    <a:pt x="4489354" y="448201"/>
                  </a:lnTo>
                  <a:lnTo>
                    <a:pt x="4493593" y="448201"/>
                  </a:lnTo>
                  <a:lnTo>
                    <a:pt x="4493593" y="447672"/>
                  </a:lnTo>
                  <a:lnTo>
                    <a:pt x="4497833" y="447672"/>
                  </a:lnTo>
                  <a:lnTo>
                    <a:pt x="4502072" y="447672"/>
                  </a:lnTo>
                  <a:lnTo>
                    <a:pt x="4502072" y="447143"/>
                  </a:lnTo>
                  <a:lnTo>
                    <a:pt x="4506311" y="447143"/>
                  </a:lnTo>
                  <a:lnTo>
                    <a:pt x="4506311" y="446084"/>
                  </a:lnTo>
                  <a:lnTo>
                    <a:pt x="4510550" y="446084"/>
                  </a:lnTo>
                  <a:lnTo>
                    <a:pt x="4514790" y="446084"/>
                  </a:lnTo>
                  <a:lnTo>
                    <a:pt x="4514790" y="445553"/>
                  </a:lnTo>
                  <a:lnTo>
                    <a:pt x="4519029" y="445553"/>
                  </a:lnTo>
                  <a:lnTo>
                    <a:pt x="4519029" y="445022"/>
                  </a:lnTo>
                  <a:lnTo>
                    <a:pt x="4523268" y="445022"/>
                  </a:lnTo>
                  <a:lnTo>
                    <a:pt x="4523268" y="444491"/>
                  </a:lnTo>
                  <a:lnTo>
                    <a:pt x="4527507" y="444491"/>
                  </a:lnTo>
                  <a:lnTo>
                    <a:pt x="4531747" y="444491"/>
                  </a:lnTo>
                  <a:lnTo>
                    <a:pt x="4531747" y="443428"/>
                  </a:lnTo>
                  <a:lnTo>
                    <a:pt x="4535986" y="443428"/>
                  </a:lnTo>
                  <a:lnTo>
                    <a:pt x="4535986" y="442364"/>
                  </a:lnTo>
                  <a:lnTo>
                    <a:pt x="4540225" y="442364"/>
                  </a:lnTo>
                  <a:lnTo>
                    <a:pt x="4544464" y="442364"/>
                  </a:lnTo>
                  <a:lnTo>
                    <a:pt x="4548704" y="442364"/>
                  </a:lnTo>
                  <a:lnTo>
                    <a:pt x="4548704" y="441296"/>
                  </a:lnTo>
                  <a:lnTo>
                    <a:pt x="4552943" y="441296"/>
                  </a:lnTo>
                  <a:lnTo>
                    <a:pt x="4552943" y="440228"/>
                  </a:lnTo>
                  <a:lnTo>
                    <a:pt x="4557182" y="440228"/>
                  </a:lnTo>
                  <a:lnTo>
                    <a:pt x="4557182" y="439693"/>
                  </a:lnTo>
                  <a:lnTo>
                    <a:pt x="4561421" y="439693"/>
                  </a:lnTo>
                  <a:lnTo>
                    <a:pt x="4561421" y="438088"/>
                  </a:lnTo>
                  <a:lnTo>
                    <a:pt x="4565660" y="438088"/>
                  </a:lnTo>
                  <a:lnTo>
                    <a:pt x="4565660" y="437017"/>
                  </a:lnTo>
                  <a:lnTo>
                    <a:pt x="4569900" y="437017"/>
                  </a:lnTo>
                  <a:lnTo>
                    <a:pt x="4569900" y="434874"/>
                  </a:lnTo>
                  <a:lnTo>
                    <a:pt x="4574139" y="434874"/>
                  </a:lnTo>
                  <a:lnTo>
                    <a:pt x="4578378" y="434874"/>
                  </a:lnTo>
                  <a:lnTo>
                    <a:pt x="4578378" y="434337"/>
                  </a:lnTo>
                  <a:lnTo>
                    <a:pt x="4582617" y="434337"/>
                  </a:lnTo>
                  <a:lnTo>
                    <a:pt x="4586857" y="434337"/>
                  </a:lnTo>
                  <a:lnTo>
                    <a:pt x="4591096" y="434337"/>
                  </a:lnTo>
                  <a:lnTo>
                    <a:pt x="4591096" y="433262"/>
                  </a:lnTo>
                  <a:lnTo>
                    <a:pt x="4595335" y="433262"/>
                  </a:lnTo>
                  <a:lnTo>
                    <a:pt x="4595335" y="431648"/>
                  </a:lnTo>
                  <a:lnTo>
                    <a:pt x="4599574" y="431648"/>
                  </a:lnTo>
                  <a:lnTo>
                    <a:pt x="4599574" y="431110"/>
                  </a:lnTo>
                  <a:lnTo>
                    <a:pt x="4603814" y="431110"/>
                  </a:lnTo>
                  <a:lnTo>
                    <a:pt x="4603814" y="430571"/>
                  </a:lnTo>
                  <a:lnTo>
                    <a:pt x="4608053" y="430571"/>
                  </a:lnTo>
                  <a:lnTo>
                    <a:pt x="4608053" y="428955"/>
                  </a:lnTo>
                  <a:lnTo>
                    <a:pt x="4612292" y="428955"/>
                  </a:lnTo>
                  <a:lnTo>
                    <a:pt x="4612292" y="426798"/>
                  </a:lnTo>
                  <a:lnTo>
                    <a:pt x="4616531" y="426798"/>
                  </a:lnTo>
                  <a:lnTo>
                    <a:pt x="4616531" y="426259"/>
                  </a:lnTo>
                  <a:lnTo>
                    <a:pt x="4620771" y="426259"/>
                  </a:lnTo>
                  <a:lnTo>
                    <a:pt x="4625010" y="426259"/>
                  </a:lnTo>
                  <a:lnTo>
                    <a:pt x="4625010" y="424636"/>
                  </a:lnTo>
                  <a:lnTo>
                    <a:pt x="4629249" y="424636"/>
                  </a:lnTo>
                  <a:lnTo>
                    <a:pt x="4629249" y="423013"/>
                  </a:lnTo>
                  <a:lnTo>
                    <a:pt x="4633488" y="423013"/>
                  </a:lnTo>
                  <a:lnTo>
                    <a:pt x="4633488" y="421384"/>
                  </a:lnTo>
                  <a:lnTo>
                    <a:pt x="4637728" y="421384"/>
                  </a:lnTo>
                  <a:lnTo>
                    <a:pt x="4637728" y="420841"/>
                  </a:lnTo>
                  <a:lnTo>
                    <a:pt x="4641967" y="420841"/>
                  </a:lnTo>
                  <a:lnTo>
                    <a:pt x="4641967" y="420297"/>
                  </a:lnTo>
                  <a:lnTo>
                    <a:pt x="4646206" y="420297"/>
                  </a:lnTo>
                  <a:lnTo>
                    <a:pt x="4646206" y="419210"/>
                  </a:lnTo>
                  <a:lnTo>
                    <a:pt x="4650445" y="419210"/>
                  </a:lnTo>
                  <a:lnTo>
                    <a:pt x="4654684" y="419210"/>
                  </a:lnTo>
                  <a:lnTo>
                    <a:pt x="4654684" y="418665"/>
                  </a:lnTo>
                  <a:lnTo>
                    <a:pt x="4658924" y="418665"/>
                  </a:lnTo>
                  <a:lnTo>
                    <a:pt x="4663163" y="418665"/>
                  </a:lnTo>
                  <a:lnTo>
                    <a:pt x="4663163" y="416485"/>
                  </a:lnTo>
                  <a:lnTo>
                    <a:pt x="4667402" y="416485"/>
                  </a:lnTo>
                  <a:lnTo>
                    <a:pt x="4667402" y="415395"/>
                  </a:lnTo>
                  <a:lnTo>
                    <a:pt x="4671641" y="415395"/>
                  </a:lnTo>
                  <a:lnTo>
                    <a:pt x="4671641" y="414849"/>
                  </a:lnTo>
                  <a:lnTo>
                    <a:pt x="4675881" y="414849"/>
                  </a:lnTo>
                  <a:lnTo>
                    <a:pt x="4675881" y="413756"/>
                  </a:lnTo>
                  <a:lnTo>
                    <a:pt x="4680120" y="413756"/>
                  </a:lnTo>
                  <a:lnTo>
                    <a:pt x="4680120" y="413210"/>
                  </a:lnTo>
                  <a:lnTo>
                    <a:pt x="4684359" y="413210"/>
                  </a:lnTo>
                  <a:lnTo>
                    <a:pt x="4684359" y="412662"/>
                  </a:lnTo>
                  <a:lnTo>
                    <a:pt x="4688598" y="412662"/>
                  </a:lnTo>
                  <a:lnTo>
                    <a:pt x="4692838" y="412662"/>
                  </a:lnTo>
                  <a:lnTo>
                    <a:pt x="4692838" y="412114"/>
                  </a:lnTo>
                  <a:lnTo>
                    <a:pt x="4697077" y="412114"/>
                  </a:lnTo>
                  <a:lnTo>
                    <a:pt x="4697077" y="411566"/>
                  </a:lnTo>
                  <a:lnTo>
                    <a:pt x="4701316" y="411566"/>
                  </a:lnTo>
                  <a:lnTo>
                    <a:pt x="4701316" y="409371"/>
                  </a:lnTo>
                  <a:lnTo>
                    <a:pt x="4705555" y="409371"/>
                  </a:lnTo>
                  <a:lnTo>
                    <a:pt x="4709795" y="409371"/>
                  </a:lnTo>
                  <a:lnTo>
                    <a:pt x="4709795" y="408272"/>
                  </a:lnTo>
                  <a:lnTo>
                    <a:pt x="4714034" y="408272"/>
                  </a:lnTo>
                  <a:lnTo>
                    <a:pt x="4714034" y="407723"/>
                  </a:lnTo>
                  <a:lnTo>
                    <a:pt x="4718273" y="407723"/>
                  </a:lnTo>
                  <a:lnTo>
                    <a:pt x="4718273" y="406073"/>
                  </a:lnTo>
                  <a:lnTo>
                    <a:pt x="4722512" y="406073"/>
                  </a:lnTo>
                  <a:lnTo>
                    <a:pt x="4726752" y="406073"/>
                  </a:lnTo>
                  <a:lnTo>
                    <a:pt x="4726752" y="404971"/>
                  </a:lnTo>
                  <a:lnTo>
                    <a:pt x="4730991" y="404971"/>
                  </a:lnTo>
                  <a:lnTo>
                    <a:pt x="4730991" y="404420"/>
                  </a:lnTo>
                  <a:lnTo>
                    <a:pt x="4735230" y="404420"/>
                  </a:lnTo>
                  <a:lnTo>
                    <a:pt x="4735230" y="402766"/>
                  </a:lnTo>
                  <a:lnTo>
                    <a:pt x="4739469" y="402766"/>
                  </a:lnTo>
                  <a:lnTo>
                    <a:pt x="4739469" y="402214"/>
                  </a:lnTo>
                  <a:lnTo>
                    <a:pt x="4743709" y="402214"/>
                  </a:lnTo>
                  <a:lnTo>
                    <a:pt x="4743709" y="401663"/>
                  </a:lnTo>
                  <a:lnTo>
                    <a:pt x="4747948" y="401663"/>
                  </a:lnTo>
                  <a:lnTo>
                    <a:pt x="4747948" y="401110"/>
                  </a:lnTo>
                  <a:lnTo>
                    <a:pt x="4752187" y="401110"/>
                  </a:lnTo>
                  <a:lnTo>
                    <a:pt x="4752187" y="398897"/>
                  </a:lnTo>
                  <a:lnTo>
                    <a:pt x="4756426" y="398897"/>
                  </a:lnTo>
                  <a:lnTo>
                    <a:pt x="4756426" y="397789"/>
                  </a:lnTo>
                  <a:lnTo>
                    <a:pt x="4760665" y="397789"/>
                  </a:lnTo>
                  <a:lnTo>
                    <a:pt x="4760665" y="396680"/>
                  </a:lnTo>
                  <a:lnTo>
                    <a:pt x="4764905" y="396680"/>
                  </a:lnTo>
                  <a:lnTo>
                    <a:pt x="4764905" y="396126"/>
                  </a:lnTo>
                  <a:lnTo>
                    <a:pt x="4769144" y="396126"/>
                  </a:lnTo>
                  <a:lnTo>
                    <a:pt x="4769144" y="395571"/>
                  </a:lnTo>
                  <a:lnTo>
                    <a:pt x="4773383" y="395571"/>
                  </a:lnTo>
                  <a:lnTo>
                    <a:pt x="4773383" y="394460"/>
                  </a:lnTo>
                  <a:lnTo>
                    <a:pt x="4777622" y="394460"/>
                  </a:lnTo>
                  <a:lnTo>
                    <a:pt x="4777622" y="393348"/>
                  </a:lnTo>
                  <a:lnTo>
                    <a:pt x="4781862" y="393348"/>
                  </a:lnTo>
                  <a:lnTo>
                    <a:pt x="4786101" y="393348"/>
                  </a:lnTo>
                  <a:lnTo>
                    <a:pt x="4786101" y="391674"/>
                  </a:lnTo>
                  <a:lnTo>
                    <a:pt x="4790340" y="391674"/>
                  </a:lnTo>
                  <a:lnTo>
                    <a:pt x="4790340" y="391116"/>
                  </a:lnTo>
                  <a:lnTo>
                    <a:pt x="4794579" y="391116"/>
                  </a:lnTo>
                  <a:lnTo>
                    <a:pt x="4798819" y="391116"/>
                  </a:lnTo>
                  <a:lnTo>
                    <a:pt x="4803058" y="391116"/>
                  </a:lnTo>
                  <a:lnTo>
                    <a:pt x="4803058" y="390557"/>
                  </a:lnTo>
                  <a:lnTo>
                    <a:pt x="4807297" y="390557"/>
                  </a:lnTo>
                  <a:lnTo>
                    <a:pt x="4807297" y="388876"/>
                  </a:lnTo>
                  <a:lnTo>
                    <a:pt x="4811536" y="388876"/>
                  </a:lnTo>
                  <a:lnTo>
                    <a:pt x="4811536" y="387754"/>
                  </a:lnTo>
                  <a:lnTo>
                    <a:pt x="4815776" y="387754"/>
                  </a:lnTo>
                  <a:lnTo>
                    <a:pt x="4815776" y="386069"/>
                  </a:lnTo>
                  <a:lnTo>
                    <a:pt x="4820015" y="386069"/>
                  </a:lnTo>
                  <a:lnTo>
                    <a:pt x="4820015" y="384946"/>
                  </a:lnTo>
                  <a:lnTo>
                    <a:pt x="4824254" y="384946"/>
                  </a:lnTo>
                  <a:lnTo>
                    <a:pt x="4824254" y="384383"/>
                  </a:lnTo>
                  <a:lnTo>
                    <a:pt x="4828493" y="384383"/>
                  </a:lnTo>
                  <a:lnTo>
                    <a:pt x="4828493" y="383821"/>
                  </a:lnTo>
                  <a:lnTo>
                    <a:pt x="4832733" y="383821"/>
                  </a:lnTo>
                  <a:lnTo>
                    <a:pt x="4832733" y="382695"/>
                  </a:lnTo>
                  <a:lnTo>
                    <a:pt x="4836972" y="382695"/>
                  </a:lnTo>
                  <a:lnTo>
                    <a:pt x="4836972" y="382133"/>
                  </a:lnTo>
                  <a:lnTo>
                    <a:pt x="4841211" y="382133"/>
                  </a:lnTo>
                  <a:lnTo>
                    <a:pt x="4841211" y="379879"/>
                  </a:lnTo>
                  <a:lnTo>
                    <a:pt x="4845450" y="379879"/>
                  </a:lnTo>
                  <a:lnTo>
                    <a:pt x="4845450" y="379316"/>
                  </a:lnTo>
                  <a:lnTo>
                    <a:pt x="4849690" y="379316"/>
                  </a:lnTo>
                  <a:lnTo>
                    <a:pt x="4849690" y="378189"/>
                  </a:lnTo>
                  <a:lnTo>
                    <a:pt x="4853929" y="378189"/>
                  </a:lnTo>
                  <a:lnTo>
                    <a:pt x="4853929" y="377060"/>
                  </a:lnTo>
                  <a:lnTo>
                    <a:pt x="4858168" y="377060"/>
                  </a:lnTo>
                  <a:lnTo>
                    <a:pt x="4858168" y="376496"/>
                  </a:lnTo>
                  <a:lnTo>
                    <a:pt x="4862407" y="376496"/>
                  </a:lnTo>
                  <a:lnTo>
                    <a:pt x="4862407" y="375931"/>
                  </a:lnTo>
                  <a:lnTo>
                    <a:pt x="4866646" y="375931"/>
                  </a:lnTo>
                  <a:lnTo>
                    <a:pt x="4866646" y="374236"/>
                  </a:lnTo>
                  <a:lnTo>
                    <a:pt x="4870886" y="374236"/>
                  </a:lnTo>
                  <a:lnTo>
                    <a:pt x="4870886" y="373670"/>
                  </a:lnTo>
                  <a:lnTo>
                    <a:pt x="4879364" y="373670"/>
                  </a:lnTo>
                  <a:lnTo>
                    <a:pt x="4879364" y="371970"/>
                  </a:lnTo>
                  <a:lnTo>
                    <a:pt x="4883603" y="371970"/>
                  </a:lnTo>
                  <a:lnTo>
                    <a:pt x="4883603" y="371403"/>
                  </a:lnTo>
                  <a:lnTo>
                    <a:pt x="4887843" y="371403"/>
                  </a:lnTo>
                  <a:lnTo>
                    <a:pt x="4887843" y="370268"/>
                  </a:lnTo>
                  <a:lnTo>
                    <a:pt x="4892082" y="370268"/>
                  </a:lnTo>
                  <a:lnTo>
                    <a:pt x="4892082" y="369700"/>
                  </a:lnTo>
                  <a:lnTo>
                    <a:pt x="4896321" y="369700"/>
                  </a:lnTo>
                  <a:lnTo>
                    <a:pt x="4900560" y="369700"/>
                  </a:lnTo>
                  <a:lnTo>
                    <a:pt x="4904800" y="369700"/>
                  </a:lnTo>
                  <a:lnTo>
                    <a:pt x="4904800" y="368562"/>
                  </a:lnTo>
                  <a:lnTo>
                    <a:pt x="4909039" y="368562"/>
                  </a:lnTo>
                  <a:lnTo>
                    <a:pt x="4909039" y="367993"/>
                  </a:lnTo>
                  <a:lnTo>
                    <a:pt x="4913278" y="367993"/>
                  </a:lnTo>
                  <a:lnTo>
                    <a:pt x="4917517" y="367993"/>
                  </a:lnTo>
                  <a:lnTo>
                    <a:pt x="4917517" y="367423"/>
                  </a:lnTo>
                  <a:lnTo>
                    <a:pt x="4921757" y="367423"/>
                  </a:lnTo>
                  <a:lnTo>
                    <a:pt x="4921757" y="366282"/>
                  </a:lnTo>
                  <a:lnTo>
                    <a:pt x="4925996" y="366282"/>
                  </a:lnTo>
                  <a:lnTo>
                    <a:pt x="4925996" y="365140"/>
                  </a:lnTo>
                  <a:lnTo>
                    <a:pt x="4930235" y="365140"/>
                  </a:lnTo>
                  <a:lnTo>
                    <a:pt x="4934474" y="365140"/>
                  </a:lnTo>
                  <a:lnTo>
                    <a:pt x="4938714" y="365140"/>
                  </a:lnTo>
                  <a:lnTo>
                    <a:pt x="4942953" y="365140"/>
                  </a:lnTo>
                  <a:lnTo>
                    <a:pt x="4942953" y="363997"/>
                  </a:lnTo>
                  <a:lnTo>
                    <a:pt x="4951431" y="363997"/>
                  </a:lnTo>
                  <a:lnTo>
                    <a:pt x="4951431" y="362282"/>
                  </a:lnTo>
                  <a:lnTo>
                    <a:pt x="4955671" y="362282"/>
                  </a:lnTo>
                  <a:lnTo>
                    <a:pt x="4955671" y="361710"/>
                  </a:lnTo>
                  <a:lnTo>
                    <a:pt x="4959910" y="361710"/>
                  </a:lnTo>
                  <a:lnTo>
                    <a:pt x="4959910" y="360564"/>
                  </a:lnTo>
                  <a:lnTo>
                    <a:pt x="4964149" y="360564"/>
                  </a:lnTo>
                  <a:lnTo>
                    <a:pt x="4964149" y="358844"/>
                  </a:lnTo>
                  <a:lnTo>
                    <a:pt x="4968388" y="358844"/>
                  </a:lnTo>
                  <a:lnTo>
                    <a:pt x="4968388" y="357697"/>
                  </a:lnTo>
                  <a:lnTo>
                    <a:pt x="4972627" y="357697"/>
                  </a:lnTo>
                  <a:lnTo>
                    <a:pt x="4972627" y="357124"/>
                  </a:lnTo>
                  <a:lnTo>
                    <a:pt x="4976867" y="357124"/>
                  </a:lnTo>
                  <a:lnTo>
                    <a:pt x="4976867" y="355976"/>
                  </a:lnTo>
                  <a:lnTo>
                    <a:pt x="4981106" y="355976"/>
                  </a:lnTo>
                  <a:lnTo>
                    <a:pt x="4981106" y="354828"/>
                  </a:lnTo>
                  <a:lnTo>
                    <a:pt x="4985345" y="354828"/>
                  </a:lnTo>
                  <a:lnTo>
                    <a:pt x="4985345" y="353105"/>
                  </a:lnTo>
                  <a:lnTo>
                    <a:pt x="4989584" y="353105"/>
                  </a:lnTo>
                  <a:lnTo>
                    <a:pt x="4989584" y="352530"/>
                  </a:lnTo>
                  <a:lnTo>
                    <a:pt x="4993824" y="352530"/>
                  </a:lnTo>
                  <a:lnTo>
                    <a:pt x="4993824" y="350230"/>
                  </a:lnTo>
                  <a:lnTo>
                    <a:pt x="4998063" y="350230"/>
                  </a:lnTo>
                  <a:lnTo>
                    <a:pt x="5002302" y="350230"/>
                  </a:lnTo>
                  <a:lnTo>
                    <a:pt x="5002302" y="348504"/>
                  </a:lnTo>
                  <a:lnTo>
                    <a:pt x="5006541" y="348504"/>
                  </a:lnTo>
                  <a:lnTo>
                    <a:pt x="5010781" y="348504"/>
                  </a:lnTo>
                  <a:lnTo>
                    <a:pt x="5010781" y="347928"/>
                  </a:lnTo>
                  <a:lnTo>
                    <a:pt x="5015020" y="347928"/>
                  </a:lnTo>
                  <a:lnTo>
                    <a:pt x="5015020" y="346201"/>
                  </a:lnTo>
                  <a:lnTo>
                    <a:pt x="5019259" y="346201"/>
                  </a:lnTo>
                  <a:lnTo>
                    <a:pt x="5019259" y="345048"/>
                  </a:lnTo>
                  <a:lnTo>
                    <a:pt x="5023498" y="345048"/>
                  </a:lnTo>
                  <a:lnTo>
                    <a:pt x="5027738" y="345048"/>
                  </a:lnTo>
                  <a:lnTo>
                    <a:pt x="5031977" y="345048"/>
                  </a:lnTo>
                  <a:lnTo>
                    <a:pt x="5031977" y="343893"/>
                  </a:lnTo>
                  <a:lnTo>
                    <a:pt x="5036216" y="343893"/>
                  </a:lnTo>
                  <a:lnTo>
                    <a:pt x="5040455" y="343893"/>
                  </a:lnTo>
                  <a:lnTo>
                    <a:pt x="5040455" y="342737"/>
                  </a:lnTo>
                  <a:lnTo>
                    <a:pt x="5044695" y="342737"/>
                  </a:lnTo>
                  <a:lnTo>
                    <a:pt x="5044695" y="342159"/>
                  </a:lnTo>
                  <a:lnTo>
                    <a:pt x="5048934" y="342159"/>
                  </a:lnTo>
                  <a:lnTo>
                    <a:pt x="5048934" y="341579"/>
                  </a:lnTo>
                  <a:lnTo>
                    <a:pt x="5053173" y="341579"/>
                  </a:lnTo>
                  <a:lnTo>
                    <a:pt x="5053173" y="341000"/>
                  </a:lnTo>
                  <a:lnTo>
                    <a:pt x="5057412" y="341000"/>
                  </a:lnTo>
                  <a:lnTo>
                    <a:pt x="5057412" y="339840"/>
                  </a:lnTo>
                  <a:lnTo>
                    <a:pt x="5061651" y="339840"/>
                  </a:lnTo>
                  <a:lnTo>
                    <a:pt x="5061651" y="337520"/>
                  </a:lnTo>
                  <a:lnTo>
                    <a:pt x="5065891" y="337520"/>
                  </a:lnTo>
                  <a:lnTo>
                    <a:pt x="5065891" y="336939"/>
                  </a:lnTo>
                  <a:lnTo>
                    <a:pt x="5070130" y="336939"/>
                  </a:lnTo>
                  <a:lnTo>
                    <a:pt x="5070130" y="335196"/>
                  </a:lnTo>
                  <a:lnTo>
                    <a:pt x="5074369" y="335196"/>
                  </a:lnTo>
                  <a:lnTo>
                    <a:pt x="5074369" y="332869"/>
                  </a:lnTo>
                  <a:lnTo>
                    <a:pt x="5078608" y="332869"/>
                  </a:lnTo>
                  <a:lnTo>
                    <a:pt x="5078608" y="331704"/>
                  </a:lnTo>
                  <a:lnTo>
                    <a:pt x="5082848" y="331704"/>
                  </a:lnTo>
                  <a:lnTo>
                    <a:pt x="5082848" y="331121"/>
                  </a:lnTo>
                  <a:lnTo>
                    <a:pt x="5087087" y="331121"/>
                  </a:lnTo>
                  <a:lnTo>
                    <a:pt x="5087087" y="329374"/>
                  </a:lnTo>
                  <a:lnTo>
                    <a:pt x="5095565" y="329374"/>
                  </a:lnTo>
                  <a:lnTo>
                    <a:pt x="5095565" y="328791"/>
                  </a:lnTo>
                  <a:lnTo>
                    <a:pt x="5104044" y="328791"/>
                  </a:lnTo>
                  <a:lnTo>
                    <a:pt x="5104044" y="328208"/>
                  </a:lnTo>
                  <a:lnTo>
                    <a:pt x="5108283" y="328208"/>
                  </a:lnTo>
                  <a:lnTo>
                    <a:pt x="5108283" y="327041"/>
                  </a:lnTo>
                  <a:lnTo>
                    <a:pt x="5112522" y="327041"/>
                  </a:lnTo>
                  <a:lnTo>
                    <a:pt x="5116762" y="327041"/>
                  </a:lnTo>
                  <a:lnTo>
                    <a:pt x="5116762" y="324703"/>
                  </a:lnTo>
                  <a:lnTo>
                    <a:pt x="5121001" y="324703"/>
                  </a:lnTo>
                  <a:lnTo>
                    <a:pt x="5125240" y="324703"/>
                  </a:lnTo>
                  <a:lnTo>
                    <a:pt x="5125240" y="323533"/>
                  </a:lnTo>
                  <a:lnTo>
                    <a:pt x="5129479" y="323533"/>
                  </a:lnTo>
                  <a:lnTo>
                    <a:pt x="5129479" y="322948"/>
                  </a:lnTo>
                  <a:lnTo>
                    <a:pt x="5133719" y="322948"/>
                  </a:lnTo>
                  <a:lnTo>
                    <a:pt x="5133719" y="322362"/>
                  </a:lnTo>
                  <a:lnTo>
                    <a:pt x="5137958" y="322362"/>
                  </a:lnTo>
                  <a:lnTo>
                    <a:pt x="5137958" y="321189"/>
                  </a:lnTo>
                  <a:lnTo>
                    <a:pt x="5142197" y="321189"/>
                  </a:lnTo>
                  <a:lnTo>
                    <a:pt x="5146436" y="321189"/>
                  </a:lnTo>
                  <a:lnTo>
                    <a:pt x="5146436" y="320602"/>
                  </a:lnTo>
                  <a:lnTo>
                    <a:pt x="5150676" y="320602"/>
                  </a:lnTo>
                  <a:lnTo>
                    <a:pt x="5150676" y="320014"/>
                  </a:lnTo>
                  <a:lnTo>
                    <a:pt x="5154915" y="320014"/>
                  </a:lnTo>
                  <a:lnTo>
                    <a:pt x="5159154" y="320014"/>
                  </a:lnTo>
                  <a:lnTo>
                    <a:pt x="5159154" y="318836"/>
                  </a:lnTo>
                  <a:lnTo>
                    <a:pt x="5163393" y="318836"/>
                  </a:lnTo>
                  <a:lnTo>
                    <a:pt x="5163393" y="318247"/>
                  </a:lnTo>
                  <a:lnTo>
                    <a:pt x="5167632" y="318247"/>
                  </a:lnTo>
                  <a:lnTo>
                    <a:pt x="5167632" y="317067"/>
                  </a:lnTo>
                  <a:lnTo>
                    <a:pt x="5171872" y="317067"/>
                  </a:lnTo>
                  <a:lnTo>
                    <a:pt x="5171872" y="316476"/>
                  </a:lnTo>
                  <a:lnTo>
                    <a:pt x="5176111" y="316476"/>
                  </a:lnTo>
                  <a:lnTo>
                    <a:pt x="5180350" y="316476"/>
                  </a:lnTo>
                  <a:lnTo>
                    <a:pt x="5180350" y="315885"/>
                  </a:lnTo>
                  <a:lnTo>
                    <a:pt x="5184589" y="315885"/>
                  </a:lnTo>
                  <a:lnTo>
                    <a:pt x="5184589" y="314702"/>
                  </a:lnTo>
                  <a:lnTo>
                    <a:pt x="5188829" y="314702"/>
                  </a:lnTo>
                  <a:lnTo>
                    <a:pt x="5193068" y="314702"/>
                  </a:lnTo>
                  <a:lnTo>
                    <a:pt x="5197307" y="314702"/>
                  </a:lnTo>
                  <a:lnTo>
                    <a:pt x="5201546" y="314702"/>
                  </a:lnTo>
                  <a:lnTo>
                    <a:pt x="5201546" y="313513"/>
                  </a:lnTo>
                  <a:lnTo>
                    <a:pt x="5205786" y="313513"/>
                  </a:lnTo>
                  <a:lnTo>
                    <a:pt x="5210025" y="313513"/>
                  </a:lnTo>
                  <a:lnTo>
                    <a:pt x="5214264" y="313513"/>
                  </a:lnTo>
                  <a:lnTo>
                    <a:pt x="5218503" y="313513"/>
                  </a:lnTo>
                  <a:lnTo>
                    <a:pt x="5218503" y="311727"/>
                  </a:lnTo>
                  <a:lnTo>
                    <a:pt x="5222743" y="311727"/>
                  </a:lnTo>
                  <a:lnTo>
                    <a:pt x="5222743" y="311131"/>
                  </a:lnTo>
                  <a:lnTo>
                    <a:pt x="5226982" y="311131"/>
                  </a:lnTo>
                  <a:lnTo>
                    <a:pt x="5231221" y="311131"/>
                  </a:lnTo>
                  <a:lnTo>
                    <a:pt x="5235460" y="311131"/>
                  </a:lnTo>
                  <a:lnTo>
                    <a:pt x="5235460" y="310533"/>
                  </a:lnTo>
                  <a:lnTo>
                    <a:pt x="5239700" y="310533"/>
                  </a:lnTo>
                  <a:lnTo>
                    <a:pt x="5239700" y="309335"/>
                  </a:lnTo>
                  <a:lnTo>
                    <a:pt x="5243939" y="309335"/>
                  </a:lnTo>
                  <a:lnTo>
                    <a:pt x="5243939" y="308136"/>
                  </a:lnTo>
                  <a:lnTo>
                    <a:pt x="5248178" y="308136"/>
                  </a:lnTo>
                  <a:lnTo>
                    <a:pt x="5252417" y="308136"/>
                  </a:lnTo>
                  <a:lnTo>
                    <a:pt x="5252417" y="306935"/>
                  </a:lnTo>
                  <a:lnTo>
                    <a:pt x="5256657" y="306935"/>
                  </a:lnTo>
                  <a:lnTo>
                    <a:pt x="5256657" y="306333"/>
                  </a:lnTo>
                  <a:lnTo>
                    <a:pt x="5260896" y="306333"/>
                  </a:lnTo>
                  <a:lnTo>
                    <a:pt x="5265135" y="306333"/>
                  </a:lnTo>
                  <a:lnTo>
                    <a:pt x="5265135" y="305730"/>
                  </a:lnTo>
                  <a:lnTo>
                    <a:pt x="5269374" y="305730"/>
                  </a:lnTo>
                  <a:lnTo>
                    <a:pt x="5269374" y="304523"/>
                  </a:lnTo>
                  <a:lnTo>
                    <a:pt x="5273613" y="304523"/>
                  </a:lnTo>
                  <a:lnTo>
                    <a:pt x="5277853" y="304523"/>
                  </a:lnTo>
                  <a:lnTo>
                    <a:pt x="5277853" y="303919"/>
                  </a:lnTo>
                  <a:lnTo>
                    <a:pt x="5282092" y="303919"/>
                  </a:lnTo>
                  <a:lnTo>
                    <a:pt x="5286331" y="303919"/>
                  </a:lnTo>
                  <a:lnTo>
                    <a:pt x="5286331" y="303314"/>
                  </a:lnTo>
                  <a:lnTo>
                    <a:pt x="5290570" y="303314"/>
                  </a:lnTo>
                  <a:lnTo>
                    <a:pt x="5290570" y="302709"/>
                  </a:lnTo>
                  <a:lnTo>
                    <a:pt x="5294810" y="302709"/>
                  </a:lnTo>
                  <a:lnTo>
                    <a:pt x="5294810" y="301498"/>
                  </a:lnTo>
                  <a:lnTo>
                    <a:pt x="5303288" y="301498"/>
                  </a:lnTo>
                  <a:lnTo>
                    <a:pt x="5307527" y="301498"/>
                  </a:lnTo>
                  <a:lnTo>
                    <a:pt x="5307527" y="300891"/>
                  </a:lnTo>
                  <a:lnTo>
                    <a:pt x="5311767" y="300891"/>
                  </a:lnTo>
                  <a:lnTo>
                    <a:pt x="5316006" y="300891"/>
                  </a:lnTo>
                  <a:lnTo>
                    <a:pt x="5316006" y="299676"/>
                  </a:lnTo>
                  <a:lnTo>
                    <a:pt x="5320245" y="299676"/>
                  </a:lnTo>
                  <a:lnTo>
                    <a:pt x="5320245" y="299068"/>
                  </a:lnTo>
                  <a:lnTo>
                    <a:pt x="5324484" y="299068"/>
                  </a:lnTo>
                  <a:lnTo>
                    <a:pt x="5328724" y="299068"/>
                  </a:lnTo>
                  <a:lnTo>
                    <a:pt x="5332963" y="299068"/>
                  </a:lnTo>
                  <a:lnTo>
                    <a:pt x="5332963" y="298460"/>
                  </a:lnTo>
                  <a:lnTo>
                    <a:pt x="5337202" y="298460"/>
                  </a:lnTo>
                  <a:lnTo>
                    <a:pt x="5337202" y="297850"/>
                  </a:lnTo>
                  <a:lnTo>
                    <a:pt x="5341441" y="297850"/>
                  </a:lnTo>
                  <a:lnTo>
                    <a:pt x="5345681" y="297850"/>
                  </a:lnTo>
                  <a:lnTo>
                    <a:pt x="5345681" y="297239"/>
                  </a:lnTo>
                  <a:lnTo>
                    <a:pt x="5349920" y="297239"/>
                  </a:lnTo>
                  <a:lnTo>
                    <a:pt x="5354159" y="297239"/>
                  </a:lnTo>
                  <a:lnTo>
                    <a:pt x="5354159" y="296628"/>
                  </a:lnTo>
                  <a:lnTo>
                    <a:pt x="5358398" y="296628"/>
                  </a:lnTo>
                  <a:lnTo>
                    <a:pt x="5358398" y="296016"/>
                  </a:lnTo>
                  <a:lnTo>
                    <a:pt x="5362637" y="296016"/>
                  </a:lnTo>
                  <a:lnTo>
                    <a:pt x="5362637" y="295404"/>
                  </a:lnTo>
                  <a:lnTo>
                    <a:pt x="5366877" y="295404"/>
                  </a:lnTo>
                  <a:lnTo>
                    <a:pt x="5371116" y="295404"/>
                  </a:lnTo>
                  <a:lnTo>
                    <a:pt x="5371116" y="294178"/>
                  </a:lnTo>
                  <a:lnTo>
                    <a:pt x="5375355" y="294178"/>
                  </a:lnTo>
                  <a:lnTo>
                    <a:pt x="5375355" y="292950"/>
                  </a:lnTo>
                  <a:lnTo>
                    <a:pt x="5379594" y="292950"/>
                  </a:lnTo>
                  <a:lnTo>
                    <a:pt x="5379594" y="291721"/>
                  </a:lnTo>
                  <a:lnTo>
                    <a:pt x="5383834" y="291721"/>
                  </a:lnTo>
                  <a:lnTo>
                    <a:pt x="5383834" y="291106"/>
                  </a:lnTo>
                  <a:lnTo>
                    <a:pt x="5388073" y="291106"/>
                  </a:lnTo>
                  <a:lnTo>
                    <a:pt x="5388073" y="289876"/>
                  </a:lnTo>
                  <a:lnTo>
                    <a:pt x="5392312" y="289876"/>
                  </a:lnTo>
                  <a:lnTo>
                    <a:pt x="5392312" y="289261"/>
                  </a:lnTo>
                  <a:lnTo>
                    <a:pt x="5396551" y="289261"/>
                  </a:lnTo>
                  <a:lnTo>
                    <a:pt x="5396551" y="288645"/>
                  </a:lnTo>
                  <a:lnTo>
                    <a:pt x="5400791" y="288645"/>
                  </a:lnTo>
                  <a:lnTo>
                    <a:pt x="5405030" y="288645"/>
                  </a:lnTo>
                  <a:lnTo>
                    <a:pt x="5405030" y="288028"/>
                  </a:lnTo>
                  <a:lnTo>
                    <a:pt x="5409269" y="288028"/>
                  </a:lnTo>
                  <a:lnTo>
                    <a:pt x="5409269" y="286795"/>
                  </a:lnTo>
                  <a:lnTo>
                    <a:pt x="5413508" y="286795"/>
                  </a:lnTo>
                  <a:lnTo>
                    <a:pt x="5413508" y="285561"/>
                  </a:lnTo>
                  <a:lnTo>
                    <a:pt x="5417748" y="285561"/>
                  </a:lnTo>
                  <a:lnTo>
                    <a:pt x="5417748" y="284326"/>
                  </a:lnTo>
                  <a:lnTo>
                    <a:pt x="5421987" y="284326"/>
                  </a:lnTo>
                  <a:lnTo>
                    <a:pt x="5421987" y="283092"/>
                  </a:lnTo>
                  <a:lnTo>
                    <a:pt x="5426226" y="283092"/>
                  </a:lnTo>
                  <a:lnTo>
                    <a:pt x="5426226" y="282474"/>
                  </a:lnTo>
                  <a:lnTo>
                    <a:pt x="5430465" y="282474"/>
                  </a:lnTo>
                  <a:lnTo>
                    <a:pt x="5430465" y="281237"/>
                  </a:lnTo>
                  <a:lnTo>
                    <a:pt x="5434705" y="281237"/>
                  </a:lnTo>
                  <a:lnTo>
                    <a:pt x="5434705" y="279999"/>
                  </a:lnTo>
                  <a:lnTo>
                    <a:pt x="5438944" y="279999"/>
                  </a:lnTo>
                  <a:lnTo>
                    <a:pt x="5438944" y="279378"/>
                  </a:lnTo>
                  <a:lnTo>
                    <a:pt x="5443183" y="279378"/>
                  </a:lnTo>
                  <a:lnTo>
                    <a:pt x="5443183" y="278758"/>
                  </a:lnTo>
                  <a:lnTo>
                    <a:pt x="5447422" y="278758"/>
                  </a:lnTo>
                  <a:lnTo>
                    <a:pt x="5447422" y="278138"/>
                  </a:lnTo>
                  <a:lnTo>
                    <a:pt x="5451662" y="278138"/>
                  </a:lnTo>
                  <a:lnTo>
                    <a:pt x="5455901" y="278138"/>
                  </a:lnTo>
                  <a:lnTo>
                    <a:pt x="5455901" y="277517"/>
                  </a:lnTo>
                  <a:lnTo>
                    <a:pt x="5460140" y="277517"/>
                  </a:lnTo>
                  <a:lnTo>
                    <a:pt x="5464379" y="277517"/>
                  </a:lnTo>
                  <a:lnTo>
                    <a:pt x="5464379" y="276895"/>
                  </a:lnTo>
                  <a:lnTo>
                    <a:pt x="5468618" y="276895"/>
                  </a:lnTo>
                  <a:lnTo>
                    <a:pt x="5468618" y="275026"/>
                  </a:lnTo>
                  <a:lnTo>
                    <a:pt x="5472858" y="275026"/>
                  </a:lnTo>
                  <a:lnTo>
                    <a:pt x="5477097" y="275026"/>
                  </a:lnTo>
                  <a:lnTo>
                    <a:pt x="5477097" y="273779"/>
                  </a:lnTo>
                  <a:lnTo>
                    <a:pt x="5481336" y="273779"/>
                  </a:lnTo>
                  <a:lnTo>
                    <a:pt x="5485575" y="273779"/>
                  </a:lnTo>
                  <a:lnTo>
                    <a:pt x="5485575" y="273155"/>
                  </a:lnTo>
                  <a:lnTo>
                    <a:pt x="5489815" y="273155"/>
                  </a:lnTo>
                  <a:lnTo>
                    <a:pt x="5489815" y="270659"/>
                  </a:lnTo>
                  <a:lnTo>
                    <a:pt x="5494054" y="270659"/>
                  </a:lnTo>
                  <a:lnTo>
                    <a:pt x="5494054" y="270033"/>
                  </a:lnTo>
                  <a:lnTo>
                    <a:pt x="5498293" y="270033"/>
                  </a:lnTo>
                  <a:lnTo>
                    <a:pt x="5498293" y="268782"/>
                  </a:lnTo>
                  <a:lnTo>
                    <a:pt x="5502532" y="268782"/>
                  </a:lnTo>
                  <a:lnTo>
                    <a:pt x="5502532" y="268156"/>
                  </a:lnTo>
                  <a:lnTo>
                    <a:pt x="5506772" y="268156"/>
                  </a:lnTo>
                  <a:lnTo>
                    <a:pt x="5506772" y="267529"/>
                  </a:lnTo>
                  <a:lnTo>
                    <a:pt x="5515250" y="267529"/>
                  </a:lnTo>
                  <a:lnTo>
                    <a:pt x="5515250" y="266901"/>
                  </a:lnTo>
                  <a:lnTo>
                    <a:pt x="5519489" y="266901"/>
                  </a:lnTo>
                  <a:lnTo>
                    <a:pt x="5523729" y="266901"/>
                  </a:lnTo>
                  <a:lnTo>
                    <a:pt x="5523729" y="266273"/>
                  </a:lnTo>
                  <a:lnTo>
                    <a:pt x="5527968" y="266273"/>
                  </a:lnTo>
                  <a:lnTo>
                    <a:pt x="5532207" y="266273"/>
                  </a:lnTo>
                  <a:lnTo>
                    <a:pt x="5532207" y="265645"/>
                  </a:lnTo>
                  <a:lnTo>
                    <a:pt x="5536446" y="265645"/>
                  </a:lnTo>
                  <a:lnTo>
                    <a:pt x="5536446" y="265016"/>
                  </a:lnTo>
                  <a:lnTo>
                    <a:pt x="5540686" y="265016"/>
                  </a:lnTo>
                  <a:lnTo>
                    <a:pt x="5540686" y="264387"/>
                  </a:lnTo>
                  <a:lnTo>
                    <a:pt x="5544925" y="264387"/>
                  </a:lnTo>
                  <a:lnTo>
                    <a:pt x="5544925" y="262498"/>
                  </a:lnTo>
                  <a:lnTo>
                    <a:pt x="5549164" y="262498"/>
                  </a:lnTo>
                  <a:lnTo>
                    <a:pt x="5549164" y="261239"/>
                  </a:lnTo>
                  <a:lnTo>
                    <a:pt x="5553403" y="261239"/>
                  </a:lnTo>
                  <a:lnTo>
                    <a:pt x="5557643" y="261239"/>
                  </a:lnTo>
                  <a:lnTo>
                    <a:pt x="5561882" y="261239"/>
                  </a:lnTo>
                  <a:lnTo>
                    <a:pt x="5566121" y="261239"/>
                  </a:lnTo>
                  <a:lnTo>
                    <a:pt x="5566121" y="260607"/>
                  </a:lnTo>
                  <a:lnTo>
                    <a:pt x="5570360" y="260607"/>
                  </a:lnTo>
                  <a:lnTo>
                    <a:pt x="5570360" y="259344"/>
                  </a:lnTo>
                  <a:lnTo>
                    <a:pt x="5574599" y="259344"/>
                  </a:lnTo>
                  <a:lnTo>
                    <a:pt x="5578839" y="259344"/>
                  </a:lnTo>
                  <a:lnTo>
                    <a:pt x="5578839" y="258080"/>
                  </a:lnTo>
                  <a:lnTo>
                    <a:pt x="5583078" y="258080"/>
                  </a:lnTo>
                  <a:lnTo>
                    <a:pt x="5583078" y="257447"/>
                  </a:lnTo>
                  <a:lnTo>
                    <a:pt x="5587317" y="257447"/>
                  </a:lnTo>
                  <a:lnTo>
                    <a:pt x="5587317" y="255546"/>
                  </a:lnTo>
                  <a:lnTo>
                    <a:pt x="5591556" y="255546"/>
                  </a:lnTo>
                  <a:lnTo>
                    <a:pt x="5595796" y="255546"/>
                  </a:lnTo>
                  <a:lnTo>
                    <a:pt x="5595796" y="254911"/>
                  </a:lnTo>
                  <a:lnTo>
                    <a:pt x="5600035" y="254911"/>
                  </a:lnTo>
                  <a:lnTo>
                    <a:pt x="5600035" y="254276"/>
                  </a:lnTo>
                  <a:lnTo>
                    <a:pt x="5604274" y="254276"/>
                  </a:lnTo>
                  <a:lnTo>
                    <a:pt x="5604274" y="253640"/>
                  </a:lnTo>
                  <a:lnTo>
                    <a:pt x="5608513" y="253640"/>
                  </a:lnTo>
                  <a:lnTo>
                    <a:pt x="5612753" y="253640"/>
                  </a:lnTo>
                  <a:lnTo>
                    <a:pt x="5612753" y="253003"/>
                  </a:lnTo>
                  <a:lnTo>
                    <a:pt x="5616992" y="253003"/>
                  </a:lnTo>
                  <a:lnTo>
                    <a:pt x="5621231" y="253003"/>
                  </a:lnTo>
                  <a:lnTo>
                    <a:pt x="5621231" y="252365"/>
                  </a:lnTo>
                  <a:lnTo>
                    <a:pt x="5625470" y="252365"/>
                  </a:lnTo>
                  <a:lnTo>
                    <a:pt x="5629710" y="252365"/>
                  </a:lnTo>
                  <a:lnTo>
                    <a:pt x="5629710" y="251727"/>
                  </a:lnTo>
                  <a:lnTo>
                    <a:pt x="5638188" y="251727"/>
                  </a:lnTo>
                  <a:lnTo>
                    <a:pt x="5638188" y="251087"/>
                  </a:lnTo>
                  <a:lnTo>
                    <a:pt x="5642427" y="251087"/>
                  </a:lnTo>
                  <a:lnTo>
                    <a:pt x="5642427" y="250447"/>
                  </a:lnTo>
                  <a:lnTo>
                    <a:pt x="5646667" y="250447"/>
                  </a:lnTo>
                  <a:lnTo>
                    <a:pt x="5646667" y="249807"/>
                  </a:lnTo>
                  <a:lnTo>
                    <a:pt x="5650906" y="249807"/>
                  </a:lnTo>
                  <a:lnTo>
                    <a:pt x="5655145" y="249807"/>
                  </a:lnTo>
                  <a:lnTo>
                    <a:pt x="5659384" y="249807"/>
                  </a:lnTo>
                  <a:lnTo>
                    <a:pt x="5663624" y="249807"/>
                  </a:lnTo>
                  <a:lnTo>
                    <a:pt x="5667863" y="249807"/>
                  </a:lnTo>
                  <a:lnTo>
                    <a:pt x="5667863" y="249163"/>
                  </a:lnTo>
                  <a:lnTo>
                    <a:pt x="5672102" y="249163"/>
                  </a:lnTo>
                  <a:lnTo>
                    <a:pt x="5676341" y="249163"/>
                  </a:lnTo>
                  <a:lnTo>
                    <a:pt x="5676341" y="247225"/>
                  </a:lnTo>
                  <a:lnTo>
                    <a:pt x="5680580" y="247225"/>
                  </a:lnTo>
                  <a:lnTo>
                    <a:pt x="5680580" y="245932"/>
                  </a:lnTo>
                  <a:lnTo>
                    <a:pt x="5684820" y="245932"/>
                  </a:lnTo>
                  <a:lnTo>
                    <a:pt x="5684820" y="243992"/>
                  </a:lnTo>
                  <a:lnTo>
                    <a:pt x="5689059" y="243992"/>
                  </a:lnTo>
                  <a:lnTo>
                    <a:pt x="5693298" y="243992"/>
                  </a:lnTo>
                  <a:lnTo>
                    <a:pt x="5697537" y="243992"/>
                  </a:lnTo>
                  <a:lnTo>
                    <a:pt x="5697537" y="242695"/>
                  </a:lnTo>
                  <a:lnTo>
                    <a:pt x="5701777" y="242695"/>
                  </a:lnTo>
                  <a:lnTo>
                    <a:pt x="5706016" y="242695"/>
                  </a:lnTo>
                  <a:lnTo>
                    <a:pt x="5706016" y="242045"/>
                  </a:lnTo>
                  <a:lnTo>
                    <a:pt x="5710255" y="242045"/>
                  </a:lnTo>
                  <a:lnTo>
                    <a:pt x="5714494" y="242045"/>
                  </a:lnTo>
                  <a:lnTo>
                    <a:pt x="5718734" y="242045"/>
                  </a:lnTo>
                  <a:lnTo>
                    <a:pt x="5718734" y="241392"/>
                  </a:lnTo>
                  <a:lnTo>
                    <a:pt x="5722973" y="241392"/>
                  </a:lnTo>
                  <a:lnTo>
                    <a:pt x="5727212" y="241392"/>
                  </a:lnTo>
                  <a:lnTo>
                    <a:pt x="5727212" y="240739"/>
                  </a:lnTo>
                  <a:lnTo>
                    <a:pt x="5731451" y="240739"/>
                  </a:lnTo>
                  <a:lnTo>
                    <a:pt x="5735691" y="240739"/>
                  </a:lnTo>
                  <a:lnTo>
                    <a:pt x="5735691" y="240085"/>
                  </a:lnTo>
                  <a:lnTo>
                    <a:pt x="5739930" y="240085"/>
                  </a:lnTo>
                  <a:lnTo>
                    <a:pt x="5739930" y="239430"/>
                  </a:lnTo>
                  <a:lnTo>
                    <a:pt x="5744169" y="239430"/>
                  </a:lnTo>
                  <a:lnTo>
                    <a:pt x="5744169" y="237467"/>
                  </a:lnTo>
                  <a:lnTo>
                    <a:pt x="5748408" y="237467"/>
                  </a:lnTo>
                  <a:lnTo>
                    <a:pt x="5748408" y="236812"/>
                  </a:lnTo>
                  <a:lnTo>
                    <a:pt x="5752648" y="236812"/>
                  </a:lnTo>
                  <a:lnTo>
                    <a:pt x="5752648" y="234844"/>
                  </a:lnTo>
                  <a:lnTo>
                    <a:pt x="5756887" y="234844"/>
                  </a:lnTo>
                  <a:lnTo>
                    <a:pt x="5756887" y="234189"/>
                  </a:lnTo>
                  <a:lnTo>
                    <a:pt x="5761126" y="234189"/>
                  </a:lnTo>
                  <a:lnTo>
                    <a:pt x="5761126" y="232875"/>
                  </a:lnTo>
                  <a:lnTo>
                    <a:pt x="5765365" y="232875"/>
                  </a:lnTo>
                  <a:lnTo>
                    <a:pt x="5769604" y="232875"/>
                  </a:lnTo>
                  <a:lnTo>
                    <a:pt x="5769604" y="232217"/>
                  </a:lnTo>
                  <a:lnTo>
                    <a:pt x="5773844" y="232217"/>
                  </a:lnTo>
                  <a:lnTo>
                    <a:pt x="5773844" y="230901"/>
                  </a:lnTo>
                  <a:lnTo>
                    <a:pt x="5778083" y="230901"/>
                  </a:lnTo>
                  <a:lnTo>
                    <a:pt x="5778083" y="230242"/>
                  </a:lnTo>
                  <a:lnTo>
                    <a:pt x="5782322" y="230242"/>
                  </a:lnTo>
                  <a:lnTo>
                    <a:pt x="5782322" y="228924"/>
                  </a:lnTo>
                  <a:lnTo>
                    <a:pt x="5786561" y="228924"/>
                  </a:lnTo>
                  <a:lnTo>
                    <a:pt x="5786561" y="228263"/>
                  </a:lnTo>
                  <a:lnTo>
                    <a:pt x="5790801" y="228263"/>
                  </a:lnTo>
                  <a:lnTo>
                    <a:pt x="5795040" y="228263"/>
                  </a:lnTo>
                  <a:lnTo>
                    <a:pt x="5795040" y="227601"/>
                  </a:lnTo>
                  <a:lnTo>
                    <a:pt x="5799279" y="227601"/>
                  </a:lnTo>
                  <a:lnTo>
                    <a:pt x="5799279" y="226277"/>
                  </a:lnTo>
                  <a:lnTo>
                    <a:pt x="5803518" y="226277"/>
                  </a:lnTo>
                  <a:lnTo>
                    <a:pt x="5807758" y="226277"/>
                  </a:lnTo>
                  <a:lnTo>
                    <a:pt x="5811997" y="226277"/>
                  </a:lnTo>
                  <a:lnTo>
                    <a:pt x="5811997" y="224949"/>
                  </a:lnTo>
                  <a:lnTo>
                    <a:pt x="5816236" y="224949"/>
                  </a:lnTo>
                  <a:lnTo>
                    <a:pt x="5820475" y="224949"/>
                  </a:lnTo>
                  <a:lnTo>
                    <a:pt x="5820475" y="223617"/>
                  </a:lnTo>
                  <a:lnTo>
                    <a:pt x="5824715" y="223617"/>
                  </a:lnTo>
                  <a:lnTo>
                    <a:pt x="5824715" y="222952"/>
                  </a:lnTo>
                  <a:lnTo>
                    <a:pt x="5828954" y="222952"/>
                  </a:lnTo>
                  <a:lnTo>
                    <a:pt x="5833193" y="222952"/>
                  </a:lnTo>
                  <a:lnTo>
                    <a:pt x="5833193" y="222286"/>
                  </a:lnTo>
                  <a:lnTo>
                    <a:pt x="5841672" y="222286"/>
                  </a:lnTo>
                  <a:lnTo>
                    <a:pt x="5841672" y="221620"/>
                  </a:lnTo>
                  <a:lnTo>
                    <a:pt x="5845911" y="221620"/>
                  </a:lnTo>
                  <a:lnTo>
                    <a:pt x="5850150" y="221620"/>
                  </a:lnTo>
                  <a:lnTo>
                    <a:pt x="5850150" y="220952"/>
                  </a:lnTo>
                  <a:lnTo>
                    <a:pt x="5854389" y="220952"/>
                  </a:lnTo>
                  <a:lnTo>
                    <a:pt x="5858629" y="220952"/>
                  </a:lnTo>
                  <a:lnTo>
                    <a:pt x="5858629" y="220283"/>
                  </a:lnTo>
                  <a:lnTo>
                    <a:pt x="5862868" y="220283"/>
                  </a:lnTo>
                  <a:lnTo>
                    <a:pt x="5862868" y="219614"/>
                  </a:lnTo>
                  <a:lnTo>
                    <a:pt x="5867107" y="219614"/>
                  </a:lnTo>
                  <a:lnTo>
                    <a:pt x="5867107" y="218944"/>
                  </a:lnTo>
                  <a:lnTo>
                    <a:pt x="5871346" y="218944"/>
                  </a:lnTo>
                  <a:lnTo>
                    <a:pt x="5871346" y="218274"/>
                  </a:lnTo>
                  <a:lnTo>
                    <a:pt x="5875585" y="218274"/>
                  </a:lnTo>
                  <a:lnTo>
                    <a:pt x="5875585" y="217604"/>
                  </a:lnTo>
                  <a:lnTo>
                    <a:pt x="5884064" y="217604"/>
                  </a:lnTo>
                  <a:lnTo>
                    <a:pt x="5884064" y="216931"/>
                  </a:lnTo>
                  <a:lnTo>
                    <a:pt x="5888303" y="216931"/>
                  </a:lnTo>
                  <a:lnTo>
                    <a:pt x="5888303" y="216259"/>
                  </a:lnTo>
                  <a:lnTo>
                    <a:pt x="5892542" y="216259"/>
                  </a:lnTo>
                  <a:lnTo>
                    <a:pt x="5892542" y="215586"/>
                  </a:lnTo>
                  <a:lnTo>
                    <a:pt x="5901021" y="215586"/>
                  </a:lnTo>
                  <a:lnTo>
                    <a:pt x="5901021" y="214913"/>
                  </a:lnTo>
                  <a:lnTo>
                    <a:pt x="5905260" y="214913"/>
                  </a:lnTo>
                  <a:lnTo>
                    <a:pt x="5905260" y="214239"/>
                  </a:lnTo>
                  <a:lnTo>
                    <a:pt x="5909499" y="214239"/>
                  </a:lnTo>
                  <a:lnTo>
                    <a:pt x="5917978" y="214239"/>
                  </a:lnTo>
                  <a:lnTo>
                    <a:pt x="5917978" y="212212"/>
                  </a:lnTo>
                  <a:lnTo>
                    <a:pt x="5922217" y="212212"/>
                  </a:lnTo>
                  <a:lnTo>
                    <a:pt x="5926456" y="212212"/>
                  </a:lnTo>
                  <a:lnTo>
                    <a:pt x="5926456" y="210183"/>
                  </a:lnTo>
                  <a:lnTo>
                    <a:pt x="5930696" y="210183"/>
                  </a:lnTo>
                  <a:lnTo>
                    <a:pt x="5934935" y="210183"/>
                  </a:lnTo>
                  <a:lnTo>
                    <a:pt x="5934935" y="209507"/>
                  </a:lnTo>
                  <a:lnTo>
                    <a:pt x="5939174" y="209507"/>
                  </a:lnTo>
                  <a:lnTo>
                    <a:pt x="5943413" y="209507"/>
                  </a:lnTo>
                  <a:lnTo>
                    <a:pt x="5947653" y="209507"/>
                  </a:lnTo>
                  <a:lnTo>
                    <a:pt x="5951892" y="209507"/>
                  </a:lnTo>
                  <a:lnTo>
                    <a:pt x="5956131" y="209507"/>
                  </a:lnTo>
                  <a:lnTo>
                    <a:pt x="5956131" y="208148"/>
                  </a:lnTo>
                  <a:lnTo>
                    <a:pt x="5960370" y="208148"/>
                  </a:lnTo>
                  <a:lnTo>
                    <a:pt x="5960370" y="207469"/>
                  </a:lnTo>
                  <a:lnTo>
                    <a:pt x="5964610" y="207469"/>
                  </a:lnTo>
                  <a:lnTo>
                    <a:pt x="5968849" y="207469"/>
                  </a:lnTo>
                  <a:lnTo>
                    <a:pt x="5968849" y="206787"/>
                  </a:lnTo>
                  <a:lnTo>
                    <a:pt x="5973088" y="206787"/>
                  </a:lnTo>
                  <a:lnTo>
                    <a:pt x="5977327" y="206787"/>
                  </a:lnTo>
                  <a:lnTo>
                    <a:pt x="5977327" y="206105"/>
                  </a:lnTo>
                  <a:lnTo>
                    <a:pt x="5981566" y="206105"/>
                  </a:lnTo>
                  <a:lnTo>
                    <a:pt x="5981566" y="204739"/>
                  </a:lnTo>
                  <a:lnTo>
                    <a:pt x="5985806" y="204739"/>
                  </a:lnTo>
                  <a:lnTo>
                    <a:pt x="5990045" y="204739"/>
                  </a:lnTo>
                  <a:lnTo>
                    <a:pt x="5990045" y="204054"/>
                  </a:lnTo>
                  <a:lnTo>
                    <a:pt x="5994284" y="204054"/>
                  </a:lnTo>
                  <a:lnTo>
                    <a:pt x="5994284" y="202684"/>
                  </a:lnTo>
                  <a:lnTo>
                    <a:pt x="5998523" y="202684"/>
                  </a:lnTo>
                  <a:lnTo>
                    <a:pt x="5998523" y="201996"/>
                  </a:lnTo>
                  <a:lnTo>
                    <a:pt x="6002763" y="201996"/>
                  </a:lnTo>
                  <a:lnTo>
                    <a:pt x="6002763" y="201308"/>
                  </a:lnTo>
                  <a:lnTo>
                    <a:pt x="6007002" y="201308"/>
                  </a:lnTo>
                  <a:lnTo>
                    <a:pt x="6007002" y="199930"/>
                  </a:lnTo>
                  <a:lnTo>
                    <a:pt x="6011241" y="199930"/>
                  </a:lnTo>
                  <a:lnTo>
                    <a:pt x="6011241" y="197863"/>
                  </a:lnTo>
                  <a:lnTo>
                    <a:pt x="6015480" y="197863"/>
                  </a:lnTo>
                  <a:lnTo>
                    <a:pt x="6019720" y="197863"/>
                  </a:lnTo>
                  <a:lnTo>
                    <a:pt x="6023959" y="197863"/>
                  </a:lnTo>
                  <a:lnTo>
                    <a:pt x="6023959" y="197172"/>
                  </a:lnTo>
                  <a:lnTo>
                    <a:pt x="6028198" y="197172"/>
                  </a:lnTo>
                  <a:lnTo>
                    <a:pt x="6028198" y="195097"/>
                  </a:lnTo>
                  <a:lnTo>
                    <a:pt x="6032437" y="195097"/>
                  </a:lnTo>
                  <a:lnTo>
                    <a:pt x="6032437" y="194404"/>
                  </a:lnTo>
                  <a:lnTo>
                    <a:pt x="6036677" y="194404"/>
                  </a:lnTo>
                  <a:lnTo>
                    <a:pt x="6040916" y="194404"/>
                  </a:lnTo>
                  <a:lnTo>
                    <a:pt x="6045155" y="194404"/>
                  </a:lnTo>
                  <a:lnTo>
                    <a:pt x="6045155" y="193711"/>
                  </a:lnTo>
                  <a:lnTo>
                    <a:pt x="6049394" y="193711"/>
                  </a:lnTo>
                  <a:lnTo>
                    <a:pt x="6049394" y="191629"/>
                  </a:lnTo>
                  <a:lnTo>
                    <a:pt x="6062112" y="191629"/>
                  </a:lnTo>
                  <a:lnTo>
                    <a:pt x="6066351" y="191629"/>
                  </a:lnTo>
                  <a:lnTo>
                    <a:pt x="6070590" y="191629"/>
                  </a:lnTo>
                  <a:lnTo>
                    <a:pt x="6074830" y="191629"/>
                  </a:lnTo>
                  <a:lnTo>
                    <a:pt x="6074830" y="190933"/>
                  </a:lnTo>
                  <a:lnTo>
                    <a:pt x="6079069" y="190933"/>
                  </a:lnTo>
                  <a:lnTo>
                    <a:pt x="6083308" y="190933"/>
                  </a:lnTo>
                  <a:lnTo>
                    <a:pt x="6087547" y="190933"/>
                  </a:lnTo>
                  <a:lnTo>
                    <a:pt x="6087547" y="190236"/>
                  </a:lnTo>
                  <a:lnTo>
                    <a:pt x="6091787" y="190236"/>
                  </a:lnTo>
                  <a:lnTo>
                    <a:pt x="6096026" y="190236"/>
                  </a:lnTo>
                  <a:lnTo>
                    <a:pt x="6096026" y="188839"/>
                  </a:lnTo>
                  <a:lnTo>
                    <a:pt x="6104504" y="188839"/>
                  </a:lnTo>
                  <a:lnTo>
                    <a:pt x="6104504" y="187440"/>
                  </a:lnTo>
                  <a:lnTo>
                    <a:pt x="6108744" y="187440"/>
                  </a:lnTo>
                  <a:lnTo>
                    <a:pt x="6108744" y="186041"/>
                  </a:lnTo>
                  <a:lnTo>
                    <a:pt x="6112983" y="186041"/>
                  </a:lnTo>
                  <a:lnTo>
                    <a:pt x="6112983" y="184640"/>
                  </a:lnTo>
                  <a:lnTo>
                    <a:pt x="6117222" y="184640"/>
                  </a:lnTo>
                  <a:lnTo>
                    <a:pt x="6117222" y="183238"/>
                  </a:lnTo>
                  <a:lnTo>
                    <a:pt x="6121461" y="183238"/>
                  </a:lnTo>
                  <a:lnTo>
                    <a:pt x="6121461" y="181134"/>
                  </a:lnTo>
                  <a:lnTo>
                    <a:pt x="6125701" y="181134"/>
                  </a:lnTo>
                  <a:lnTo>
                    <a:pt x="6125701" y="179730"/>
                  </a:lnTo>
                  <a:lnTo>
                    <a:pt x="6129940" y="179730"/>
                  </a:lnTo>
                  <a:lnTo>
                    <a:pt x="6129940" y="178326"/>
                  </a:lnTo>
                  <a:lnTo>
                    <a:pt x="6134179" y="178326"/>
                  </a:lnTo>
                  <a:lnTo>
                    <a:pt x="6138418" y="178326"/>
                  </a:lnTo>
                  <a:lnTo>
                    <a:pt x="6138418" y="177623"/>
                  </a:lnTo>
                  <a:lnTo>
                    <a:pt x="6142658" y="177623"/>
                  </a:lnTo>
                  <a:lnTo>
                    <a:pt x="6142658" y="176919"/>
                  </a:lnTo>
                  <a:lnTo>
                    <a:pt x="6146897" y="176919"/>
                  </a:lnTo>
                  <a:lnTo>
                    <a:pt x="6146897" y="176215"/>
                  </a:lnTo>
                  <a:lnTo>
                    <a:pt x="6151136" y="176215"/>
                  </a:lnTo>
                  <a:lnTo>
                    <a:pt x="6151136" y="175510"/>
                  </a:lnTo>
                  <a:lnTo>
                    <a:pt x="6155375" y="175510"/>
                  </a:lnTo>
                  <a:lnTo>
                    <a:pt x="6159615" y="175510"/>
                  </a:lnTo>
                  <a:lnTo>
                    <a:pt x="6159615" y="174804"/>
                  </a:lnTo>
                  <a:lnTo>
                    <a:pt x="6163854" y="174804"/>
                  </a:lnTo>
                  <a:lnTo>
                    <a:pt x="6168093" y="174804"/>
                  </a:lnTo>
                  <a:lnTo>
                    <a:pt x="6172332" y="174804"/>
                  </a:lnTo>
                  <a:lnTo>
                    <a:pt x="6172332" y="174097"/>
                  </a:lnTo>
                  <a:lnTo>
                    <a:pt x="6176571" y="174097"/>
                  </a:lnTo>
                  <a:lnTo>
                    <a:pt x="6180811" y="174097"/>
                  </a:lnTo>
                  <a:lnTo>
                    <a:pt x="6180811" y="172681"/>
                  </a:lnTo>
                  <a:lnTo>
                    <a:pt x="6185050" y="172681"/>
                  </a:lnTo>
                  <a:lnTo>
                    <a:pt x="6189289" y="172681"/>
                  </a:lnTo>
                  <a:lnTo>
                    <a:pt x="6189289" y="171971"/>
                  </a:lnTo>
                  <a:lnTo>
                    <a:pt x="6193528" y="171971"/>
                  </a:lnTo>
                  <a:lnTo>
                    <a:pt x="6202007" y="171971"/>
                  </a:lnTo>
                  <a:lnTo>
                    <a:pt x="6202007" y="171261"/>
                  </a:lnTo>
                  <a:lnTo>
                    <a:pt x="6206246" y="171261"/>
                  </a:lnTo>
                  <a:lnTo>
                    <a:pt x="6210485" y="171261"/>
                  </a:lnTo>
                  <a:lnTo>
                    <a:pt x="6210485" y="170550"/>
                  </a:lnTo>
                  <a:lnTo>
                    <a:pt x="6214725" y="170550"/>
                  </a:lnTo>
                  <a:lnTo>
                    <a:pt x="6223203" y="170550"/>
                  </a:lnTo>
                  <a:lnTo>
                    <a:pt x="6227442" y="170550"/>
                  </a:lnTo>
                  <a:lnTo>
                    <a:pt x="6227442" y="169121"/>
                  </a:lnTo>
                  <a:lnTo>
                    <a:pt x="6231682" y="169121"/>
                  </a:lnTo>
                  <a:lnTo>
                    <a:pt x="6235921" y="169121"/>
                  </a:lnTo>
                  <a:lnTo>
                    <a:pt x="6240160" y="169121"/>
                  </a:lnTo>
                  <a:lnTo>
                    <a:pt x="6240160" y="168405"/>
                  </a:lnTo>
                  <a:lnTo>
                    <a:pt x="6244399" y="168405"/>
                  </a:lnTo>
                  <a:lnTo>
                    <a:pt x="6252878" y="168405"/>
                  </a:lnTo>
                  <a:lnTo>
                    <a:pt x="6257117" y="168405"/>
                  </a:lnTo>
                  <a:lnTo>
                    <a:pt x="6257117" y="167686"/>
                  </a:lnTo>
                  <a:lnTo>
                    <a:pt x="6261356" y="167686"/>
                  </a:lnTo>
                  <a:lnTo>
                    <a:pt x="6265596" y="167686"/>
                  </a:lnTo>
                  <a:lnTo>
                    <a:pt x="6265596" y="165529"/>
                  </a:lnTo>
                  <a:lnTo>
                    <a:pt x="6269835" y="165529"/>
                  </a:lnTo>
                  <a:lnTo>
                    <a:pt x="6269835" y="163370"/>
                  </a:lnTo>
                  <a:lnTo>
                    <a:pt x="6274074" y="163370"/>
                  </a:lnTo>
                  <a:lnTo>
                    <a:pt x="6278313" y="163370"/>
                  </a:lnTo>
                  <a:lnTo>
                    <a:pt x="6282552" y="163370"/>
                  </a:lnTo>
                  <a:lnTo>
                    <a:pt x="6282552" y="161926"/>
                  </a:lnTo>
                  <a:lnTo>
                    <a:pt x="6286792" y="161926"/>
                  </a:lnTo>
                  <a:lnTo>
                    <a:pt x="6286792" y="161203"/>
                  </a:lnTo>
                  <a:lnTo>
                    <a:pt x="6291031" y="161203"/>
                  </a:lnTo>
                  <a:lnTo>
                    <a:pt x="6295270" y="161203"/>
                  </a:lnTo>
                  <a:lnTo>
                    <a:pt x="6295270" y="159754"/>
                  </a:lnTo>
                  <a:lnTo>
                    <a:pt x="6299509" y="159754"/>
                  </a:lnTo>
                  <a:lnTo>
                    <a:pt x="6303749" y="159754"/>
                  </a:lnTo>
                  <a:lnTo>
                    <a:pt x="6303749" y="158304"/>
                  </a:lnTo>
                  <a:lnTo>
                    <a:pt x="6316466" y="158304"/>
                  </a:lnTo>
                  <a:lnTo>
                    <a:pt x="6320706" y="158304"/>
                  </a:lnTo>
                  <a:lnTo>
                    <a:pt x="6320706" y="157578"/>
                  </a:lnTo>
                  <a:lnTo>
                    <a:pt x="6329184" y="157578"/>
                  </a:lnTo>
                  <a:lnTo>
                    <a:pt x="6329184" y="156850"/>
                  </a:lnTo>
                  <a:lnTo>
                    <a:pt x="6333423" y="156850"/>
                  </a:lnTo>
                  <a:lnTo>
                    <a:pt x="6337663" y="156850"/>
                  </a:lnTo>
                  <a:lnTo>
                    <a:pt x="6341902" y="156850"/>
                  </a:lnTo>
                  <a:lnTo>
                    <a:pt x="6346141" y="156850"/>
                  </a:lnTo>
                  <a:lnTo>
                    <a:pt x="6346141" y="156121"/>
                  </a:lnTo>
                  <a:lnTo>
                    <a:pt x="6350380" y="156121"/>
                  </a:lnTo>
                  <a:lnTo>
                    <a:pt x="6354620" y="156121"/>
                  </a:lnTo>
                  <a:lnTo>
                    <a:pt x="6354620" y="155390"/>
                  </a:lnTo>
                  <a:lnTo>
                    <a:pt x="6358859" y="155390"/>
                  </a:lnTo>
                  <a:lnTo>
                    <a:pt x="6358859" y="154658"/>
                  </a:lnTo>
                  <a:lnTo>
                    <a:pt x="6363098" y="154658"/>
                  </a:lnTo>
                  <a:lnTo>
                    <a:pt x="6363098" y="153927"/>
                  </a:lnTo>
                  <a:lnTo>
                    <a:pt x="6367337" y="153927"/>
                  </a:lnTo>
                  <a:lnTo>
                    <a:pt x="6367337" y="152465"/>
                  </a:lnTo>
                  <a:lnTo>
                    <a:pt x="6371577" y="152465"/>
                  </a:lnTo>
                  <a:lnTo>
                    <a:pt x="6371577" y="151002"/>
                  </a:lnTo>
                  <a:lnTo>
                    <a:pt x="6375816" y="151002"/>
                  </a:lnTo>
                  <a:lnTo>
                    <a:pt x="6380055" y="151002"/>
                  </a:lnTo>
                  <a:lnTo>
                    <a:pt x="6380055" y="150269"/>
                  </a:lnTo>
                  <a:lnTo>
                    <a:pt x="6384294" y="150269"/>
                  </a:lnTo>
                  <a:lnTo>
                    <a:pt x="6388533" y="150269"/>
                  </a:lnTo>
                  <a:lnTo>
                    <a:pt x="6388533" y="149534"/>
                  </a:lnTo>
                  <a:lnTo>
                    <a:pt x="6392773" y="149534"/>
                  </a:lnTo>
                  <a:lnTo>
                    <a:pt x="6397012" y="149534"/>
                  </a:lnTo>
                  <a:lnTo>
                    <a:pt x="6397012" y="148797"/>
                  </a:lnTo>
                  <a:lnTo>
                    <a:pt x="6401251" y="148797"/>
                  </a:lnTo>
                  <a:lnTo>
                    <a:pt x="6405490" y="148797"/>
                  </a:lnTo>
                  <a:lnTo>
                    <a:pt x="6409730" y="148797"/>
                  </a:lnTo>
                  <a:lnTo>
                    <a:pt x="6409730" y="148059"/>
                  </a:lnTo>
                  <a:lnTo>
                    <a:pt x="6413969" y="148059"/>
                  </a:lnTo>
                  <a:lnTo>
                    <a:pt x="6418208" y="148059"/>
                  </a:lnTo>
                  <a:lnTo>
                    <a:pt x="6422447" y="148059"/>
                  </a:lnTo>
                  <a:lnTo>
                    <a:pt x="6422447" y="146576"/>
                  </a:lnTo>
                  <a:lnTo>
                    <a:pt x="6426687" y="146576"/>
                  </a:lnTo>
                  <a:lnTo>
                    <a:pt x="6435165" y="146576"/>
                  </a:lnTo>
                  <a:lnTo>
                    <a:pt x="6439404" y="146576"/>
                  </a:lnTo>
                  <a:lnTo>
                    <a:pt x="6443644" y="146576"/>
                  </a:lnTo>
                  <a:lnTo>
                    <a:pt x="6443644" y="145832"/>
                  </a:lnTo>
                  <a:lnTo>
                    <a:pt x="6447883" y="145832"/>
                  </a:lnTo>
                  <a:lnTo>
                    <a:pt x="6452122" y="145832"/>
                  </a:lnTo>
                  <a:lnTo>
                    <a:pt x="6456361" y="145832"/>
                  </a:lnTo>
                  <a:lnTo>
                    <a:pt x="6456361" y="145087"/>
                  </a:lnTo>
                  <a:lnTo>
                    <a:pt x="6460601" y="145087"/>
                  </a:lnTo>
                  <a:lnTo>
                    <a:pt x="6460601" y="144341"/>
                  </a:lnTo>
                  <a:lnTo>
                    <a:pt x="6464840" y="144341"/>
                  </a:lnTo>
                  <a:lnTo>
                    <a:pt x="6464840" y="143595"/>
                  </a:lnTo>
                  <a:lnTo>
                    <a:pt x="6469079" y="143595"/>
                  </a:lnTo>
                  <a:lnTo>
                    <a:pt x="6469079" y="142847"/>
                  </a:lnTo>
                  <a:lnTo>
                    <a:pt x="6473318" y="142847"/>
                  </a:lnTo>
                  <a:lnTo>
                    <a:pt x="6477557" y="142847"/>
                  </a:lnTo>
                  <a:lnTo>
                    <a:pt x="6477557" y="141347"/>
                  </a:lnTo>
                  <a:lnTo>
                    <a:pt x="6481797" y="141347"/>
                  </a:lnTo>
                  <a:lnTo>
                    <a:pt x="6481797" y="140596"/>
                  </a:lnTo>
                  <a:lnTo>
                    <a:pt x="6486036" y="140596"/>
                  </a:lnTo>
                  <a:lnTo>
                    <a:pt x="6490275" y="140596"/>
                  </a:lnTo>
                  <a:lnTo>
                    <a:pt x="6490275" y="139844"/>
                  </a:lnTo>
                  <a:lnTo>
                    <a:pt x="6494514" y="139844"/>
                  </a:lnTo>
                  <a:lnTo>
                    <a:pt x="6498754" y="139844"/>
                  </a:lnTo>
                  <a:lnTo>
                    <a:pt x="6498754" y="139091"/>
                  </a:lnTo>
                  <a:lnTo>
                    <a:pt x="6507232" y="139091"/>
                  </a:lnTo>
                  <a:lnTo>
                    <a:pt x="6511471" y="139091"/>
                  </a:lnTo>
                  <a:lnTo>
                    <a:pt x="6515711" y="139091"/>
                  </a:lnTo>
                  <a:lnTo>
                    <a:pt x="6515711" y="137581"/>
                  </a:lnTo>
                  <a:lnTo>
                    <a:pt x="6519950" y="137581"/>
                  </a:lnTo>
                  <a:lnTo>
                    <a:pt x="6519950" y="136072"/>
                  </a:lnTo>
                  <a:lnTo>
                    <a:pt x="6524189" y="136072"/>
                  </a:lnTo>
                  <a:lnTo>
                    <a:pt x="6524189" y="135316"/>
                  </a:lnTo>
                  <a:lnTo>
                    <a:pt x="6528428" y="135316"/>
                  </a:lnTo>
                  <a:lnTo>
                    <a:pt x="6532668" y="135316"/>
                  </a:lnTo>
                  <a:lnTo>
                    <a:pt x="6532668" y="134558"/>
                  </a:lnTo>
                  <a:lnTo>
                    <a:pt x="6536907" y="134558"/>
                  </a:lnTo>
                  <a:lnTo>
                    <a:pt x="6541146" y="134558"/>
                  </a:lnTo>
                  <a:lnTo>
                    <a:pt x="6545385" y="134558"/>
                  </a:lnTo>
                  <a:lnTo>
                    <a:pt x="6549625" y="134558"/>
                  </a:lnTo>
                  <a:lnTo>
                    <a:pt x="6553864" y="134558"/>
                  </a:lnTo>
                  <a:lnTo>
                    <a:pt x="6558103" y="134558"/>
                  </a:lnTo>
                  <a:lnTo>
                    <a:pt x="6558103" y="133795"/>
                  </a:lnTo>
                  <a:lnTo>
                    <a:pt x="6562342" y="133795"/>
                  </a:lnTo>
                  <a:lnTo>
                    <a:pt x="6562342" y="133031"/>
                  </a:lnTo>
                  <a:lnTo>
                    <a:pt x="6570821" y="133031"/>
                  </a:lnTo>
                  <a:lnTo>
                    <a:pt x="6575060" y="133031"/>
                  </a:lnTo>
                  <a:lnTo>
                    <a:pt x="6575060" y="132267"/>
                  </a:lnTo>
                  <a:lnTo>
                    <a:pt x="6579299" y="132267"/>
                  </a:lnTo>
                  <a:lnTo>
                    <a:pt x="6583538" y="132267"/>
                  </a:lnTo>
                  <a:lnTo>
                    <a:pt x="6583538" y="131501"/>
                  </a:lnTo>
                  <a:lnTo>
                    <a:pt x="6587778" y="131501"/>
                  </a:lnTo>
                  <a:lnTo>
                    <a:pt x="6587778" y="130735"/>
                  </a:lnTo>
                  <a:lnTo>
                    <a:pt x="6592017" y="130735"/>
                  </a:lnTo>
                  <a:lnTo>
                    <a:pt x="6596256" y="130735"/>
                  </a:lnTo>
                  <a:lnTo>
                    <a:pt x="6596256" y="129966"/>
                  </a:lnTo>
                  <a:lnTo>
                    <a:pt x="6604735" y="129966"/>
                  </a:lnTo>
                  <a:lnTo>
                    <a:pt x="6604735" y="129197"/>
                  </a:lnTo>
                  <a:lnTo>
                    <a:pt x="6608974" y="129197"/>
                  </a:lnTo>
                  <a:lnTo>
                    <a:pt x="6613213" y="129197"/>
                  </a:lnTo>
                  <a:lnTo>
                    <a:pt x="6613213" y="127659"/>
                  </a:lnTo>
                  <a:lnTo>
                    <a:pt x="6617452" y="127659"/>
                  </a:lnTo>
                  <a:lnTo>
                    <a:pt x="6617452" y="126118"/>
                  </a:lnTo>
                  <a:lnTo>
                    <a:pt x="6621692" y="126118"/>
                  </a:lnTo>
                  <a:lnTo>
                    <a:pt x="6621692" y="125346"/>
                  </a:lnTo>
                  <a:lnTo>
                    <a:pt x="6625931" y="125346"/>
                  </a:lnTo>
                  <a:lnTo>
                    <a:pt x="6630170" y="125346"/>
                  </a:lnTo>
                  <a:lnTo>
                    <a:pt x="6630170" y="124572"/>
                  </a:lnTo>
                  <a:lnTo>
                    <a:pt x="6634409" y="124572"/>
                  </a:lnTo>
                  <a:lnTo>
                    <a:pt x="6638649" y="124572"/>
                  </a:lnTo>
                  <a:lnTo>
                    <a:pt x="6638649" y="123795"/>
                  </a:lnTo>
                  <a:lnTo>
                    <a:pt x="6642888" y="123795"/>
                  </a:lnTo>
                  <a:lnTo>
                    <a:pt x="6642888" y="123018"/>
                  </a:lnTo>
                  <a:lnTo>
                    <a:pt x="6647127" y="123018"/>
                  </a:lnTo>
                  <a:lnTo>
                    <a:pt x="6651366" y="123018"/>
                  </a:lnTo>
                  <a:lnTo>
                    <a:pt x="6651366" y="122240"/>
                  </a:lnTo>
                  <a:lnTo>
                    <a:pt x="6655606" y="122240"/>
                  </a:lnTo>
                  <a:lnTo>
                    <a:pt x="6655606" y="121462"/>
                  </a:lnTo>
                  <a:lnTo>
                    <a:pt x="6659845" y="121462"/>
                  </a:lnTo>
                  <a:lnTo>
                    <a:pt x="6659845" y="119905"/>
                  </a:lnTo>
                  <a:lnTo>
                    <a:pt x="6664084" y="119905"/>
                  </a:lnTo>
                  <a:lnTo>
                    <a:pt x="6664084" y="119125"/>
                  </a:lnTo>
                  <a:lnTo>
                    <a:pt x="6672563" y="119125"/>
                  </a:lnTo>
                  <a:lnTo>
                    <a:pt x="6676802" y="119125"/>
                  </a:lnTo>
                  <a:lnTo>
                    <a:pt x="6676802" y="118345"/>
                  </a:lnTo>
                  <a:lnTo>
                    <a:pt x="6681041" y="118345"/>
                  </a:lnTo>
                  <a:lnTo>
                    <a:pt x="6685280" y="118345"/>
                  </a:lnTo>
                  <a:lnTo>
                    <a:pt x="6685280" y="117564"/>
                  </a:lnTo>
                  <a:lnTo>
                    <a:pt x="6693759" y="117564"/>
                  </a:lnTo>
                  <a:lnTo>
                    <a:pt x="6693759" y="116782"/>
                  </a:lnTo>
                  <a:lnTo>
                    <a:pt x="6697998" y="116782"/>
                  </a:lnTo>
                  <a:lnTo>
                    <a:pt x="6697998" y="115999"/>
                  </a:lnTo>
                  <a:lnTo>
                    <a:pt x="6702237" y="115999"/>
                  </a:lnTo>
                  <a:lnTo>
                    <a:pt x="6706476" y="115999"/>
                  </a:lnTo>
                  <a:lnTo>
                    <a:pt x="6706476" y="115215"/>
                  </a:lnTo>
                  <a:lnTo>
                    <a:pt x="6714955" y="115215"/>
                  </a:lnTo>
                  <a:lnTo>
                    <a:pt x="6714955" y="114430"/>
                  </a:lnTo>
                  <a:lnTo>
                    <a:pt x="6719194" y="114430"/>
                  </a:lnTo>
                  <a:lnTo>
                    <a:pt x="6719194" y="113645"/>
                  </a:lnTo>
                  <a:lnTo>
                    <a:pt x="6723433" y="113645"/>
                  </a:lnTo>
                  <a:lnTo>
                    <a:pt x="6723433" y="112073"/>
                  </a:lnTo>
                  <a:lnTo>
                    <a:pt x="6727673" y="112073"/>
                  </a:lnTo>
                  <a:lnTo>
                    <a:pt x="6731912" y="112073"/>
                  </a:lnTo>
                  <a:lnTo>
                    <a:pt x="6736151" y="112073"/>
                  </a:lnTo>
                  <a:lnTo>
                    <a:pt x="6744630" y="112073"/>
                  </a:lnTo>
                  <a:lnTo>
                    <a:pt x="6744630" y="110495"/>
                  </a:lnTo>
                  <a:lnTo>
                    <a:pt x="6748869" y="110495"/>
                  </a:lnTo>
                  <a:lnTo>
                    <a:pt x="6748869" y="108915"/>
                  </a:lnTo>
                  <a:lnTo>
                    <a:pt x="6757347" y="108915"/>
                  </a:lnTo>
                  <a:lnTo>
                    <a:pt x="6757347" y="106544"/>
                  </a:lnTo>
                  <a:lnTo>
                    <a:pt x="6761587" y="106544"/>
                  </a:lnTo>
                  <a:lnTo>
                    <a:pt x="6761587" y="105752"/>
                  </a:lnTo>
                  <a:lnTo>
                    <a:pt x="6765826" y="105752"/>
                  </a:lnTo>
                  <a:lnTo>
                    <a:pt x="6765826" y="104960"/>
                  </a:lnTo>
                  <a:lnTo>
                    <a:pt x="6770065" y="104960"/>
                  </a:lnTo>
                  <a:lnTo>
                    <a:pt x="6774304" y="104960"/>
                  </a:lnTo>
                  <a:lnTo>
                    <a:pt x="6774304" y="104166"/>
                  </a:lnTo>
                  <a:lnTo>
                    <a:pt x="6778543" y="104166"/>
                  </a:lnTo>
                  <a:lnTo>
                    <a:pt x="6782783" y="104166"/>
                  </a:lnTo>
                  <a:lnTo>
                    <a:pt x="6782783" y="103372"/>
                  </a:lnTo>
                  <a:lnTo>
                    <a:pt x="6791261" y="103372"/>
                  </a:lnTo>
                  <a:lnTo>
                    <a:pt x="6795500" y="103372"/>
                  </a:lnTo>
                  <a:lnTo>
                    <a:pt x="6799740" y="103372"/>
                  </a:lnTo>
                  <a:lnTo>
                    <a:pt x="6803979" y="103372"/>
                  </a:lnTo>
                  <a:lnTo>
                    <a:pt x="6803979" y="102574"/>
                  </a:lnTo>
                  <a:lnTo>
                    <a:pt x="6808218" y="102574"/>
                  </a:lnTo>
                  <a:lnTo>
                    <a:pt x="6808218" y="100977"/>
                  </a:lnTo>
                  <a:lnTo>
                    <a:pt x="6812457" y="100977"/>
                  </a:lnTo>
                  <a:lnTo>
                    <a:pt x="6812457" y="99377"/>
                  </a:lnTo>
                  <a:lnTo>
                    <a:pt x="6816697" y="99377"/>
                  </a:lnTo>
                  <a:lnTo>
                    <a:pt x="6816697" y="98577"/>
                  </a:lnTo>
                  <a:lnTo>
                    <a:pt x="6820936" y="98577"/>
                  </a:lnTo>
                  <a:lnTo>
                    <a:pt x="6820936" y="97777"/>
                  </a:lnTo>
                  <a:lnTo>
                    <a:pt x="6825175" y="97777"/>
                  </a:lnTo>
                  <a:lnTo>
                    <a:pt x="6825175" y="96975"/>
                  </a:lnTo>
                  <a:lnTo>
                    <a:pt x="6829414" y="96975"/>
                  </a:lnTo>
                  <a:lnTo>
                    <a:pt x="6833654" y="96975"/>
                  </a:lnTo>
                  <a:lnTo>
                    <a:pt x="6837893" y="96975"/>
                  </a:lnTo>
                  <a:lnTo>
                    <a:pt x="6842132" y="96975"/>
                  </a:lnTo>
                  <a:lnTo>
                    <a:pt x="6846371" y="96975"/>
                  </a:lnTo>
                  <a:lnTo>
                    <a:pt x="6854850" y="96975"/>
                  </a:lnTo>
                  <a:lnTo>
                    <a:pt x="6854850" y="96170"/>
                  </a:lnTo>
                  <a:lnTo>
                    <a:pt x="6859089" y="96170"/>
                  </a:lnTo>
                  <a:lnTo>
                    <a:pt x="6867568" y="96170"/>
                  </a:lnTo>
                  <a:lnTo>
                    <a:pt x="6867568" y="95364"/>
                  </a:lnTo>
                  <a:lnTo>
                    <a:pt x="6871807" y="95364"/>
                  </a:lnTo>
                  <a:lnTo>
                    <a:pt x="6876046" y="95364"/>
                  </a:lnTo>
                  <a:lnTo>
                    <a:pt x="6876046" y="93751"/>
                  </a:lnTo>
                  <a:lnTo>
                    <a:pt x="6880285" y="93751"/>
                  </a:lnTo>
                  <a:lnTo>
                    <a:pt x="6880285" y="92944"/>
                  </a:lnTo>
                  <a:lnTo>
                    <a:pt x="6884524" y="92944"/>
                  </a:lnTo>
                  <a:lnTo>
                    <a:pt x="6888764" y="92944"/>
                  </a:lnTo>
                  <a:lnTo>
                    <a:pt x="6897242" y="92944"/>
                  </a:lnTo>
                  <a:lnTo>
                    <a:pt x="6897242" y="92136"/>
                  </a:lnTo>
                  <a:lnTo>
                    <a:pt x="6901481" y="92136"/>
                  </a:lnTo>
                  <a:lnTo>
                    <a:pt x="6901481" y="91326"/>
                  </a:lnTo>
                  <a:lnTo>
                    <a:pt x="6905721" y="91326"/>
                  </a:lnTo>
                  <a:lnTo>
                    <a:pt x="6914199" y="91326"/>
                  </a:lnTo>
                  <a:lnTo>
                    <a:pt x="6914199" y="90514"/>
                  </a:lnTo>
                  <a:lnTo>
                    <a:pt x="6918438" y="90514"/>
                  </a:lnTo>
                  <a:lnTo>
                    <a:pt x="6922678" y="90514"/>
                  </a:lnTo>
                  <a:lnTo>
                    <a:pt x="6926917" y="90514"/>
                  </a:lnTo>
                  <a:lnTo>
                    <a:pt x="6926917" y="89699"/>
                  </a:lnTo>
                  <a:lnTo>
                    <a:pt x="6931156" y="89699"/>
                  </a:lnTo>
                  <a:lnTo>
                    <a:pt x="6939635" y="89699"/>
                  </a:lnTo>
                  <a:lnTo>
                    <a:pt x="6943874" y="89699"/>
                  </a:lnTo>
                  <a:lnTo>
                    <a:pt x="6948113" y="89699"/>
                  </a:lnTo>
                  <a:lnTo>
                    <a:pt x="6948113" y="88882"/>
                  </a:lnTo>
                  <a:lnTo>
                    <a:pt x="6956592" y="88882"/>
                  </a:lnTo>
                  <a:lnTo>
                    <a:pt x="6956592" y="87247"/>
                  </a:lnTo>
                  <a:lnTo>
                    <a:pt x="6960831" y="87247"/>
                  </a:lnTo>
                  <a:lnTo>
                    <a:pt x="6969309" y="87247"/>
                  </a:lnTo>
                  <a:lnTo>
                    <a:pt x="6969309" y="86429"/>
                  </a:lnTo>
                  <a:lnTo>
                    <a:pt x="6973549" y="86429"/>
                  </a:lnTo>
                  <a:lnTo>
                    <a:pt x="6973549" y="85611"/>
                  </a:lnTo>
                  <a:lnTo>
                    <a:pt x="6977788" y="85611"/>
                  </a:lnTo>
                  <a:lnTo>
                    <a:pt x="6982027" y="85611"/>
                  </a:lnTo>
                  <a:lnTo>
                    <a:pt x="6982027" y="83971"/>
                  </a:lnTo>
                  <a:lnTo>
                    <a:pt x="6990505" y="83971"/>
                  </a:lnTo>
                  <a:lnTo>
                    <a:pt x="6990505" y="82331"/>
                  </a:lnTo>
                  <a:lnTo>
                    <a:pt x="6994745" y="82331"/>
                  </a:lnTo>
                  <a:lnTo>
                    <a:pt x="6994745" y="80690"/>
                  </a:lnTo>
                  <a:lnTo>
                    <a:pt x="6998984" y="80690"/>
                  </a:lnTo>
                  <a:lnTo>
                    <a:pt x="6998984" y="78228"/>
                  </a:lnTo>
                  <a:lnTo>
                    <a:pt x="7003223" y="78228"/>
                  </a:lnTo>
                  <a:lnTo>
                    <a:pt x="7003223" y="76586"/>
                  </a:lnTo>
                  <a:lnTo>
                    <a:pt x="7007462" y="76586"/>
                  </a:lnTo>
                  <a:lnTo>
                    <a:pt x="7007462" y="75764"/>
                  </a:lnTo>
                  <a:lnTo>
                    <a:pt x="7011702" y="75764"/>
                  </a:lnTo>
                  <a:lnTo>
                    <a:pt x="7015941" y="75764"/>
                  </a:lnTo>
                  <a:lnTo>
                    <a:pt x="7015941" y="74941"/>
                  </a:lnTo>
                  <a:lnTo>
                    <a:pt x="7020180" y="74941"/>
                  </a:lnTo>
                  <a:lnTo>
                    <a:pt x="7020180" y="74117"/>
                  </a:lnTo>
                  <a:lnTo>
                    <a:pt x="7028659" y="74117"/>
                  </a:lnTo>
                  <a:lnTo>
                    <a:pt x="7028659" y="73294"/>
                  </a:lnTo>
                  <a:lnTo>
                    <a:pt x="7032898" y="73294"/>
                  </a:lnTo>
                  <a:lnTo>
                    <a:pt x="7037137" y="73294"/>
                  </a:lnTo>
                  <a:lnTo>
                    <a:pt x="7037137" y="72470"/>
                  </a:lnTo>
                  <a:lnTo>
                    <a:pt x="7041376" y="72470"/>
                  </a:lnTo>
                  <a:lnTo>
                    <a:pt x="7045616" y="72470"/>
                  </a:lnTo>
                  <a:lnTo>
                    <a:pt x="7049855" y="72470"/>
                  </a:lnTo>
                  <a:lnTo>
                    <a:pt x="7054094" y="72470"/>
                  </a:lnTo>
                  <a:lnTo>
                    <a:pt x="7062573" y="72470"/>
                  </a:lnTo>
                  <a:lnTo>
                    <a:pt x="7066812" y="72470"/>
                  </a:lnTo>
                  <a:lnTo>
                    <a:pt x="7066812" y="71642"/>
                  </a:lnTo>
                  <a:lnTo>
                    <a:pt x="7071051" y="71642"/>
                  </a:lnTo>
                  <a:lnTo>
                    <a:pt x="7071051" y="70814"/>
                  </a:lnTo>
                  <a:lnTo>
                    <a:pt x="7075290" y="70814"/>
                  </a:lnTo>
                  <a:lnTo>
                    <a:pt x="7075290" y="68327"/>
                  </a:lnTo>
                  <a:lnTo>
                    <a:pt x="7079530" y="68327"/>
                  </a:lnTo>
                  <a:lnTo>
                    <a:pt x="7079530" y="67499"/>
                  </a:lnTo>
                  <a:lnTo>
                    <a:pt x="7083769" y="67499"/>
                  </a:lnTo>
                  <a:lnTo>
                    <a:pt x="7092247" y="67499"/>
                  </a:lnTo>
                  <a:lnTo>
                    <a:pt x="7096486" y="67499"/>
                  </a:lnTo>
                  <a:lnTo>
                    <a:pt x="7100726" y="67499"/>
                  </a:lnTo>
                  <a:lnTo>
                    <a:pt x="7100726" y="65832"/>
                  </a:lnTo>
                  <a:lnTo>
                    <a:pt x="7104965" y="65832"/>
                  </a:lnTo>
                  <a:lnTo>
                    <a:pt x="7104965" y="64164"/>
                  </a:lnTo>
                  <a:lnTo>
                    <a:pt x="7109204" y="64164"/>
                  </a:lnTo>
                  <a:lnTo>
                    <a:pt x="7109204" y="63330"/>
                  </a:lnTo>
                  <a:lnTo>
                    <a:pt x="7113443" y="63330"/>
                  </a:lnTo>
                  <a:lnTo>
                    <a:pt x="7113443" y="62496"/>
                  </a:lnTo>
                  <a:lnTo>
                    <a:pt x="7117683" y="62496"/>
                  </a:lnTo>
                  <a:lnTo>
                    <a:pt x="7121922" y="62496"/>
                  </a:lnTo>
                  <a:lnTo>
                    <a:pt x="7121922" y="60825"/>
                  </a:lnTo>
                  <a:lnTo>
                    <a:pt x="7126161" y="60825"/>
                  </a:lnTo>
                  <a:lnTo>
                    <a:pt x="7126161" y="59988"/>
                  </a:lnTo>
                  <a:lnTo>
                    <a:pt x="7130400" y="59988"/>
                  </a:lnTo>
                  <a:lnTo>
                    <a:pt x="7130400" y="59151"/>
                  </a:lnTo>
                  <a:lnTo>
                    <a:pt x="7138879" y="59151"/>
                  </a:lnTo>
                  <a:lnTo>
                    <a:pt x="7143118" y="59151"/>
                  </a:lnTo>
                  <a:lnTo>
                    <a:pt x="7151597" y="59151"/>
                  </a:lnTo>
                  <a:lnTo>
                    <a:pt x="7155836" y="59151"/>
                  </a:lnTo>
                  <a:lnTo>
                    <a:pt x="7155836" y="58308"/>
                  </a:lnTo>
                  <a:lnTo>
                    <a:pt x="7160075" y="58308"/>
                  </a:lnTo>
                  <a:lnTo>
                    <a:pt x="7164314" y="58308"/>
                  </a:lnTo>
                  <a:lnTo>
                    <a:pt x="7168554" y="58308"/>
                  </a:lnTo>
                  <a:lnTo>
                    <a:pt x="7172793" y="58308"/>
                  </a:lnTo>
                  <a:lnTo>
                    <a:pt x="7172793" y="57465"/>
                  </a:lnTo>
                  <a:lnTo>
                    <a:pt x="7177032" y="57465"/>
                  </a:lnTo>
                  <a:lnTo>
                    <a:pt x="7181271" y="57465"/>
                  </a:lnTo>
                  <a:lnTo>
                    <a:pt x="7181271" y="56620"/>
                  </a:lnTo>
                  <a:lnTo>
                    <a:pt x="7185510" y="56620"/>
                  </a:lnTo>
                  <a:lnTo>
                    <a:pt x="7185510" y="55773"/>
                  </a:lnTo>
                  <a:lnTo>
                    <a:pt x="7193989" y="55773"/>
                  </a:lnTo>
                  <a:lnTo>
                    <a:pt x="7198228" y="55773"/>
                  </a:lnTo>
                  <a:lnTo>
                    <a:pt x="7198228" y="54926"/>
                  </a:lnTo>
                  <a:lnTo>
                    <a:pt x="7202467" y="54926"/>
                  </a:lnTo>
                  <a:lnTo>
                    <a:pt x="7202467" y="54078"/>
                  </a:lnTo>
                  <a:lnTo>
                    <a:pt x="7206707" y="54078"/>
                  </a:lnTo>
                  <a:lnTo>
                    <a:pt x="7206707" y="53229"/>
                  </a:lnTo>
                  <a:lnTo>
                    <a:pt x="7210946" y="53229"/>
                  </a:lnTo>
                  <a:lnTo>
                    <a:pt x="7215185" y="53229"/>
                  </a:lnTo>
                  <a:lnTo>
                    <a:pt x="7215185" y="52379"/>
                  </a:lnTo>
                  <a:lnTo>
                    <a:pt x="7219424" y="52379"/>
                  </a:lnTo>
                  <a:lnTo>
                    <a:pt x="7219424" y="50677"/>
                  </a:lnTo>
                  <a:lnTo>
                    <a:pt x="7223664" y="50677"/>
                  </a:lnTo>
                  <a:lnTo>
                    <a:pt x="7232142" y="50677"/>
                  </a:lnTo>
                  <a:lnTo>
                    <a:pt x="7232142" y="49824"/>
                  </a:lnTo>
                  <a:lnTo>
                    <a:pt x="7236381" y="49824"/>
                  </a:lnTo>
                  <a:lnTo>
                    <a:pt x="7240621" y="49824"/>
                  </a:lnTo>
                  <a:lnTo>
                    <a:pt x="7244860" y="49824"/>
                  </a:lnTo>
                  <a:lnTo>
                    <a:pt x="7253338" y="49824"/>
                  </a:lnTo>
                  <a:lnTo>
                    <a:pt x="7261817" y="49824"/>
                  </a:lnTo>
                  <a:lnTo>
                    <a:pt x="7266056" y="49824"/>
                  </a:lnTo>
                  <a:lnTo>
                    <a:pt x="7270295" y="49824"/>
                  </a:lnTo>
                  <a:lnTo>
                    <a:pt x="7274535" y="49824"/>
                  </a:lnTo>
                  <a:lnTo>
                    <a:pt x="7274535" y="48965"/>
                  </a:lnTo>
                  <a:lnTo>
                    <a:pt x="7278774" y="48965"/>
                  </a:lnTo>
                  <a:lnTo>
                    <a:pt x="7278774" y="47246"/>
                  </a:lnTo>
                  <a:lnTo>
                    <a:pt x="7283013" y="47246"/>
                  </a:lnTo>
                  <a:lnTo>
                    <a:pt x="7283013" y="46385"/>
                  </a:lnTo>
                  <a:lnTo>
                    <a:pt x="7287252" y="46385"/>
                  </a:lnTo>
                  <a:lnTo>
                    <a:pt x="7287252" y="45525"/>
                  </a:lnTo>
                  <a:lnTo>
                    <a:pt x="7295731" y="45525"/>
                  </a:lnTo>
                  <a:lnTo>
                    <a:pt x="7295731" y="44664"/>
                  </a:lnTo>
                  <a:lnTo>
                    <a:pt x="7299970" y="44664"/>
                  </a:lnTo>
                  <a:lnTo>
                    <a:pt x="7299970" y="43803"/>
                  </a:lnTo>
                  <a:lnTo>
                    <a:pt x="7304209" y="43803"/>
                  </a:lnTo>
                  <a:lnTo>
                    <a:pt x="7308448" y="43803"/>
                  </a:lnTo>
                  <a:lnTo>
                    <a:pt x="7312688" y="43803"/>
                  </a:lnTo>
                  <a:lnTo>
                    <a:pt x="7312688" y="42937"/>
                  </a:lnTo>
                  <a:lnTo>
                    <a:pt x="7329645" y="42937"/>
                  </a:lnTo>
                  <a:lnTo>
                    <a:pt x="7333884" y="42937"/>
                  </a:lnTo>
                  <a:lnTo>
                    <a:pt x="7333884" y="40337"/>
                  </a:lnTo>
                  <a:lnTo>
                    <a:pt x="7342362" y="40337"/>
                  </a:lnTo>
                  <a:lnTo>
                    <a:pt x="7346602" y="40337"/>
                  </a:lnTo>
                  <a:lnTo>
                    <a:pt x="7350841" y="40337"/>
                  </a:lnTo>
                  <a:lnTo>
                    <a:pt x="7350841" y="38599"/>
                  </a:lnTo>
                  <a:lnTo>
                    <a:pt x="7355080" y="38599"/>
                  </a:lnTo>
                  <a:lnTo>
                    <a:pt x="7359319" y="38599"/>
                  </a:lnTo>
                  <a:lnTo>
                    <a:pt x="7363559" y="38599"/>
                  </a:lnTo>
                  <a:lnTo>
                    <a:pt x="7363559" y="37725"/>
                  </a:lnTo>
                  <a:lnTo>
                    <a:pt x="7367798" y="37725"/>
                  </a:lnTo>
                  <a:lnTo>
                    <a:pt x="7372037" y="37725"/>
                  </a:lnTo>
                  <a:lnTo>
                    <a:pt x="7376276" y="37725"/>
                  </a:lnTo>
                  <a:lnTo>
                    <a:pt x="7376276" y="36851"/>
                  </a:lnTo>
                  <a:lnTo>
                    <a:pt x="7380516" y="36851"/>
                  </a:lnTo>
                  <a:lnTo>
                    <a:pt x="7380516" y="34224"/>
                  </a:lnTo>
                  <a:lnTo>
                    <a:pt x="7384755" y="34224"/>
                  </a:lnTo>
                  <a:lnTo>
                    <a:pt x="7384755" y="32473"/>
                  </a:lnTo>
                  <a:lnTo>
                    <a:pt x="7388994" y="32473"/>
                  </a:lnTo>
                  <a:lnTo>
                    <a:pt x="7393233" y="32473"/>
                  </a:lnTo>
                  <a:lnTo>
                    <a:pt x="7397472" y="32473"/>
                  </a:lnTo>
                  <a:lnTo>
                    <a:pt x="7401712" y="32473"/>
                  </a:lnTo>
                  <a:lnTo>
                    <a:pt x="7405951" y="32473"/>
                  </a:lnTo>
                  <a:lnTo>
                    <a:pt x="7410190" y="32473"/>
                  </a:lnTo>
                  <a:lnTo>
                    <a:pt x="7410190" y="30714"/>
                  </a:lnTo>
                  <a:lnTo>
                    <a:pt x="7414429" y="30714"/>
                  </a:lnTo>
                  <a:lnTo>
                    <a:pt x="7418669" y="30714"/>
                  </a:lnTo>
                  <a:lnTo>
                    <a:pt x="7422908" y="30714"/>
                  </a:lnTo>
                  <a:lnTo>
                    <a:pt x="7422908" y="28950"/>
                  </a:lnTo>
                  <a:lnTo>
                    <a:pt x="7431386" y="28950"/>
                  </a:lnTo>
                  <a:lnTo>
                    <a:pt x="7431386" y="28068"/>
                  </a:lnTo>
                  <a:lnTo>
                    <a:pt x="7444104" y="28068"/>
                  </a:lnTo>
                  <a:lnTo>
                    <a:pt x="7448343" y="28068"/>
                  </a:lnTo>
                  <a:lnTo>
                    <a:pt x="7448343" y="27185"/>
                  </a:lnTo>
                  <a:lnTo>
                    <a:pt x="7452583" y="27185"/>
                  </a:lnTo>
                  <a:lnTo>
                    <a:pt x="7452583" y="24532"/>
                  </a:lnTo>
                  <a:lnTo>
                    <a:pt x="7456822" y="24532"/>
                  </a:lnTo>
                  <a:lnTo>
                    <a:pt x="7461061" y="24532"/>
                  </a:lnTo>
                  <a:lnTo>
                    <a:pt x="7465300" y="24532"/>
                  </a:lnTo>
                  <a:lnTo>
                    <a:pt x="7465300" y="22757"/>
                  </a:lnTo>
                  <a:lnTo>
                    <a:pt x="7469540" y="22757"/>
                  </a:lnTo>
                  <a:lnTo>
                    <a:pt x="7473779" y="22757"/>
                  </a:lnTo>
                  <a:lnTo>
                    <a:pt x="7473779" y="21868"/>
                  </a:lnTo>
                  <a:lnTo>
                    <a:pt x="7478018" y="21868"/>
                  </a:lnTo>
                  <a:lnTo>
                    <a:pt x="7478018" y="20977"/>
                  </a:lnTo>
                  <a:lnTo>
                    <a:pt x="7486496" y="20977"/>
                  </a:lnTo>
                  <a:lnTo>
                    <a:pt x="7499214" y="20977"/>
                  </a:lnTo>
                  <a:lnTo>
                    <a:pt x="7503453" y="20977"/>
                  </a:lnTo>
                  <a:lnTo>
                    <a:pt x="7503453" y="19187"/>
                  </a:lnTo>
                  <a:lnTo>
                    <a:pt x="7507693" y="19187"/>
                  </a:lnTo>
                  <a:lnTo>
                    <a:pt x="7520410" y="19187"/>
                  </a:lnTo>
                  <a:lnTo>
                    <a:pt x="7520410" y="18289"/>
                  </a:lnTo>
                  <a:lnTo>
                    <a:pt x="7524650" y="18289"/>
                  </a:lnTo>
                  <a:lnTo>
                    <a:pt x="7528889" y="18289"/>
                  </a:lnTo>
                  <a:lnTo>
                    <a:pt x="7528889" y="16486"/>
                  </a:lnTo>
                  <a:lnTo>
                    <a:pt x="7533128" y="16486"/>
                  </a:lnTo>
                  <a:lnTo>
                    <a:pt x="7533128" y="15585"/>
                  </a:lnTo>
                  <a:lnTo>
                    <a:pt x="7537367" y="15585"/>
                  </a:lnTo>
                  <a:lnTo>
                    <a:pt x="7545846" y="15585"/>
                  </a:lnTo>
                  <a:lnTo>
                    <a:pt x="7545846" y="14681"/>
                  </a:lnTo>
                  <a:lnTo>
                    <a:pt x="7550085" y="14681"/>
                  </a:lnTo>
                  <a:lnTo>
                    <a:pt x="7554324" y="14681"/>
                  </a:lnTo>
                  <a:lnTo>
                    <a:pt x="7554324" y="13777"/>
                  </a:lnTo>
                  <a:lnTo>
                    <a:pt x="7558564" y="13777"/>
                  </a:lnTo>
                  <a:lnTo>
                    <a:pt x="7562803" y="13777"/>
                  </a:lnTo>
                  <a:lnTo>
                    <a:pt x="7567042" y="13777"/>
                  </a:lnTo>
                  <a:lnTo>
                    <a:pt x="7571281" y="13777"/>
                  </a:lnTo>
                  <a:lnTo>
                    <a:pt x="7571281" y="12868"/>
                  </a:lnTo>
                  <a:lnTo>
                    <a:pt x="7583999" y="12868"/>
                  </a:lnTo>
                  <a:lnTo>
                    <a:pt x="7583999" y="11957"/>
                  </a:lnTo>
                  <a:lnTo>
                    <a:pt x="7588238" y="11957"/>
                  </a:lnTo>
                  <a:lnTo>
                    <a:pt x="7588238" y="11047"/>
                  </a:lnTo>
                  <a:lnTo>
                    <a:pt x="7592477" y="11047"/>
                  </a:lnTo>
                  <a:lnTo>
                    <a:pt x="7592477" y="10137"/>
                  </a:lnTo>
                  <a:lnTo>
                    <a:pt x="7596717" y="10137"/>
                  </a:lnTo>
                  <a:lnTo>
                    <a:pt x="7600956" y="10137"/>
                  </a:lnTo>
                  <a:lnTo>
                    <a:pt x="7600956" y="9224"/>
                  </a:lnTo>
                  <a:lnTo>
                    <a:pt x="7605195" y="9224"/>
                  </a:lnTo>
                  <a:lnTo>
                    <a:pt x="7613674" y="9224"/>
                  </a:lnTo>
                  <a:lnTo>
                    <a:pt x="7613674" y="8311"/>
                  </a:lnTo>
                  <a:lnTo>
                    <a:pt x="7617913" y="8311"/>
                  </a:lnTo>
                  <a:lnTo>
                    <a:pt x="7622152" y="8311"/>
                  </a:lnTo>
                  <a:lnTo>
                    <a:pt x="7626391" y="8311"/>
                  </a:lnTo>
                  <a:lnTo>
                    <a:pt x="7630631" y="8311"/>
                  </a:lnTo>
                  <a:lnTo>
                    <a:pt x="7634870" y="8311"/>
                  </a:lnTo>
                  <a:lnTo>
                    <a:pt x="7634870" y="7395"/>
                  </a:lnTo>
                  <a:lnTo>
                    <a:pt x="7639109" y="7395"/>
                  </a:lnTo>
                  <a:lnTo>
                    <a:pt x="7643348" y="7395"/>
                  </a:lnTo>
                  <a:lnTo>
                    <a:pt x="7647588" y="7395"/>
                  </a:lnTo>
                  <a:lnTo>
                    <a:pt x="7647588" y="6476"/>
                  </a:lnTo>
                  <a:lnTo>
                    <a:pt x="7656066" y="6476"/>
                  </a:lnTo>
                  <a:lnTo>
                    <a:pt x="7656066" y="5557"/>
                  </a:lnTo>
                  <a:lnTo>
                    <a:pt x="7660305" y="5557"/>
                  </a:lnTo>
                  <a:lnTo>
                    <a:pt x="7673023" y="5557"/>
                  </a:lnTo>
                  <a:lnTo>
                    <a:pt x="7677262" y="5557"/>
                  </a:lnTo>
                  <a:lnTo>
                    <a:pt x="7677262" y="4636"/>
                  </a:lnTo>
                  <a:lnTo>
                    <a:pt x="7681502" y="4636"/>
                  </a:lnTo>
                  <a:lnTo>
                    <a:pt x="7689980" y="4636"/>
                  </a:lnTo>
                  <a:lnTo>
                    <a:pt x="7694219" y="4636"/>
                  </a:lnTo>
                  <a:lnTo>
                    <a:pt x="7698458" y="4636"/>
                  </a:lnTo>
                  <a:lnTo>
                    <a:pt x="7698458" y="2787"/>
                  </a:lnTo>
                  <a:lnTo>
                    <a:pt x="7706937" y="2787"/>
                  </a:lnTo>
                  <a:lnTo>
                    <a:pt x="7711176" y="2787"/>
                  </a:lnTo>
                  <a:lnTo>
                    <a:pt x="7715415" y="2787"/>
                  </a:lnTo>
                  <a:lnTo>
                    <a:pt x="7715415" y="931"/>
                  </a:lnTo>
                  <a:lnTo>
                    <a:pt x="7719655" y="931"/>
                  </a:lnTo>
                  <a:lnTo>
                    <a:pt x="7728133" y="931"/>
                  </a:lnTo>
                  <a:lnTo>
                    <a:pt x="7728133" y="0"/>
                  </a:lnTo>
                  <a:lnTo>
                    <a:pt x="7736612" y="0"/>
                  </a:lnTo>
                  <a:lnTo>
                    <a:pt x="7736612" y="93296"/>
                  </a:lnTo>
                  <a:lnTo>
                    <a:pt x="7728133" y="93296"/>
                  </a:lnTo>
                  <a:lnTo>
                    <a:pt x="7728133" y="94208"/>
                  </a:lnTo>
                  <a:lnTo>
                    <a:pt x="7719655" y="94208"/>
                  </a:lnTo>
                  <a:lnTo>
                    <a:pt x="7715415" y="94208"/>
                  </a:lnTo>
                  <a:lnTo>
                    <a:pt x="7715415" y="96027"/>
                  </a:lnTo>
                  <a:lnTo>
                    <a:pt x="7711176" y="96027"/>
                  </a:lnTo>
                  <a:lnTo>
                    <a:pt x="7706937" y="96027"/>
                  </a:lnTo>
                  <a:lnTo>
                    <a:pt x="7698458" y="96027"/>
                  </a:lnTo>
                  <a:lnTo>
                    <a:pt x="7698458" y="97840"/>
                  </a:lnTo>
                  <a:lnTo>
                    <a:pt x="7694219" y="97840"/>
                  </a:lnTo>
                  <a:lnTo>
                    <a:pt x="7689980" y="97840"/>
                  </a:lnTo>
                  <a:lnTo>
                    <a:pt x="7681502" y="97840"/>
                  </a:lnTo>
                  <a:lnTo>
                    <a:pt x="7677262" y="97840"/>
                  </a:lnTo>
                  <a:lnTo>
                    <a:pt x="7677262" y="98744"/>
                  </a:lnTo>
                  <a:lnTo>
                    <a:pt x="7673023" y="98744"/>
                  </a:lnTo>
                  <a:lnTo>
                    <a:pt x="7660305" y="98744"/>
                  </a:lnTo>
                  <a:lnTo>
                    <a:pt x="7656066" y="98744"/>
                  </a:lnTo>
                  <a:lnTo>
                    <a:pt x="7656066" y="99645"/>
                  </a:lnTo>
                  <a:lnTo>
                    <a:pt x="7647588" y="99645"/>
                  </a:lnTo>
                  <a:lnTo>
                    <a:pt x="7647588" y="100546"/>
                  </a:lnTo>
                  <a:lnTo>
                    <a:pt x="7643348" y="100546"/>
                  </a:lnTo>
                  <a:lnTo>
                    <a:pt x="7639109" y="100546"/>
                  </a:lnTo>
                  <a:lnTo>
                    <a:pt x="7634870" y="100546"/>
                  </a:lnTo>
                  <a:lnTo>
                    <a:pt x="7634870" y="101444"/>
                  </a:lnTo>
                  <a:lnTo>
                    <a:pt x="7630631" y="101444"/>
                  </a:lnTo>
                  <a:lnTo>
                    <a:pt x="7626391" y="101444"/>
                  </a:lnTo>
                  <a:lnTo>
                    <a:pt x="7622152" y="101444"/>
                  </a:lnTo>
                  <a:lnTo>
                    <a:pt x="7617913" y="101444"/>
                  </a:lnTo>
                  <a:lnTo>
                    <a:pt x="7613674" y="101444"/>
                  </a:lnTo>
                  <a:lnTo>
                    <a:pt x="7613674" y="102340"/>
                  </a:lnTo>
                  <a:lnTo>
                    <a:pt x="7605195" y="102340"/>
                  </a:lnTo>
                  <a:lnTo>
                    <a:pt x="7600956" y="102340"/>
                  </a:lnTo>
                  <a:lnTo>
                    <a:pt x="7600956" y="103235"/>
                  </a:lnTo>
                  <a:lnTo>
                    <a:pt x="7596717" y="103235"/>
                  </a:lnTo>
                  <a:lnTo>
                    <a:pt x="7592477" y="103235"/>
                  </a:lnTo>
                  <a:lnTo>
                    <a:pt x="7592477" y="104128"/>
                  </a:lnTo>
                  <a:lnTo>
                    <a:pt x="7588238" y="104128"/>
                  </a:lnTo>
                  <a:lnTo>
                    <a:pt x="7588238" y="105021"/>
                  </a:lnTo>
                  <a:lnTo>
                    <a:pt x="7583999" y="105021"/>
                  </a:lnTo>
                  <a:lnTo>
                    <a:pt x="7583999" y="105914"/>
                  </a:lnTo>
                  <a:lnTo>
                    <a:pt x="7571281" y="105914"/>
                  </a:lnTo>
                  <a:lnTo>
                    <a:pt x="7571281" y="106806"/>
                  </a:lnTo>
                  <a:lnTo>
                    <a:pt x="7567042" y="106806"/>
                  </a:lnTo>
                  <a:lnTo>
                    <a:pt x="7562803" y="106806"/>
                  </a:lnTo>
                  <a:lnTo>
                    <a:pt x="7558564" y="106806"/>
                  </a:lnTo>
                  <a:lnTo>
                    <a:pt x="7554324" y="106806"/>
                  </a:lnTo>
                  <a:lnTo>
                    <a:pt x="7554324" y="107693"/>
                  </a:lnTo>
                  <a:lnTo>
                    <a:pt x="7550085" y="107693"/>
                  </a:lnTo>
                  <a:lnTo>
                    <a:pt x="7545846" y="107693"/>
                  </a:lnTo>
                  <a:lnTo>
                    <a:pt x="7545846" y="108580"/>
                  </a:lnTo>
                  <a:lnTo>
                    <a:pt x="7537367" y="108580"/>
                  </a:lnTo>
                  <a:lnTo>
                    <a:pt x="7533128" y="108580"/>
                  </a:lnTo>
                  <a:lnTo>
                    <a:pt x="7533128" y="109464"/>
                  </a:lnTo>
                  <a:lnTo>
                    <a:pt x="7528889" y="109464"/>
                  </a:lnTo>
                  <a:lnTo>
                    <a:pt x="7528889" y="111233"/>
                  </a:lnTo>
                  <a:lnTo>
                    <a:pt x="7524650" y="111233"/>
                  </a:lnTo>
                  <a:lnTo>
                    <a:pt x="7520410" y="111233"/>
                  </a:lnTo>
                  <a:lnTo>
                    <a:pt x="7520410" y="112115"/>
                  </a:lnTo>
                  <a:lnTo>
                    <a:pt x="7507693" y="112115"/>
                  </a:lnTo>
                  <a:lnTo>
                    <a:pt x="7503453" y="112115"/>
                  </a:lnTo>
                  <a:lnTo>
                    <a:pt x="7503453" y="113872"/>
                  </a:lnTo>
                  <a:lnTo>
                    <a:pt x="7499214" y="113872"/>
                  </a:lnTo>
                  <a:lnTo>
                    <a:pt x="7486496" y="113872"/>
                  </a:lnTo>
                  <a:lnTo>
                    <a:pt x="7478018" y="113872"/>
                  </a:lnTo>
                  <a:lnTo>
                    <a:pt x="7478018" y="114746"/>
                  </a:lnTo>
                  <a:lnTo>
                    <a:pt x="7473779" y="114746"/>
                  </a:lnTo>
                  <a:lnTo>
                    <a:pt x="7473779" y="115619"/>
                  </a:lnTo>
                  <a:lnTo>
                    <a:pt x="7469540" y="115619"/>
                  </a:lnTo>
                  <a:lnTo>
                    <a:pt x="7465300" y="115619"/>
                  </a:lnTo>
                  <a:lnTo>
                    <a:pt x="7465300" y="117362"/>
                  </a:lnTo>
                  <a:lnTo>
                    <a:pt x="7461061" y="117362"/>
                  </a:lnTo>
                  <a:lnTo>
                    <a:pt x="7456822" y="117362"/>
                  </a:lnTo>
                  <a:lnTo>
                    <a:pt x="7452583" y="117362"/>
                  </a:lnTo>
                  <a:lnTo>
                    <a:pt x="7452583" y="119968"/>
                  </a:lnTo>
                  <a:lnTo>
                    <a:pt x="7448343" y="119968"/>
                  </a:lnTo>
                  <a:lnTo>
                    <a:pt x="7448343" y="120835"/>
                  </a:lnTo>
                  <a:lnTo>
                    <a:pt x="7444104" y="120835"/>
                  </a:lnTo>
                  <a:lnTo>
                    <a:pt x="7431386" y="120835"/>
                  </a:lnTo>
                  <a:lnTo>
                    <a:pt x="7431386" y="121702"/>
                  </a:lnTo>
                  <a:lnTo>
                    <a:pt x="7422908" y="121702"/>
                  </a:lnTo>
                  <a:lnTo>
                    <a:pt x="7422908" y="123433"/>
                  </a:lnTo>
                  <a:lnTo>
                    <a:pt x="7418669" y="123433"/>
                  </a:lnTo>
                  <a:lnTo>
                    <a:pt x="7414429" y="123433"/>
                  </a:lnTo>
                  <a:lnTo>
                    <a:pt x="7410190" y="123433"/>
                  </a:lnTo>
                  <a:lnTo>
                    <a:pt x="7410190" y="125161"/>
                  </a:lnTo>
                  <a:lnTo>
                    <a:pt x="7405951" y="125161"/>
                  </a:lnTo>
                  <a:lnTo>
                    <a:pt x="7401712" y="125161"/>
                  </a:lnTo>
                  <a:lnTo>
                    <a:pt x="7397472" y="125161"/>
                  </a:lnTo>
                  <a:lnTo>
                    <a:pt x="7393233" y="125161"/>
                  </a:lnTo>
                  <a:lnTo>
                    <a:pt x="7388994" y="125161"/>
                  </a:lnTo>
                  <a:lnTo>
                    <a:pt x="7384755" y="125161"/>
                  </a:lnTo>
                  <a:lnTo>
                    <a:pt x="7384755" y="126881"/>
                  </a:lnTo>
                  <a:lnTo>
                    <a:pt x="7380516" y="126881"/>
                  </a:lnTo>
                  <a:lnTo>
                    <a:pt x="7380516" y="129461"/>
                  </a:lnTo>
                  <a:lnTo>
                    <a:pt x="7376276" y="129461"/>
                  </a:lnTo>
                  <a:lnTo>
                    <a:pt x="7376276" y="130320"/>
                  </a:lnTo>
                  <a:lnTo>
                    <a:pt x="7372037" y="130320"/>
                  </a:lnTo>
                  <a:lnTo>
                    <a:pt x="7367798" y="130320"/>
                  </a:lnTo>
                  <a:lnTo>
                    <a:pt x="7363559" y="130320"/>
                  </a:lnTo>
                  <a:lnTo>
                    <a:pt x="7363559" y="131178"/>
                  </a:lnTo>
                  <a:lnTo>
                    <a:pt x="7359319" y="131178"/>
                  </a:lnTo>
                  <a:lnTo>
                    <a:pt x="7355080" y="131178"/>
                  </a:lnTo>
                  <a:lnTo>
                    <a:pt x="7350841" y="131178"/>
                  </a:lnTo>
                  <a:lnTo>
                    <a:pt x="7350841" y="132885"/>
                  </a:lnTo>
                  <a:lnTo>
                    <a:pt x="7346602" y="132885"/>
                  </a:lnTo>
                  <a:lnTo>
                    <a:pt x="7342362" y="132885"/>
                  </a:lnTo>
                  <a:lnTo>
                    <a:pt x="7333884" y="132885"/>
                  </a:lnTo>
                  <a:lnTo>
                    <a:pt x="7333884" y="135440"/>
                  </a:lnTo>
                  <a:lnTo>
                    <a:pt x="7329645" y="135440"/>
                  </a:lnTo>
                  <a:lnTo>
                    <a:pt x="7312688" y="135440"/>
                  </a:lnTo>
                  <a:lnTo>
                    <a:pt x="7312688" y="136291"/>
                  </a:lnTo>
                  <a:lnTo>
                    <a:pt x="7308448" y="136291"/>
                  </a:lnTo>
                  <a:lnTo>
                    <a:pt x="7304209" y="136291"/>
                  </a:lnTo>
                  <a:lnTo>
                    <a:pt x="7299970" y="136291"/>
                  </a:lnTo>
                  <a:lnTo>
                    <a:pt x="7299970" y="137137"/>
                  </a:lnTo>
                  <a:lnTo>
                    <a:pt x="7295731" y="137137"/>
                  </a:lnTo>
                  <a:lnTo>
                    <a:pt x="7295731" y="137983"/>
                  </a:lnTo>
                  <a:lnTo>
                    <a:pt x="7287252" y="137983"/>
                  </a:lnTo>
                  <a:lnTo>
                    <a:pt x="7287252" y="138829"/>
                  </a:lnTo>
                  <a:lnTo>
                    <a:pt x="7283013" y="138829"/>
                  </a:lnTo>
                  <a:lnTo>
                    <a:pt x="7283013" y="139674"/>
                  </a:lnTo>
                  <a:lnTo>
                    <a:pt x="7278774" y="139674"/>
                  </a:lnTo>
                  <a:lnTo>
                    <a:pt x="7278774" y="141364"/>
                  </a:lnTo>
                  <a:lnTo>
                    <a:pt x="7274535" y="141364"/>
                  </a:lnTo>
                  <a:lnTo>
                    <a:pt x="7274535" y="142208"/>
                  </a:lnTo>
                  <a:lnTo>
                    <a:pt x="7270295" y="142208"/>
                  </a:lnTo>
                  <a:lnTo>
                    <a:pt x="7266056" y="142208"/>
                  </a:lnTo>
                  <a:lnTo>
                    <a:pt x="7261817" y="142208"/>
                  </a:lnTo>
                  <a:lnTo>
                    <a:pt x="7253338" y="142208"/>
                  </a:lnTo>
                  <a:lnTo>
                    <a:pt x="7244860" y="142208"/>
                  </a:lnTo>
                  <a:lnTo>
                    <a:pt x="7240621" y="142208"/>
                  </a:lnTo>
                  <a:lnTo>
                    <a:pt x="7236381" y="142208"/>
                  </a:lnTo>
                  <a:lnTo>
                    <a:pt x="7232142" y="142208"/>
                  </a:lnTo>
                  <a:lnTo>
                    <a:pt x="7232142" y="143047"/>
                  </a:lnTo>
                  <a:lnTo>
                    <a:pt x="7223664" y="143047"/>
                  </a:lnTo>
                  <a:lnTo>
                    <a:pt x="7219424" y="143047"/>
                  </a:lnTo>
                  <a:lnTo>
                    <a:pt x="7219424" y="144720"/>
                  </a:lnTo>
                  <a:lnTo>
                    <a:pt x="7215185" y="144720"/>
                  </a:lnTo>
                  <a:lnTo>
                    <a:pt x="7215185" y="145556"/>
                  </a:lnTo>
                  <a:lnTo>
                    <a:pt x="7210946" y="145556"/>
                  </a:lnTo>
                  <a:lnTo>
                    <a:pt x="7206707" y="145556"/>
                  </a:lnTo>
                  <a:lnTo>
                    <a:pt x="7206707" y="146390"/>
                  </a:lnTo>
                  <a:lnTo>
                    <a:pt x="7202467" y="146390"/>
                  </a:lnTo>
                  <a:lnTo>
                    <a:pt x="7202467" y="147224"/>
                  </a:lnTo>
                  <a:lnTo>
                    <a:pt x="7198228" y="147224"/>
                  </a:lnTo>
                  <a:lnTo>
                    <a:pt x="7198228" y="148057"/>
                  </a:lnTo>
                  <a:lnTo>
                    <a:pt x="7193989" y="148057"/>
                  </a:lnTo>
                  <a:lnTo>
                    <a:pt x="7185510" y="148057"/>
                  </a:lnTo>
                  <a:lnTo>
                    <a:pt x="7185510" y="148889"/>
                  </a:lnTo>
                  <a:lnTo>
                    <a:pt x="7181271" y="148889"/>
                  </a:lnTo>
                  <a:lnTo>
                    <a:pt x="7181271" y="149720"/>
                  </a:lnTo>
                  <a:lnTo>
                    <a:pt x="7177032" y="149720"/>
                  </a:lnTo>
                  <a:lnTo>
                    <a:pt x="7172793" y="149720"/>
                  </a:lnTo>
                  <a:lnTo>
                    <a:pt x="7172793" y="150550"/>
                  </a:lnTo>
                  <a:lnTo>
                    <a:pt x="7168554" y="150550"/>
                  </a:lnTo>
                  <a:lnTo>
                    <a:pt x="7164314" y="150550"/>
                  </a:lnTo>
                  <a:lnTo>
                    <a:pt x="7160075" y="150550"/>
                  </a:lnTo>
                  <a:lnTo>
                    <a:pt x="7155836" y="150550"/>
                  </a:lnTo>
                  <a:lnTo>
                    <a:pt x="7155836" y="151379"/>
                  </a:lnTo>
                  <a:lnTo>
                    <a:pt x="7151597" y="151379"/>
                  </a:lnTo>
                  <a:lnTo>
                    <a:pt x="7143118" y="151379"/>
                  </a:lnTo>
                  <a:lnTo>
                    <a:pt x="7138879" y="151379"/>
                  </a:lnTo>
                  <a:lnTo>
                    <a:pt x="7130400" y="151379"/>
                  </a:lnTo>
                  <a:lnTo>
                    <a:pt x="7130400" y="152202"/>
                  </a:lnTo>
                  <a:lnTo>
                    <a:pt x="7126161" y="152202"/>
                  </a:lnTo>
                  <a:lnTo>
                    <a:pt x="7126161" y="153025"/>
                  </a:lnTo>
                  <a:lnTo>
                    <a:pt x="7121922" y="153025"/>
                  </a:lnTo>
                  <a:lnTo>
                    <a:pt x="7121922" y="154669"/>
                  </a:lnTo>
                  <a:lnTo>
                    <a:pt x="7117683" y="154669"/>
                  </a:lnTo>
                  <a:lnTo>
                    <a:pt x="7113443" y="154669"/>
                  </a:lnTo>
                  <a:lnTo>
                    <a:pt x="7113443" y="155490"/>
                  </a:lnTo>
                  <a:lnTo>
                    <a:pt x="7109204" y="155490"/>
                  </a:lnTo>
                  <a:lnTo>
                    <a:pt x="7109204" y="156311"/>
                  </a:lnTo>
                  <a:lnTo>
                    <a:pt x="7104965" y="156311"/>
                  </a:lnTo>
                  <a:lnTo>
                    <a:pt x="7104965" y="157952"/>
                  </a:lnTo>
                  <a:lnTo>
                    <a:pt x="7100726" y="157952"/>
                  </a:lnTo>
                  <a:lnTo>
                    <a:pt x="7100726" y="159591"/>
                  </a:lnTo>
                  <a:lnTo>
                    <a:pt x="7096486" y="159591"/>
                  </a:lnTo>
                  <a:lnTo>
                    <a:pt x="7092247" y="159591"/>
                  </a:lnTo>
                  <a:lnTo>
                    <a:pt x="7083769" y="159591"/>
                  </a:lnTo>
                  <a:lnTo>
                    <a:pt x="7079530" y="159591"/>
                  </a:lnTo>
                  <a:lnTo>
                    <a:pt x="7079530" y="160406"/>
                  </a:lnTo>
                  <a:lnTo>
                    <a:pt x="7075290" y="160406"/>
                  </a:lnTo>
                  <a:lnTo>
                    <a:pt x="7075290" y="162853"/>
                  </a:lnTo>
                  <a:lnTo>
                    <a:pt x="7071051" y="162853"/>
                  </a:lnTo>
                  <a:lnTo>
                    <a:pt x="7071051" y="163668"/>
                  </a:lnTo>
                  <a:lnTo>
                    <a:pt x="7066812" y="163668"/>
                  </a:lnTo>
                  <a:lnTo>
                    <a:pt x="7066812" y="164482"/>
                  </a:lnTo>
                  <a:lnTo>
                    <a:pt x="7062573" y="164482"/>
                  </a:lnTo>
                  <a:lnTo>
                    <a:pt x="7054094" y="164482"/>
                  </a:lnTo>
                  <a:lnTo>
                    <a:pt x="7049855" y="164482"/>
                  </a:lnTo>
                  <a:lnTo>
                    <a:pt x="7045616" y="164482"/>
                  </a:lnTo>
                  <a:lnTo>
                    <a:pt x="7041376" y="164482"/>
                  </a:lnTo>
                  <a:lnTo>
                    <a:pt x="7037137" y="164482"/>
                  </a:lnTo>
                  <a:lnTo>
                    <a:pt x="7037137" y="165293"/>
                  </a:lnTo>
                  <a:lnTo>
                    <a:pt x="7032898" y="165293"/>
                  </a:lnTo>
                  <a:lnTo>
                    <a:pt x="7028659" y="165293"/>
                  </a:lnTo>
                  <a:lnTo>
                    <a:pt x="7028659" y="166104"/>
                  </a:lnTo>
                  <a:lnTo>
                    <a:pt x="7020180" y="166104"/>
                  </a:lnTo>
                  <a:lnTo>
                    <a:pt x="7020180" y="166914"/>
                  </a:lnTo>
                  <a:lnTo>
                    <a:pt x="7015941" y="166914"/>
                  </a:lnTo>
                  <a:lnTo>
                    <a:pt x="7015941" y="167724"/>
                  </a:lnTo>
                  <a:lnTo>
                    <a:pt x="7011702" y="167724"/>
                  </a:lnTo>
                  <a:lnTo>
                    <a:pt x="7007462" y="167724"/>
                  </a:lnTo>
                  <a:lnTo>
                    <a:pt x="7007462" y="168533"/>
                  </a:lnTo>
                  <a:lnTo>
                    <a:pt x="7003223" y="168533"/>
                  </a:lnTo>
                  <a:lnTo>
                    <a:pt x="7003223" y="170149"/>
                  </a:lnTo>
                  <a:lnTo>
                    <a:pt x="6998984" y="170149"/>
                  </a:lnTo>
                  <a:lnTo>
                    <a:pt x="6998984" y="172572"/>
                  </a:lnTo>
                  <a:lnTo>
                    <a:pt x="6994745" y="172572"/>
                  </a:lnTo>
                  <a:lnTo>
                    <a:pt x="6994745" y="174186"/>
                  </a:lnTo>
                  <a:lnTo>
                    <a:pt x="6990505" y="174186"/>
                  </a:lnTo>
                  <a:lnTo>
                    <a:pt x="6990505" y="175800"/>
                  </a:lnTo>
                  <a:lnTo>
                    <a:pt x="6982027" y="175800"/>
                  </a:lnTo>
                  <a:lnTo>
                    <a:pt x="6982027" y="177413"/>
                  </a:lnTo>
                  <a:lnTo>
                    <a:pt x="6977788" y="177413"/>
                  </a:lnTo>
                  <a:lnTo>
                    <a:pt x="6973549" y="177413"/>
                  </a:lnTo>
                  <a:lnTo>
                    <a:pt x="6973549" y="178218"/>
                  </a:lnTo>
                  <a:lnTo>
                    <a:pt x="6969309" y="178218"/>
                  </a:lnTo>
                  <a:lnTo>
                    <a:pt x="6969309" y="179023"/>
                  </a:lnTo>
                  <a:lnTo>
                    <a:pt x="6960831" y="179023"/>
                  </a:lnTo>
                  <a:lnTo>
                    <a:pt x="6956592" y="179023"/>
                  </a:lnTo>
                  <a:lnTo>
                    <a:pt x="6956592" y="180631"/>
                  </a:lnTo>
                  <a:lnTo>
                    <a:pt x="6948113" y="180631"/>
                  </a:lnTo>
                  <a:lnTo>
                    <a:pt x="6948113" y="181435"/>
                  </a:lnTo>
                  <a:lnTo>
                    <a:pt x="6943874" y="181435"/>
                  </a:lnTo>
                  <a:lnTo>
                    <a:pt x="6939635" y="181435"/>
                  </a:lnTo>
                  <a:lnTo>
                    <a:pt x="6931156" y="181435"/>
                  </a:lnTo>
                  <a:lnTo>
                    <a:pt x="6926917" y="181435"/>
                  </a:lnTo>
                  <a:lnTo>
                    <a:pt x="6926917" y="182237"/>
                  </a:lnTo>
                  <a:lnTo>
                    <a:pt x="6922678" y="182237"/>
                  </a:lnTo>
                  <a:lnTo>
                    <a:pt x="6918438" y="182237"/>
                  </a:lnTo>
                  <a:lnTo>
                    <a:pt x="6914199" y="182237"/>
                  </a:lnTo>
                  <a:lnTo>
                    <a:pt x="6914199" y="183036"/>
                  </a:lnTo>
                  <a:lnTo>
                    <a:pt x="6905721" y="183036"/>
                  </a:lnTo>
                  <a:lnTo>
                    <a:pt x="6901481" y="183036"/>
                  </a:lnTo>
                  <a:lnTo>
                    <a:pt x="6901481" y="183833"/>
                  </a:lnTo>
                  <a:lnTo>
                    <a:pt x="6897242" y="183833"/>
                  </a:lnTo>
                  <a:lnTo>
                    <a:pt x="6897242" y="184628"/>
                  </a:lnTo>
                  <a:lnTo>
                    <a:pt x="6888764" y="184628"/>
                  </a:lnTo>
                  <a:lnTo>
                    <a:pt x="6884524" y="184628"/>
                  </a:lnTo>
                  <a:lnTo>
                    <a:pt x="6880285" y="184628"/>
                  </a:lnTo>
                  <a:lnTo>
                    <a:pt x="6880285" y="185423"/>
                  </a:lnTo>
                  <a:lnTo>
                    <a:pt x="6876046" y="185423"/>
                  </a:lnTo>
                  <a:lnTo>
                    <a:pt x="6876046" y="187010"/>
                  </a:lnTo>
                  <a:lnTo>
                    <a:pt x="6871807" y="187010"/>
                  </a:lnTo>
                  <a:lnTo>
                    <a:pt x="6867568" y="187010"/>
                  </a:lnTo>
                  <a:lnTo>
                    <a:pt x="6867568" y="187804"/>
                  </a:lnTo>
                  <a:lnTo>
                    <a:pt x="6859089" y="187804"/>
                  </a:lnTo>
                  <a:lnTo>
                    <a:pt x="6854850" y="187804"/>
                  </a:lnTo>
                  <a:lnTo>
                    <a:pt x="6854850" y="188596"/>
                  </a:lnTo>
                  <a:lnTo>
                    <a:pt x="6846371" y="188596"/>
                  </a:lnTo>
                  <a:lnTo>
                    <a:pt x="6842132" y="188596"/>
                  </a:lnTo>
                  <a:lnTo>
                    <a:pt x="6837893" y="188596"/>
                  </a:lnTo>
                  <a:lnTo>
                    <a:pt x="6833654" y="188596"/>
                  </a:lnTo>
                  <a:lnTo>
                    <a:pt x="6829414" y="188596"/>
                  </a:lnTo>
                  <a:lnTo>
                    <a:pt x="6825175" y="188596"/>
                  </a:lnTo>
                  <a:lnTo>
                    <a:pt x="6825175" y="189386"/>
                  </a:lnTo>
                  <a:lnTo>
                    <a:pt x="6820936" y="189386"/>
                  </a:lnTo>
                  <a:lnTo>
                    <a:pt x="6820936" y="190174"/>
                  </a:lnTo>
                  <a:lnTo>
                    <a:pt x="6816697" y="190174"/>
                  </a:lnTo>
                  <a:lnTo>
                    <a:pt x="6816697" y="190962"/>
                  </a:lnTo>
                  <a:lnTo>
                    <a:pt x="6812457" y="190962"/>
                  </a:lnTo>
                  <a:lnTo>
                    <a:pt x="6812457" y="192537"/>
                  </a:lnTo>
                  <a:lnTo>
                    <a:pt x="6808218" y="192537"/>
                  </a:lnTo>
                  <a:lnTo>
                    <a:pt x="6808218" y="194109"/>
                  </a:lnTo>
                  <a:lnTo>
                    <a:pt x="6803979" y="194109"/>
                  </a:lnTo>
                  <a:lnTo>
                    <a:pt x="6803979" y="194895"/>
                  </a:lnTo>
                  <a:lnTo>
                    <a:pt x="6799740" y="194895"/>
                  </a:lnTo>
                  <a:lnTo>
                    <a:pt x="6795500" y="194895"/>
                  </a:lnTo>
                  <a:lnTo>
                    <a:pt x="6791261" y="194895"/>
                  </a:lnTo>
                  <a:lnTo>
                    <a:pt x="6782783" y="194895"/>
                  </a:lnTo>
                  <a:lnTo>
                    <a:pt x="6782783" y="195678"/>
                  </a:lnTo>
                  <a:lnTo>
                    <a:pt x="6778543" y="195678"/>
                  </a:lnTo>
                  <a:lnTo>
                    <a:pt x="6774304" y="195678"/>
                  </a:lnTo>
                  <a:lnTo>
                    <a:pt x="6774304" y="196459"/>
                  </a:lnTo>
                  <a:lnTo>
                    <a:pt x="6770065" y="196459"/>
                  </a:lnTo>
                  <a:lnTo>
                    <a:pt x="6765826" y="196459"/>
                  </a:lnTo>
                  <a:lnTo>
                    <a:pt x="6765826" y="197240"/>
                  </a:lnTo>
                  <a:lnTo>
                    <a:pt x="6761587" y="197240"/>
                  </a:lnTo>
                  <a:lnTo>
                    <a:pt x="6761587" y="198019"/>
                  </a:lnTo>
                  <a:lnTo>
                    <a:pt x="6757347" y="198019"/>
                  </a:lnTo>
                  <a:lnTo>
                    <a:pt x="6757347" y="200355"/>
                  </a:lnTo>
                  <a:lnTo>
                    <a:pt x="6748869" y="200355"/>
                  </a:lnTo>
                  <a:lnTo>
                    <a:pt x="6748869" y="201911"/>
                  </a:lnTo>
                  <a:lnTo>
                    <a:pt x="6744630" y="201911"/>
                  </a:lnTo>
                  <a:lnTo>
                    <a:pt x="6744630" y="203465"/>
                  </a:lnTo>
                  <a:lnTo>
                    <a:pt x="6736151" y="203465"/>
                  </a:lnTo>
                  <a:lnTo>
                    <a:pt x="6731912" y="203465"/>
                  </a:lnTo>
                  <a:lnTo>
                    <a:pt x="6727673" y="203465"/>
                  </a:lnTo>
                  <a:lnTo>
                    <a:pt x="6723433" y="203465"/>
                  </a:lnTo>
                  <a:lnTo>
                    <a:pt x="6723433" y="205014"/>
                  </a:lnTo>
                  <a:lnTo>
                    <a:pt x="6719194" y="205014"/>
                  </a:lnTo>
                  <a:lnTo>
                    <a:pt x="6719194" y="205787"/>
                  </a:lnTo>
                  <a:lnTo>
                    <a:pt x="6714955" y="205787"/>
                  </a:lnTo>
                  <a:lnTo>
                    <a:pt x="6714955" y="206560"/>
                  </a:lnTo>
                  <a:lnTo>
                    <a:pt x="6706476" y="206560"/>
                  </a:lnTo>
                  <a:lnTo>
                    <a:pt x="6706476" y="207332"/>
                  </a:lnTo>
                  <a:lnTo>
                    <a:pt x="6702237" y="207332"/>
                  </a:lnTo>
                  <a:lnTo>
                    <a:pt x="6697998" y="207332"/>
                  </a:lnTo>
                  <a:lnTo>
                    <a:pt x="6697998" y="208103"/>
                  </a:lnTo>
                  <a:lnTo>
                    <a:pt x="6693759" y="208103"/>
                  </a:lnTo>
                  <a:lnTo>
                    <a:pt x="6693759" y="208874"/>
                  </a:lnTo>
                  <a:lnTo>
                    <a:pt x="6685280" y="208874"/>
                  </a:lnTo>
                  <a:lnTo>
                    <a:pt x="6685280" y="209643"/>
                  </a:lnTo>
                  <a:lnTo>
                    <a:pt x="6681041" y="209643"/>
                  </a:lnTo>
                  <a:lnTo>
                    <a:pt x="6676802" y="209643"/>
                  </a:lnTo>
                  <a:lnTo>
                    <a:pt x="6676802" y="210412"/>
                  </a:lnTo>
                  <a:lnTo>
                    <a:pt x="6672563" y="210412"/>
                  </a:lnTo>
                  <a:lnTo>
                    <a:pt x="6664084" y="210412"/>
                  </a:lnTo>
                  <a:lnTo>
                    <a:pt x="6664084" y="211180"/>
                  </a:lnTo>
                  <a:lnTo>
                    <a:pt x="6659845" y="211180"/>
                  </a:lnTo>
                  <a:lnTo>
                    <a:pt x="6659845" y="212714"/>
                  </a:lnTo>
                  <a:lnTo>
                    <a:pt x="6655606" y="212714"/>
                  </a:lnTo>
                  <a:lnTo>
                    <a:pt x="6655606" y="213481"/>
                  </a:lnTo>
                  <a:lnTo>
                    <a:pt x="6651366" y="213481"/>
                  </a:lnTo>
                  <a:lnTo>
                    <a:pt x="6651366" y="214248"/>
                  </a:lnTo>
                  <a:lnTo>
                    <a:pt x="6647127" y="214248"/>
                  </a:lnTo>
                  <a:lnTo>
                    <a:pt x="6642888" y="214248"/>
                  </a:lnTo>
                  <a:lnTo>
                    <a:pt x="6642888" y="215013"/>
                  </a:lnTo>
                  <a:lnTo>
                    <a:pt x="6638649" y="215013"/>
                  </a:lnTo>
                  <a:lnTo>
                    <a:pt x="6638649" y="215778"/>
                  </a:lnTo>
                  <a:lnTo>
                    <a:pt x="6634409" y="215778"/>
                  </a:lnTo>
                  <a:lnTo>
                    <a:pt x="6630170" y="215778"/>
                  </a:lnTo>
                  <a:lnTo>
                    <a:pt x="6630170" y="216541"/>
                  </a:lnTo>
                  <a:lnTo>
                    <a:pt x="6625931" y="216541"/>
                  </a:lnTo>
                  <a:lnTo>
                    <a:pt x="6621692" y="216541"/>
                  </a:lnTo>
                  <a:lnTo>
                    <a:pt x="6621692" y="217302"/>
                  </a:lnTo>
                  <a:lnTo>
                    <a:pt x="6617452" y="217302"/>
                  </a:lnTo>
                  <a:lnTo>
                    <a:pt x="6617452" y="218821"/>
                  </a:lnTo>
                  <a:lnTo>
                    <a:pt x="6613213" y="218821"/>
                  </a:lnTo>
                  <a:lnTo>
                    <a:pt x="6613213" y="220337"/>
                  </a:lnTo>
                  <a:lnTo>
                    <a:pt x="6608974" y="220337"/>
                  </a:lnTo>
                  <a:lnTo>
                    <a:pt x="6604735" y="220337"/>
                  </a:lnTo>
                  <a:lnTo>
                    <a:pt x="6604735" y="221095"/>
                  </a:lnTo>
                  <a:lnTo>
                    <a:pt x="6596256" y="221095"/>
                  </a:lnTo>
                  <a:lnTo>
                    <a:pt x="6596256" y="221853"/>
                  </a:lnTo>
                  <a:lnTo>
                    <a:pt x="6592017" y="221853"/>
                  </a:lnTo>
                  <a:lnTo>
                    <a:pt x="6587778" y="221853"/>
                  </a:lnTo>
                  <a:lnTo>
                    <a:pt x="6587778" y="222608"/>
                  </a:lnTo>
                  <a:lnTo>
                    <a:pt x="6583538" y="222608"/>
                  </a:lnTo>
                  <a:lnTo>
                    <a:pt x="6583538" y="223363"/>
                  </a:lnTo>
                  <a:lnTo>
                    <a:pt x="6579299" y="223363"/>
                  </a:lnTo>
                  <a:lnTo>
                    <a:pt x="6575060" y="223363"/>
                  </a:lnTo>
                  <a:lnTo>
                    <a:pt x="6575060" y="224116"/>
                  </a:lnTo>
                  <a:lnTo>
                    <a:pt x="6570821" y="224116"/>
                  </a:lnTo>
                  <a:lnTo>
                    <a:pt x="6562342" y="224116"/>
                  </a:lnTo>
                  <a:lnTo>
                    <a:pt x="6562342" y="224869"/>
                  </a:lnTo>
                  <a:lnTo>
                    <a:pt x="6558103" y="224869"/>
                  </a:lnTo>
                  <a:lnTo>
                    <a:pt x="6558103" y="225621"/>
                  </a:lnTo>
                  <a:lnTo>
                    <a:pt x="6553864" y="225621"/>
                  </a:lnTo>
                  <a:lnTo>
                    <a:pt x="6549625" y="225621"/>
                  </a:lnTo>
                  <a:lnTo>
                    <a:pt x="6545385" y="225621"/>
                  </a:lnTo>
                  <a:lnTo>
                    <a:pt x="6541146" y="225621"/>
                  </a:lnTo>
                  <a:lnTo>
                    <a:pt x="6536907" y="225621"/>
                  </a:lnTo>
                  <a:lnTo>
                    <a:pt x="6532668" y="225621"/>
                  </a:lnTo>
                  <a:lnTo>
                    <a:pt x="6532668" y="226369"/>
                  </a:lnTo>
                  <a:lnTo>
                    <a:pt x="6528428" y="226369"/>
                  </a:lnTo>
                  <a:lnTo>
                    <a:pt x="6524189" y="226369"/>
                  </a:lnTo>
                  <a:lnTo>
                    <a:pt x="6524189" y="227115"/>
                  </a:lnTo>
                  <a:lnTo>
                    <a:pt x="6519950" y="227115"/>
                  </a:lnTo>
                  <a:lnTo>
                    <a:pt x="6519950" y="228604"/>
                  </a:lnTo>
                  <a:lnTo>
                    <a:pt x="6515711" y="228604"/>
                  </a:lnTo>
                  <a:lnTo>
                    <a:pt x="6515711" y="230093"/>
                  </a:lnTo>
                  <a:lnTo>
                    <a:pt x="6511471" y="230093"/>
                  </a:lnTo>
                  <a:lnTo>
                    <a:pt x="6507232" y="230093"/>
                  </a:lnTo>
                  <a:lnTo>
                    <a:pt x="6498754" y="230093"/>
                  </a:lnTo>
                  <a:lnTo>
                    <a:pt x="6498754" y="230835"/>
                  </a:lnTo>
                  <a:lnTo>
                    <a:pt x="6494514" y="230835"/>
                  </a:lnTo>
                  <a:lnTo>
                    <a:pt x="6490275" y="230835"/>
                  </a:lnTo>
                  <a:lnTo>
                    <a:pt x="6490275" y="231577"/>
                  </a:lnTo>
                  <a:lnTo>
                    <a:pt x="6486036" y="231577"/>
                  </a:lnTo>
                  <a:lnTo>
                    <a:pt x="6481797" y="231577"/>
                  </a:lnTo>
                  <a:lnTo>
                    <a:pt x="6481797" y="232318"/>
                  </a:lnTo>
                  <a:lnTo>
                    <a:pt x="6477557" y="232318"/>
                  </a:lnTo>
                  <a:lnTo>
                    <a:pt x="6477557" y="233798"/>
                  </a:lnTo>
                  <a:lnTo>
                    <a:pt x="6473318" y="233798"/>
                  </a:lnTo>
                  <a:lnTo>
                    <a:pt x="6469079" y="233798"/>
                  </a:lnTo>
                  <a:lnTo>
                    <a:pt x="6469079" y="234536"/>
                  </a:lnTo>
                  <a:lnTo>
                    <a:pt x="6464840" y="234536"/>
                  </a:lnTo>
                  <a:lnTo>
                    <a:pt x="6464840" y="235272"/>
                  </a:lnTo>
                  <a:lnTo>
                    <a:pt x="6460601" y="235272"/>
                  </a:lnTo>
                  <a:lnTo>
                    <a:pt x="6460601" y="236008"/>
                  </a:lnTo>
                  <a:lnTo>
                    <a:pt x="6456361" y="236008"/>
                  </a:lnTo>
                  <a:lnTo>
                    <a:pt x="6456361" y="236744"/>
                  </a:lnTo>
                  <a:lnTo>
                    <a:pt x="6452122" y="236744"/>
                  </a:lnTo>
                  <a:lnTo>
                    <a:pt x="6447883" y="236744"/>
                  </a:lnTo>
                  <a:lnTo>
                    <a:pt x="6443644" y="236744"/>
                  </a:lnTo>
                  <a:lnTo>
                    <a:pt x="6443644" y="237478"/>
                  </a:lnTo>
                  <a:lnTo>
                    <a:pt x="6439404" y="237478"/>
                  </a:lnTo>
                  <a:lnTo>
                    <a:pt x="6435165" y="237478"/>
                  </a:lnTo>
                  <a:lnTo>
                    <a:pt x="6426687" y="237478"/>
                  </a:lnTo>
                  <a:lnTo>
                    <a:pt x="6422447" y="237478"/>
                  </a:lnTo>
                  <a:lnTo>
                    <a:pt x="6422447" y="238941"/>
                  </a:lnTo>
                  <a:lnTo>
                    <a:pt x="6418208" y="238941"/>
                  </a:lnTo>
                  <a:lnTo>
                    <a:pt x="6413969" y="238941"/>
                  </a:lnTo>
                  <a:lnTo>
                    <a:pt x="6409730" y="238941"/>
                  </a:lnTo>
                  <a:lnTo>
                    <a:pt x="6409730" y="239670"/>
                  </a:lnTo>
                  <a:lnTo>
                    <a:pt x="6405490" y="239670"/>
                  </a:lnTo>
                  <a:lnTo>
                    <a:pt x="6401251" y="239670"/>
                  </a:lnTo>
                  <a:lnTo>
                    <a:pt x="6397012" y="239670"/>
                  </a:lnTo>
                  <a:lnTo>
                    <a:pt x="6397012" y="240397"/>
                  </a:lnTo>
                  <a:lnTo>
                    <a:pt x="6392773" y="240397"/>
                  </a:lnTo>
                  <a:lnTo>
                    <a:pt x="6388533" y="240397"/>
                  </a:lnTo>
                  <a:lnTo>
                    <a:pt x="6388533" y="241123"/>
                  </a:lnTo>
                  <a:lnTo>
                    <a:pt x="6384294" y="241123"/>
                  </a:lnTo>
                  <a:lnTo>
                    <a:pt x="6380055" y="241123"/>
                  </a:lnTo>
                  <a:lnTo>
                    <a:pt x="6380055" y="241847"/>
                  </a:lnTo>
                  <a:lnTo>
                    <a:pt x="6375816" y="241847"/>
                  </a:lnTo>
                  <a:lnTo>
                    <a:pt x="6371577" y="241847"/>
                  </a:lnTo>
                  <a:lnTo>
                    <a:pt x="6371577" y="243291"/>
                  </a:lnTo>
                  <a:lnTo>
                    <a:pt x="6367337" y="243291"/>
                  </a:lnTo>
                  <a:lnTo>
                    <a:pt x="6367337" y="244736"/>
                  </a:lnTo>
                  <a:lnTo>
                    <a:pt x="6363098" y="244736"/>
                  </a:lnTo>
                  <a:lnTo>
                    <a:pt x="6363098" y="245458"/>
                  </a:lnTo>
                  <a:lnTo>
                    <a:pt x="6358859" y="245458"/>
                  </a:lnTo>
                  <a:lnTo>
                    <a:pt x="6358859" y="246180"/>
                  </a:lnTo>
                  <a:lnTo>
                    <a:pt x="6354620" y="246180"/>
                  </a:lnTo>
                  <a:lnTo>
                    <a:pt x="6354620" y="246902"/>
                  </a:lnTo>
                  <a:lnTo>
                    <a:pt x="6350380" y="246902"/>
                  </a:lnTo>
                  <a:lnTo>
                    <a:pt x="6346141" y="246902"/>
                  </a:lnTo>
                  <a:lnTo>
                    <a:pt x="6346141" y="247622"/>
                  </a:lnTo>
                  <a:lnTo>
                    <a:pt x="6341902" y="247622"/>
                  </a:lnTo>
                  <a:lnTo>
                    <a:pt x="6337663" y="247622"/>
                  </a:lnTo>
                  <a:lnTo>
                    <a:pt x="6333423" y="247622"/>
                  </a:lnTo>
                  <a:lnTo>
                    <a:pt x="6329184" y="247622"/>
                  </a:lnTo>
                  <a:lnTo>
                    <a:pt x="6329184" y="248341"/>
                  </a:lnTo>
                  <a:lnTo>
                    <a:pt x="6320706" y="248341"/>
                  </a:lnTo>
                  <a:lnTo>
                    <a:pt x="6320706" y="249058"/>
                  </a:lnTo>
                  <a:lnTo>
                    <a:pt x="6316466" y="249058"/>
                  </a:lnTo>
                  <a:lnTo>
                    <a:pt x="6303749" y="249058"/>
                  </a:lnTo>
                  <a:lnTo>
                    <a:pt x="6303749" y="250490"/>
                  </a:lnTo>
                  <a:lnTo>
                    <a:pt x="6299509" y="250490"/>
                  </a:lnTo>
                  <a:lnTo>
                    <a:pt x="6295270" y="250490"/>
                  </a:lnTo>
                  <a:lnTo>
                    <a:pt x="6295270" y="251921"/>
                  </a:lnTo>
                  <a:lnTo>
                    <a:pt x="6291031" y="251921"/>
                  </a:lnTo>
                  <a:lnTo>
                    <a:pt x="6286792" y="251921"/>
                  </a:lnTo>
                  <a:lnTo>
                    <a:pt x="6286792" y="252636"/>
                  </a:lnTo>
                  <a:lnTo>
                    <a:pt x="6282552" y="252636"/>
                  </a:lnTo>
                  <a:lnTo>
                    <a:pt x="6282552" y="254063"/>
                  </a:lnTo>
                  <a:lnTo>
                    <a:pt x="6278313" y="254063"/>
                  </a:lnTo>
                  <a:lnTo>
                    <a:pt x="6274074" y="254063"/>
                  </a:lnTo>
                  <a:lnTo>
                    <a:pt x="6269835" y="254063"/>
                  </a:lnTo>
                  <a:lnTo>
                    <a:pt x="6269835" y="256195"/>
                  </a:lnTo>
                  <a:lnTo>
                    <a:pt x="6265596" y="256195"/>
                  </a:lnTo>
                  <a:lnTo>
                    <a:pt x="6265596" y="258327"/>
                  </a:lnTo>
                  <a:lnTo>
                    <a:pt x="6261356" y="258327"/>
                  </a:lnTo>
                  <a:lnTo>
                    <a:pt x="6257117" y="258327"/>
                  </a:lnTo>
                  <a:lnTo>
                    <a:pt x="6257117" y="259036"/>
                  </a:lnTo>
                  <a:lnTo>
                    <a:pt x="6252878" y="259036"/>
                  </a:lnTo>
                  <a:lnTo>
                    <a:pt x="6244399" y="259036"/>
                  </a:lnTo>
                  <a:lnTo>
                    <a:pt x="6240160" y="259036"/>
                  </a:lnTo>
                  <a:lnTo>
                    <a:pt x="6240160" y="259744"/>
                  </a:lnTo>
                  <a:lnTo>
                    <a:pt x="6235921" y="259744"/>
                  </a:lnTo>
                  <a:lnTo>
                    <a:pt x="6231682" y="259744"/>
                  </a:lnTo>
                  <a:lnTo>
                    <a:pt x="6227442" y="259744"/>
                  </a:lnTo>
                  <a:lnTo>
                    <a:pt x="6227442" y="261156"/>
                  </a:lnTo>
                  <a:lnTo>
                    <a:pt x="6223203" y="261156"/>
                  </a:lnTo>
                  <a:lnTo>
                    <a:pt x="6214725" y="261156"/>
                  </a:lnTo>
                  <a:lnTo>
                    <a:pt x="6210485" y="261156"/>
                  </a:lnTo>
                  <a:lnTo>
                    <a:pt x="6210485" y="261859"/>
                  </a:lnTo>
                  <a:lnTo>
                    <a:pt x="6206246" y="261859"/>
                  </a:lnTo>
                  <a:lnTo>
                    <a:pt x="6202007" y="261859"/>
                  </a:lnTo>
                  <a:lnTo>
                    <a:pt x="6202007" y="262561"/>
                  </a:lnTo>
                  <a:lnTo>
                    <a:pt x="6193528" y="262561"/>
                  </a:lnTo>
                  <a:lnTo>
                    <a:pt x="6189289" y="262561"/>
                  </a:lnTo>
                  <a:lnTo>
                    <a:pt x="6189289" y="263263"/>
                  </a:lnTo>
                  <a:lnTo>
                    <a:pt x="6185050" y="263263"/>
                  </a:lnTo>
                  <a:lnTo>
                    <a:pt x="6180811" y="263263"/>
                  </a:lnTo>
                  <a:lnTo>
                    <a:pt x="6180811" y="264663"/>
                  </a:lnTo>
                  <a:lnTo>
                    <a:pt x="6176571" y="264663"/>
                  </a:lnTo>
                  <a:lnTo>
                    <a:pt x="6172332" y="264663"/>
                  </a:lnTo>
                  <a:lnTo>
                    <a:pt x="6172332" y="265362"/>
                  </a:lnTo>
                  <a:lnTo>
                    <a:pt x="6168093" y="265362"/>
                  </a:lnTo>
                  <a:lnTo>
                    <a:pt x="6163854" y="265362"/>
                  </a:lnTo>
                  <a:lnTo>
                    <a:pt x="6159615" y="265362"/>
                  </a:lnTo>
                  <a:lnTo>
                    <a:pt x="6159615" y="266060"/>
                  </a:lnTo>
                  <a:lnTo>
                    <a:pt x="6155375" y="266060"/>
                  </a:lnTo>
                  <a:lnTo>
                    <a:pt x="6151136" y="266060"/>
                  </a:lnTo>
                  <a:lnTo>
                    <a:pt x="6151136" y="266757"/>
                  </a:lnTo>
                  <a:lnTo>
                    <a:pt x="6146897" y="266757"/>
                  </a:lnTo>
                  <a:lnTo>
                    <a:pt x="6146897" y="267453"/>
                  </a:lnTo>
                  <a:lnTo>
                    <a:pt x="6142658" y="267453"/>
                  </a:lnTo>
                  <a:lnTo>
                    <a:pt x="6142658" y="268149"/>
                  </a:lnTo>
                  <a:lnTo>
                    <a:pt x="6138418" y="268149"/>
                  </a:lnTo>
                  <a:lnTo>
                    <a:pt x="6138418" y="268843"/>
                  </a:lnTo>
                  <a:lnTo>
                    <a:pt x="6134179" y="268843"/>
                  </a:lnTo>
                  <a:lnTo>
                    <a:pt x="6129940" y="268843"/>
                  </a:lnTo>
                  <a:lnTo>
                    <a:pt x="6129940" y="270232"/>
                  </a:lnTo>
                  <a:lnTo>
                    <a:pt x="6125701" y="270232"/>
                  </a:lnTo>
                  <a:lnTo>
                    <a:pt x="6125701" y="271620"/>
                  </a:lnTo>
                  <a:lnTo>
                    <a:pt x="6121461" y="271620"/>
                  </a:lnTo>
                  <a:lnTo>
                    <a:pt x="6121461" y="273701"/>
                  </a:lnTo>
                  <a:lnTo>
                    <a:pt x="6117222" y="273701"/>
                  </a:lnTo>
                  <a:lnTo>
                    <a:pt x="6117222" y="275087"/>
                  </a:lnTo>
                  <a:lnTo>
                    <a:pt x="6112983" y="275087"/>
                  </a:lnTo>
                  <a:lnTo>
                    <a:pt x="6112983" y="276472"/>
                  </a:lnTo>
                  <a:lnTo>
                    <a:pt x="6108744" y="276472"/>
                  </a:lnTo>
                  <a:lnTo>
                    <a:pt x="6108744" y="277855"/>
                  </a:lnTo>
                  <a:lnTo>
                    <a:pt x="6104504" y="277855"/>
                  </a:lnTo>
                  <a:lnTo>
                    <a:pt x="6104504" y="279238"/>
                  </a:lnTo>
                  <a:lnTo>
                    <a:pt x="6096026" y="279238"/>
                  </a:lnTo>
                  <a:lnTo>
                    <a:pt x="6096026" y="280620"/>
                  </a:lnTo>
                  <a:lnTo>
                    <a:pt x="6091787" y="280620"/>
                  </a:lnTo>
                  <a:lnTo>
                    <a:pt x="6087547" y="280620"/>
                  </a:lnTo>
                  <a:lnTo>
                    <a:pt x="6087547" y="281309"/>
                  </a:lnTo>
                  <a:lnTo>
                    <a:pt x="6083308" y="281309"/>
                  </a:lnTo>
                  <a:lnTo>
                    <a:pt x="6079069" y="281309"/>
                  </a:lnTo>
                  <a:lnTo>
                    <a:pt x="6074830" y="281309"/>
                  </a:lnTo>
                  <a:lnTo>
                    <a:pt x="6074830" y="281997"/>
                  </a:lnTo>
                  <a:lnTo>
                    <a:pt x="6070590" y="281997"/>
                  </a:lnTo>
                  <a:lnTo>
                    <a:pt x="6066351" y="281997"/>
                  </a:lnTo>
                  <a:lnTo>
                    <a:pt x="6062112" y="281997"/>
                  </a:lnTo>
                  <a:lnTo>
                    <a:pt x="6049394" y="281997"/>
                  </a:lnTo>
                  <a:lnTo>
                    <a:pt x="6049394" y="284056"/>
                  </a:lnTo>
                  <a:lnTo>
                    <a:pt x="6045155" y="284056"/>
                  </a:lnTo>
                  <a:lnTo>
                    <a:pt x="6045155" y="284742"/>
                  </a:lnTo>
                  <a:lnTo>
                    <a:pt x="6040916" y="284742"/>
                  </a:lnTo>
                  <a:lnTo>
                    <a:pt x="6036677" y="284742"/>
                  </a:lnTo>
                  <a:lnTo>
                    <a:pt x="6032437" y="284742"/>
                  </a:lnTo>
                  <a:lnTo>
                    <a:pt x="6032437" y="285426"/>
                  </a:lnTo>
                  <a:lnTo>
                    <a:pt x="6028198" y="285426"/>
                  </a:lnTo>
                  <a:lnTo>
                    <a:pt x="6028198" y="287479"/>
                  </a:lnTo>
                  <a:lnTo>
                    <a:pt x="6023959" y="287479"/>
                  </a:lnTo>
                  <a:lnTo>
                    <a:pt x="6023959" y="288162"/>
                  </a:lnTo>
                  <a:lnTo>
                    <a:pt x="6019720" y="288162"/>
                  </a:lnTo>
                  <a:lnTo>
                    <a:pt x="6015480" y="288162"/>
                  </a:lnTo>
                  <a:lnTo>
                    <a:pt x="6011241" y="288162"/>
                  </a:lnTo>
                  <a:lnTo>
                    <a:pt x="6011241" y="290207"/>
                  </a:lnTo>
                  <a:lnTo>
                    <a:pt x="6007002" y="290207"/>
                  </a:lnTo>
                  <a:lnTo>
                    <a:pt x="6007002" y="291569"/>
                  </a:lnTo>
                  <a:lnTo>
                    <a:pt x="6002763" y="291569"/>
                  </a:lnTo>
                  <a:lnTo>
                    <a:pt x="6002763" y="292250"/>
                  </a:lnTo>
                  <a:lnTo>
                    <a:pt x="5998523" y="292250"/>
                  </a:lnTo>
                  <a:lnTo>
                    <a:pt x="5998523" y="292930"/>
                  </a:lnTo>
                  <a:lnTo>
                    <a:pt x="5994284" y="292930"/>
                  </a:lnTo>
                  <a:lnTo>
                    <a:pt x="5994284" y="294286"/>
                  </a:lnTo>
                  <a:lnTo>
                    <a:pt x="5990045" y="294286"/>
                  </a:lnTo>
                  <a:lnTo>
                    <a:pt x="5990045" y="294963"/>
                  </a:lnTo>
                  <a:lnTo>
                    <a:pt x="5985806" y="294963"/>
                  </a:lnTo>
                  <a:lnTo>
                    <a:pt x="5981566" y="294963"/>
                  </a:lnTo>
                  <a:lnTo>
                    <a:pt x="5981566" y="296314"/>
                  </a:lnTo>
                  <a:lnTo>
                    <a:pt x="5977327" y="296314"/>
                  </a:lnTo>
                  <a:lnTo>
                    <a:pt x="5977327" y="296989"/>
                  </a:lnTo>
                  <a:lnTo>
                    <a:pt x="5973088" y="296989"/>
                  </a:lnTo>
                  <a:lnTo>
                    <a:pt x="5968849" y="296989"/>
                  </a:lnTo>
                  <a:lnTo>
                    <a:pt x="5968849" y="297664"/>
                  </a:lnTo>
                  <a:lnTo>
                    <a:pt x="5964610" y="297664"/>
                  </a:lnTo>
                  <a:lnTo>
                    <a:pt x="5960370" y="297664"/>
                  </a:lnTo>
                  <a:lnTo>
                    <a:pt x="5960370" y="298336"/>
                  </a:lnTo>
                  <a:lnTo>
                    <a:pt x="5956131" y="298336"/>
                  </a:lnTo>
                  <a:lnTo>
                    <a:pt x="5956131" y="299680"/>
                  </a:lnTo>
                  <a:lnTo>
                    <a:pt x="5951892" y="299680"/>
                  </a:lnTo>
                  <a:lnTo>
                    <a:pt x="5947653" y="299680"/>
                  </a:lnTo>
                  <a:lnTo>
                    <a:pt x="5943413" y="299680"/>
                  </a:lnTo>
                  <a:lnTo>
                    <a:pt x="5939174" y="299680"/>
                  </a:lnTo>
                  <a:lnTo>
                    <a:pt x="5934935" y="299680"/>
                  </a:lnTo>
                  <a:lnTo>
                    <a:pt x="5934935" y="300349"/>
                  </a:lnTo>
                  <a:lnTo>
                    <a:pt x="5930696" y="300349"/>
                  </a:lnTo>
                  <a:lnTo>
                    <a:pt x="5926456" y="300349"/>
                  </a:lnTo>
                  <a:lnTo>
                    <a:pt x="5926456" y="302357"/>
                  </a:lnTo>
                  <a:lnTo>
                    <a:pt x="5922217" y="302357"/>
                  </a:lnTo>
                  <a:lnTo>
                    <a:pt x="5917978" y="302357"/>
                  </a:lnTo>
                  <a:lnTo>
                    <a:pt x="5917978" y="304364"/>
                  </a:lnTo>
                  <a:lnTo>
                    <a:pt x="5909499" y="304364"/>
                  </a:lnTo>
                  <a:lnTo>
                    <a:pt x="5905260" y="304364"/>
                  </a:lnTo>
                  <a:lnTo>
                    <a:pt x="5905260" y="305030"/>
                  </a:lnTo>
                  <a:lnTo>
                    <a:pt x="5901021" y="305030"/>
                  </a:lnTo>
                  <a:lnTo>
                    <a:pt x="5901021" y="305697"/>
                  </a:lnTo>
                  <a:lnTo>
                    <a:pt x="5892542" y="305697"/>
                  </a:lnTo>
                  <a:lnTo>
                    <a:pt x="5892542" y="306363"/>
                  </a:lnTo>
                  <a:lnTo>
                    <a:pt x="5888303" y="306363"/>
                  </a:lnTo>
                  <a:lnTo>
                    <a:pt x="5888303" y="307028"/>
                  </a:lnTo>
                  <a:lnTo>
                    <a:pt x="5884064" y="307028"/>
                  </a:lnTo>
                  <a:lnTo>
                    <a:pt x="5884064" y="307693"/>
                  </a:lnTo>
                  <a:lnTo>
                    <a:pt x="5875585" y="307693"/>
                  </a:lnTo>
                  <a:lnTo>
                    <a:pt x="5875585" y="308357"/>
                  </a:lnTo>
                  <a:lnTo>
                    <a:pt x="5871346" y="308357"/>
                  </a:lnTo>
                  <a:lnTo>
                    <a:pt x="5871346" y="309020"/>
                  </a:lnTo>
                  <a:lnTo>
                    <a:pt x="5867107" y="309020"/>
                  </a:lnTo>
                  <a:lnTo>
                    <a:pt x="5867107" y="309683"/>
                  </a:lnTo>
                  <a:lnTo>
                    <a:pt x="5862868" y="309683"/>
                  </a:lnTo>
                  <a:lnTo>
                    <a:pt x="5862868" y="310345"/>
                  </a:lnTo>
                  <a:lnTo>
                    <a:pt x="5858629" y="310345"/>
                  </a:lnTo>
                  <a:lnTo>
                    <a:pt x="5858629" y="311008"/>
                  </a:lnTo>
                  <a:lnTo>
                    <a:pt x="5854389" y="311008"/>
                  </a:lnTo>
                  <a:lnTo>
                    <a:pt x="5850150" y="311008"/>
                  </a:lnTo>
                  <a:lnTo>
                    <a:pt x="5850150" y="311669"/>
                  </a:lnTo>
                  <a:lnTo>
                    <a:pt x="5845911" y="311669"/>
                  </a:lnTo>
                  <a:lnTo>
                    <a:pt x="5841672" y="311669"/>
                  </a:lnTo>
                  <a:lnTo>
                    <a:pt x="5841672" y="312328"/>
                  </a:lnTo>
                  <a:lnTo>
                    <a:pt x="5833193" y="312328"/>
                  </a:lnTo>
                  <a:lnTo>
                    <a:pt x="5833193" y="312987"/>
                  </a:lnTo>
                  <a:lnTo>
                    <a:pt x="5828954" y="312987"/>
                  </a:lnTo>
                  <a:lnTo>
                    <a:pt x="5824715" y="312987"/>
                  </a:lnTo>
                  <a:lnTo>
                    <a:pt x="5824715" y="313647"/>
                  </a:lnTo>
                  <a:lnTo>
                    <a:pt x="5820475" y="313647"/>
                  </a:lnTo>
                  <a:lnTo>
                    <a:pt x="5820475" y="314965"/>
                  </a:lnTo>
                  <a:lnTo>
                    <a:pt x="5816236" y="314965"/>
                  </a:lnTo>
                  <a:lnTo>
                    <a:pt x="5811997" y="314965"/>
                  </a:lnTo>
                  <a:lnTo>
                    <a:pt x="5811997" y="316280"/>
                  </a:lnTo>
                  <a:lnTo>
                    <a:pt x="5807758" y="316280"/>
                  </a:lnTo>
                  <a:lnTo>
                    <a:pt x="5803518" y="316280"/>
                  </a:lnTo>
                  <a:lnTo>
                    <a:pt x="5799279" y="316280"/>
                  </a:lnTo>
                  <a:lnTo>
                    <a:pt x="5799279" y="317591"/>
                  </a:lnTo>
                  <a:lnTo>
                    <a:pt x="5795040" y="317591"/>
                  </a:lnTo>
                  <a:lnTo>
                    <a:pt x="5795040" y="318246"/>
                  </a:lnTo>
                  <a:lnTo>
                    <a:pt x="5790801" y="318246"/>
                  </a:lnTo>
                  <a:lnTo>
                    <a:pt x="5786561" y="318246"/>
                  </a:lnTo>
                  <a:lnTo>
                    <a:pt x="5786561" y="318900"/>
                  </a:lnTo>
                  <a:lnTo>
                    <a:pt x="5782322" y="318900"/>
                  </a:lnTo>
                  <a:lnTo>
                    <a:pt x="5782322" y="320206"/>
                  </a:lnTo>
                  <a:lnTo>
                    <a:pt x="5778083" y="320206"/>
                  </a:lnTo>
                  <a:lnTo>
                    <a:pt x="5778083" y="320858"/>
                  </a:lnTo>
                  <a:lnTo>
                    <a:pt x="5773844" y="320858"/>
                  </a:lnTo>
                  <a:lnTo>
                    <a:pt x="5773844" y="322162"/>
                  </a:lnTo>
                  <a:lnTo>
                    <a:pt x="5769604" y="322162"/>
                  </a:lnTo>
                  <a:lnTo>
                    <a:pt x="5769604" y="322814"/>
                  </a:lnTo>
                  <a:lnTo>
                    <a:pt x="5765365" y="322814"/>
                  </a:lnTo>
                  <a:lnTo>
                    <a:pt x="5761126" y="322814"/>
                  </a:lnTo>
                  <a:lnTo>
                    <a:pt x="5761126" y="324115"/>
                  </a:lnTo>
                  <a:lnTo>
                    <a:pt x="5756887" y="324115"/>
                  </a:lnTo>
                  <a:lnTo>
                    <a:pt x="5756887" y="324764"/>
                  </a:lnTo>
                  <a:lnTo>
                    <a:pt x="5752648" y="324764"/>
                  </a:lnTo>
                  <a:lnTo>
                    <a:pt x="5752648" y="326712"/>
                  </a:lnTo>
                  <a:lnTo>
                    <a:pt x="5748408" y="326712"/>
                  </a:lnTo>
                  <a:lnTo>
                    <a:pt x="5748408" y="327362"/>
                  </a:lnTo>
                  <a:lnTo>
                    <a:pt x="5744169" y="327362"/>
                  </a:lnTo>
                  <a:lnTo>
                    <a:pt x="5744169" y="329306"/>
                  </a:lnTo>
                  <a:lnTo>
                    <a:pt x="5739930" y="329306"/>
                  </a:lnTo>
                  <a:lnTo>
                    <a:pt x="5739930" y="329954"/>
                  </a:lnTo>
                  <a:lnTo>
                    <a:pt x="5735691" y="329954"/>
                  </a:lnTo>
                  <a:lnTo>
                    <a:pt x="5735691" y="330602"/>
                  </a:lnTo>
                  <a:lnTo>
                    <a:pt x="5731451" y="330602"/>
                  </a:lnTo>
                  <a:lnTo>
                    <a:pt x="5727212" y="330602"/>
                  </a:lnTo>
                  <a:lnTo>
                    <a:pt x="5727212" y="331249"/>
                  </a:lnTo>
                  <a:lnTo>
                    <a:pt x="5722973" y="331249"/>
                  </a:lnTo>
                  <a:lnTo>
                    <a:pt x="5718734" y="331249"/>
                  </a:lnTo>
                  <a:lnTo>
                    <a:pt x="5718734" y="331895"/>
                  </a:lnTo>
                  <a:lnTo>
                    <a:pt x="5714494" y="331895"/>
                  </a:lnTo>
                  <a:lnTo>
                    <a:pt x="5710255" y="331895"/>
                  </a:lnTo>
                  <a:lnTo>
                    <a:pt x="5706016" y="331895"/>
                  </a:lnTo>
                  <a:lnTo>
                    <a:pt x="5706016" y="332539"/>
                  </a:lnTo>
                  <a:lnTo>
                    <a:pt x="5701777" y="332539"/>
                  </a:lnTo>
                  <a:lnTo>
                    <a:pt x="5697537" y="332539"/>
                  </a:lnTo>
                  <a:lnTo>
                    <a:pt x="5697537" y="333824"/>
                  </a:lnTo>
                  <a:lnTo>
                    <a:pt x="5693298" y="333824"/>
                  </a:lnTo>
                  <a:lnTo>
                    <a:pt x="5689059" y="333824"/>
                  </a:lnTo>
                  <a:lnTo>
                    <a:pt x="5684820" y="333824"/>
                  </a:lnTo>
                  <a:lnTo>
                    <a:pt x="5684820" y="335747"/>
                  </a:lnTo>
                  <a:lnTo>
                    <a:pt x="5680580" y="335747"/>
                  </a:lnTo>
                  <a:lnTo>
                    <a:pt x="5680580" y="337028"/>
                  </a:lnTo>
                  <a:lnTo>
                    <a:pt x="5676341" y="337028"/>
                  </a:lnTo>
                  <a:lnTo>
                    <a:pt x="5676341" y="338948"/>
                  </a:lnTo>
                  <a:lnTo>
                    <a:pt x="5672102" y="338948"/>
                  </a:lnTo>
                  <a:lnTo>
                    <a:pt x="5667863" y="338948"/>
                  </a:lnTo>
                  <a:lnTo>
                    <a:pt x="5667863" y="339585"/>
                  </a:lnTo>
                  <a:lnTo>
                    <a:pt x="5663624" y="339585"/>
                  </a:lnTo>
                  <a:lnTo>
                    <a:pt x="5659384" y="339585"/>
                  </a:lnTo>
                  <a:lnTo>
                    <a:pt x="5655145" y="339585"/>
                  </a:lnTo>
                  <a:lnTo>
                    <a:pt x="5650906" y="339585"/>
                  </a:lnTo>
                  <a:lnTo>
                    <a:pt x="5646667" y="339585"/>
                  </a:lnTo>
                  <a:lnTo>
                    <a:pt x="5646667" y="340220"/>
                  </a:lnTo>
                  <a:lnTo>
                    <a:pt x="5642427" y="340220"/>
                  </a:lnTo>
                  <a:lnTo>
                    <a:pt x="5642427" y="340855"/>
                  </a:lnTo>
                  <a:lnTo>
                    <a:pt x="5638188" y="340855"/>
                  </a:lnTo>
                  <a:lnTo>
                    <a:pt x="5638188" y="341488"/>
                  </a:lnTo>
                  <a:lnTo>
                    <a:pt x="5629710" y="341488"/>
                  </a:lnTo>
                  <a:lnTo>
                    <a:pt x="5629710" y="342121"/>
                  </a:lnTo>
                  <a:lnTo>
                    <a:pt x="5625470" y="342121"/>
                  </a:lnTo>
                  <a:lnTo>
                    <a:pt x="5621231" y="342121"/>
                  </a:lnTo>
                  <a:lnTo>
                    <a:pt x="5621231" y="342754"/>
                  </a:lnTo>
                  <a:lnTo>
                    <a:pt x="5616992" y="342754"/>
                  </a:lnTo>
                  <a:lnTo>
                    <a:pt x="5612753" y="342754"/>
                  </a:lnTo>
                  <a:lnTo>
                    <a:pt x="5612753" y="343385"/>
                  </a:lnTo>
                  <a:lnTo>
                    <a:pt x="5608513" y="343385"/>
                  </a:lnTo>
                  <a:lnTo>
                    <a:pt x="5604274" y="343385"/>
                  </a:lnTo>
                  <a:lnTo>
                    <a:pt x="5604274" y="344016"/>
                  </a:lnTo>
                  <a:lnTo>
                    <a:pt x="5600035" y="344016"/>
                  </a:lnTo>
                  <a:lnTo>
                    <a:pt x="5600035" y="344645"/>
                  </a:lnTo>
                  <a:lnTo>
                    <a:pt x="5595796" y="344645"/>
                  </a:lnTo>
                  <a:lnTo>
                    <a:pt x="5595796" y="345274"/>
                  </a:lnTo>
                  <a:lnTo>
                    <a:pt x="5591556" y="345274"/>
                  </a:lnTo>
                  <a:lnTo>
                    <a:pt x="5587317" y="345274"/>
                  </a:lnTo>
                  <a:lnTo>
                    <a:pt x="5587317" y="347159"/>
                  </a:lnTo>
                  <a:lnTo>
                    <a:pt x="5583078" y="347159"/>
                  </a:lnTo>
                  <a:lnTo>
                    <a:pt x="5583078" y="347787"/>
                  </a:lnTo>
                  <a:lnTo>
                    <a:pt x="5578839" y="347787"/>
                  </a:lnTo>
                  <a:lnTo>
                    <a:pt x="5578839" y="349040"/>
                  </a:lnTo>
                  <a:lnTo>
                    <a:pt x="5574599" y="349040"/>
                  </a:lnTo>
                  <a:lnTo>
                    <a:pt x="5570360" y="349040"/>
                  </a:lnTo>
                  <a:lnTo>
                    <a:pt x="5570360" y="350293"/>
                  </a:lnTo>
                  <a:lnTo>
                    <a:pt x="5566121" y="350293"/>
                  </a:lnTo>
                  <a:lnTo>
                    <a:pt x="5566121" y="350919"/>
                  </a:lnTo>
                  <a:lnTo>
                    <a:pt x="5561882" y="350919"/>
                  </a:lnTo>
                  <a:lnTo>
                    <a:pt x="5557643" y="350919"/>
                  </a:lnTo>
                  <a:lnTo>
                    <a:pt x="5553403" y="350919"/>
                  </a:lnTo>
                  <a:lnTo>
                    <a:pt x="5549164" y="350919"/>
                  </a:lnTo>
                  <a:lnTo>
                    <a:pt x="5549164" y="352168"/>
                  </a:lnTo>
                  <a:lnTo>
                    <a:pt x="5544925" y="352168"/>
                  </a:lnTo>
                  <a:lnTo>
                    <a:pt x="5544925" y="354041"/>
                  </a:lnTo>
                  <a:lnTo>
                    <a:pt x="5540686" y="354041"/>
                  </a:lnTo>
                  <a:lnTo>
                    <a:pt x="5540686" y="354665"/>
                  </a:lnTo>
                  <a:lnTo>
                    <a:pt x="5536446" y="354665"/>
                  </a:lnTo>
                  <a:lnTo>
                    <a:pt x="5536446" y="355288"/>
                  </a:lnTo>
                  <a:lnTo>
                    <a:pt x="5532207" y="355288"/>
                  </a:lnTo>
                  <a:lnTo>
                    <a:pt x="5532207" y="355911"/>
                  </a:lnTo>
                  <a:lnTo>
                    <a:pt x="5527968" y="355911"/>
                  </a:lnTo>
                  <a:lnTo>
                    <a:pt x="5523729" y="355911"/>
                  </a:lnTo>
                  <a:lnTo>
                    <a:pt x="5523729" y="356534"/>
                  </a:lnTo>
                  <a:lnTo>
                    <a:pt x="5519489" y="356534"/>
                  </a:lnTo>
                  <a:lnTo>
                    <a:pt x="5515250" y="356534"/>
                  </a:lnTo>
                  <a:lnTo>
                    <a:pt x="5515250" y="357156"/>
                  </a:lnTo>
                  <a:lnTo>
                    <a:pt x="5506772" y="357156"/>
                  </a:lnTo>
                  <a:lnTo>
                    <a:pt x="5506772" y="357778"/>
                  </a:lnTo>
                  <a:lnTo>
                    <a:pt x="5502532" y="357778"/>
                  </a:lnTo>
                  <a:lnTo>
                    <a:pt x="5502532" y="358399"/>
                  </a:lnTo>
                  <a:lnTo>
                    <a:pt x="5498293" y="358399"/>
                  </a:lnTo>
                  <a:lnTo>
                    <a:pt x="5498293" y="359640"/>
                  </a:lnTo>
                  <a:lnTo>
                    <a:pt x="5494054" y="359640"/>
                  </a:lnTo>
                  <a:lnTo>
                    <a:pt x="5494054" y="360260"/>
                  </a:lnTo>
                  <a:lnTo>
                    <a:pt x="5489815" y="360260"/>
                  </a:lnTo>
                  <a:lnTo>
                    <a:pt x="5489815" y="362736"/>
                  </a:lnTo>
                  <a:lnTo>
                    <a:pt x="5485575" y="362736"/>
                  </a:lnTo>
                  <a:lnTo>
                    <a:pt x="5485575" y="363355"/>
                  </a:lnTo>
                  <a:lnTo>
                    <a:pt x="5481336" y="363355"/>
                  </a:lnTo>
                  <a:lnTo>
                    <a:pt x="5477097" y="363355"/>
                  </a:lnTo>
                  <a:lnTo>
                    <a:pt x="5477097" y="364591"/>
                  </a:lnTo>
                  <a:lnTo>
                    <a:pt x="5472858" y="364591"/>
                  </a:lnTo>
                  <a:lnTo>
                    <a:pt x="5468618" y="364591"/>
                  </a:lnTo>
                  <a:lnTo>
                    <a:pt x="5468618" y="366445"/>
                  </a:lnTo>
                  <a:lnTo>
                    <a:pt x="5464379" y="366445"/>
                  </a:lnTo>
                  <a:lnTo>
                    <a:pt x="5464379" y="367061"/>
                  </a:lnTo>
                  <a:lnTo>
                    <a:pt x="5460140" y="367061"/>
                  </a:lnTo>
                  <a:lnTo>
                    <a:pt x="5455901" y="367061"/>
                  </a:lnTo>
                  <a:lnTo>
                    <a:pt x="5455901" y="367677"/>
                  </a:lnTo>
                  <a:lnTo>
                    <a:pt x="5451662" y="367677"/>
                  </a:lnTo>
                  <a:lnTo>
                    <a:pt x="5447422" y="367677"/>
                  </a:lnTo>
                  <a:lnTo>
                    <a:pt x="5447422" y="368293"/>
                  </a:lnTo>
                  <a:lnTo>
                    <a:pt x="5443183" y="368293"/>
                  </a:lnTo>
                  <a:lnTo>
                    <a:pt x="5443183" y="368908"/>
                  </a:lnTo>
                  <a:lnTo>
                    <a:pt x="5438944" y="368908"/>
                  </a:lnTo>
                  <a:lnTo>
                    <a:pt x="5438944" y="369523"/>
                  </a:lnTo>
                  <a:lnTo>
                    <a:pt x="5434705" y="369523"/>
                  </a:lnTo>
                  <a:lnTo>
                    <a:pt x="5434705" y="370752"/>
                  </a:lnTo>
                  <a:lnTo>
                    <a:pt x="5430465" y="370752"/>
                  </a:lnTo>
                  <a:lnTo>
                    <a:pt x="5430465" y="371978"/>
                  </a:lnTo>
                  <a:lnTo>
                    <a:pt x="5426226" y="371978"/>
                  </a:lnTo>
                  <a:lnTo>
                    <a:pt x="5426226" y="372591"/>
                  </a:lnTo>
                  <a:lnTo>
                    <a:pt x="5421987" y="372591"/>
                  </a:lnTo>
                  <a:lnTo>
                    <a:pt x="5421987" y="373816"/>
                  </a:lnTo>
                  <a:lnTo>
                    <a:pt x="5417748" y="373816"/>
                  </a:lnTo>
                  <a:lnTo>
                    <a:pt x="5417748" y="375040"/>
                  </a:lnTo>
                  <a:lnTo>
                    <a:pt x="5413508" y="375040"/>
                  </a:lnTo>
                  <a:lnTo>
                    <a:pt x="5413508" y="376264"/>
                  </a:lnTo>
                  <a:lnTo>
                    <a:pt x="5409269" y="376264"/>
                  </a:lnTo>
                  <a:lnTo>
                    <a:pt x="5409269" y="377488"/>
                  </a:lnTo>
                  <a:lnTo>
                    <a:pt x="5405030" y="377488"/>
                  </a:lnTo>
                  <a:lnTo>
                    <a:pt x="5405030" y="378099"/>
                  </a:lnTo>
                  <a:lnTo>
                    <a:pt x="5400791" y="378099"/>
                  </a:lnTo>
                  <a:lnTo>
                    <a:pt x="5396551" y="378099"/>
                  </a:lnTo>
                  <a:lnTo>
                    <a:pt x="5396551" y="378710"/>
                  </a:lnTo>
                  <a:lnTo>
                    <a:pt x="5392312" y="378710"/>
                  </a:lnTo>
                  <a:lnTo>
                    <a:pt x="5392312" y="379320"/>
                  </a:lnTo>
                  <a:lnTo>
                    <a:pt x="5388073" y="379320"/>
                  </a:lnTo>
                  <a:lnTo>
                    <a:pt x="5388073" y="380540"/>
                  </a:lnTo>
                  <a:lnTo>
                    <a:pt x="5383834" y="380540"/>
                  </a:lnTo>
                  <a:lnTo>
                    <a:pt x="5383834" y="381150"/>
                  </a:lnTo>
                  <a:lnTo>
                    <a:pt x="5379594" y="381150"/>
                  </a:lnTo>
                  <a:lnTo>
                    <a:pt x="5379594" y="382369"/>
                  </a:lnTo>
                  <a:lnTo>
                    <a:pt x="5375355" y="382369"/>
                  </a:lnTo>
                  <a:lnTo>
                    <a:pt x="5375355" y="383587"/>
                  </a:lnTo>
                  <a:lnTo>
                    <a:pt x="5371116" y="383587"/>
                  </a:lnTo>
                  <a:lnTo>
                    <a:pt x="5371116" y="384803"/>
                  </a:lnTo>
                  <a:lnTo>
                    <a:pt x="5366877" y="384803"/>
                  </a:lnTo>
                  <a:lnTo>
                    <a:pt x="5362637" y="384803"/>
                  </a:lnTo>
                  <a:lnTo>
                    <a:pt x="5362637" y="385410"/>
                  </a:lnTo>
                  <a:lnTo>
                    <a:pt x="5358398" y="385410"/>
                  </a:lnTo>
                  <a:lnTo>
                    <a:pt x="5358398" y="386017"/>
                  </a:lnTo>
                  <a:lnTo>
                    <a:pt x="5354159" y="386017"/>
                  </a:lnTo>
                  <a:lnTo>
                    <a:pt x="5354159" y="386624"/>
                  </a:lnTo>
                  <a:lnTo>
                    <a:pt x="5349920" y="386624"/>
                  </a:lnTo>
                  <a:lnTo>
                    <a:pt x="5345681" y="386624"/>
                  </a:lnTo>
                  <a:lnTo>
                    <a:pt x="5345681" y="387230"/>
                  </a:lnTo>
                  <a:lnTo>
                    <a:pt x="5341441" y="387230"/>
                  </a:lnTo>
                  <a:lnTo>
                    <a:pt x="5337202" y="387230"/>
                  </a:lnTo>
                  <a:lnTo>
                    <a:pt x="5337202" y="387835"/>
                  </a:lnTo>
                  <a:lnTo>
                    <a:pt x="5332963" y="387835"/>
                  </a:lnTo>
                  <a:lnTo>
                    <a:pt x="5332963" y="388439"/>
                  </a:lnTo>
                  <a:lnTo>
                    <a:pt x="5328724" y="388439"/>
                  </a:lnTo>
                  <a:lnTo>
                    <a:pt x="5324484" y="388439"/>
                  </a:lnTo>
                  <a:lnTo>
                    <a:pt x="5320245" y="388439"/>
                  </a:lnTo>
                  <a:lnTo>
                    <a:pt x="5320245" y="389042"/>
                  </a:lnTo>
                  <a:lnTo>
                    <a:pt x="5316006" y="389042"/>
                  </a:lnTo>
                  <a:lnTo>
                    <a:pt x="5316006" y="390247"/>
                  </a:lnTo>
                  <a:lnTo>
                    <a:pt x="5311767" y="390247"/>
                  </a:lnTo>
                  <a:lnTo>
                    <a:pt x="5307527" y="390247"/>
                  </a:lnTo>
                  <a:lnTo>
                    <a:pt x="5307527" y="390849"/>
                  </a:lnTo>
                  <a:lnTo>
                    <a:pt x="5303288" y="390849"/>
                  </a:lnTo>
                  <a:lnTo>
                    <a:pt x="5294810" y="390849"/>
                  </a:lnTo>
                  <a:lnTo>
                    <a:pt x="5294810" y="392051"/>
                  </a:lnTo>
                  <a:lnTo>
                    <a:pt x="5290570" y="392051"/>
                  </a:lnTo>
                  <a:lnTo>
                    <a:pt x="5290570" y="392651"/>
                  </a:lnTo>
                  <a:lnTo>
                    <a:pt x="5286331" y="392651"/>
                  </a:lnTo>
                  <a:lnTo>
                    <a:pt x="5286331" y="393252"/>
                  </a:lnTo>
                  <a:lnTo>
                    <a:pt x="5282092" y="393252"/>
                  </a:lnTo>
                  <a:lnTo>
                    <a:pt x="5277853" y="393252"/>
                  </a:lnTo>
                  <a:lnTo>
                    <a:pt x="5277853" y="393851"/>
                  </a:lnTo>
                  <a:lnTo>
                    <a:pt x="5273613" y="393851"/>
                  </a:lnTo>
                  <a:lnTo>
                    <a:pt x="5269374" y="393851"/>
                  </a:lnTo>
                  <a:lnTo>
                    <a:pt x="5269374" y="395049"/>
                  </a:lnTo>
                  <a:lnTo>
                    <a:pt x="5265135" y="395049"/>
                  </a:lnTo>
                  <a:lnTo>
                    <a:pt x="5265135" y="395647"/>
                  </a:lnTo>
                  <a:lnTo>
                    <a:pt x="5260896" y="395647"/>
                  </a:lnTo>
                  <a:lnTo>
                    <a:pt x="5256657" y="395647"/>
                  </a:lnTo>
                  <a:lnTo>
                    <a:pt x="5256657" y="396244"/>
                  </a:lnTo>
                  <a:lnTo>
                    <a:pt x="5252417" y="396244"/>
                  </a:lnTo>
                  <a:lnTo>
                    <a:pt x="5252417" y="397437"/>
                  </a:lnTo>
                  <a:lnTo>
                    <a:pt x="5248178" y="397437"/>
                  </a:lnTo>
                  <a:lnTo>
                    <a:pt x="5243939" y="397437"/>
                  </a:lnTo>
                  <a:lnTo>
                    <a:pt x="5243939" y="398627"/>
                  </a:lnTo>
                  <a:lnTo>
                    <a:pt x="5239700" y="398627"/>
                  </a:lnTo>
                  <a:lnTo>
                    <a:pt x="5239700" y="399816"/>
                  </a:lnTo>
                  <a:lnTo>
                    <a:pt x="5235460" y="399816"/>
                  </a:lnTo>
                  <a:lnTo>
                    <a:pt x="5235460" y="400410"/>
                  </a:lnTo>
                  <a:lnTo>
                    <a:pt x="5231221" y="400410"/>
                  </a:lnTo>
                  <a:lnTo>
                    <a:pt x="5226982" y="400410"/>
                  </a:lnTo>
                  <a:lnTo>
                    <a:pt x="5222743" y="400410"/>
                  </a:lnTo>
                  <a:lnTo>
                    <a:pt x="5222743" y="401001"/>
                  </a:lnTo>
                  <a:lnTo>
                    <a:pt x="5218503" y="401001"/>
                  </a:lnTo>
                  <a:lnTo>
                    <a:pt x="5218503" y="402774"/>
                  </a:lnTo>
                  <a:lnTo>
                    <a:pt x="5214264" y="402774"/>
                  </a:lnTo>
                  <a:lnTo>
                    <a:pt x="5210025" y="402774"/>
                  </a:lnTo>
                  <a:lnTo>
                    <a:pt x="5205786" y="402774"/>
                  </a:lnTo>
                  <a:lnTo>
                    <a:pt x="5201546" y="402774"/>
                  </a:lnTo>
                  <a:lnTo>
                    <a:pt x="5201546" y="403955"/>
                  </a:lnTo>
                  <a:lnTo>
                    <a:pt x="5197307" y="403955"/>
                  </a:lnTo>
                  <a:lnTo>
                    <a:pt x="5193068" y="403955"/>
                  </a:lnTo>
                  <a:lnTo>
                    <a:pt x="5188829" y="403955"/>
                  </a:lnTo>
                  <a:lnTo>
                    <a:pt x="5184589" y="403955"/>
                  </a:lnTo>
                  <a:lnTo>
                    <a:pt x="5184589" y="405130"/>
                  </a:lnTo>
                  <a:lnTo>
                    <a:pt x="5180350" y="405130"/>
                  </a:lnTo>
                  <a:lnTo>
                    <a:pt x="5180350" y="405717"/>
                  </a:lnTo>
                  <a:lnTo>
                    <a:pt x="5176111" y="405717"/>
                  </a:lnTo>
                  <a:lnTo>
                    <a:pt x="5171872" y="405717"/>
                  </a:lnTo>
                  <a:lnTo>
                    <a:pt x="5171872" y="406303"/>
                  </a:lnTo>
                  <a:lnTo>
                    <a:pt x="5167632" y="406303"/>
                  </a:lnTo>
                  <a:lnTo>
                    <a:pt x="5167632" y="407476"/>
                  </a:lnTo>
                  <a:lnTo>
                    <a:pt x="5163393" y="407476"/>
                  </a:lnTo>
                  <a:lnTo>
                    <a:pt x="5163393" y="408061"/>
                  </a:lnTo>
                  <a:lnTo>
                    <a:pt x="5159154" y="408061"/>
                  </a:lnTo>
                  <a:lnTo>
                    <a:pt x="5159154" y="409231"/>
                  </a:lnTo>
                  <a:lnTo>
                    <a:pt x="5154915" y="409231"/>
                  </a:lnTo>
                  <a:lnTo>
                    <a:pt x="5150676" y="409231"/>
                  </a:lnTo>
                  <a:lnTo>
                    <a:pt x="5150676" y="409815"/>
                  </a:lnTo>
                  <a:lnTo>
                    <a:pt x="5146436" y="409815"/>
                  </a:lnTo>
                  <a:lnTo>
                    <a:pt x="5146436" y="410398"/>
                  </a:lnTo>
                  <a:lnTo>
                    <a:pt x="5142197" y="410398"/>
                  </a:lnTo>
                  <a:lnTo>
                    <a:pt x="5137958" y="410398"/>
                  </a:lnTo>
                  <a:lnTo>
                    <a:pt x="5137958" y="411562"/>
                  </a:lnTo>
                  <a:lnTo>
                    <a:pt x="5133719" y="411562"/>
                  </a:lnTo>
                  <a:lnTo>
                    <a:pt x="5133719" y="412144"/>
                  </a:lnTo>
                  <a:lnTo>
                    <a:pt x="5129479" y="412144"/>
                  </a:lnTo>
                  <a:lnTo>
                    <a:pt x="5129479" y="412726"/>
                  </a:lnTo>
                  <a:lnTo>
                    <a:pt x="5125240" y="412726"/>
                  </a:lnTo>
                  <a:lnTo>
                    <a:pt x="5125240" y="413888"/>
                  </a:lnTo>
                  <a:lnTo>
                    <a:pt x="5121001" y="413888"/>
                  </a:lnTo>
                  <a:lnTo>
                    <a:pt x="5116762" y="413888"/>
                  </a:lnTo>
                  <a:lnTo>
                    <a:pt x="5116762" y="416210"/>
                  </a:lnTo>
                  <a:lnTo>
                    <a:pt x="5112522" y="416210"/>
                  </a:lnTo>
                  <a:lnTo>
                    <a:pt x="5108283" y="416210"/>
                  </a:lnTo>
                  <a:lnTo>
                    <a:pt x="5108283" y="417370"/>
                  </a:lnTo>
                  <a:lnTo>
                    <a:pt x="5104044" y="417370"/>
                  </a:lnTo>
                  <a:lnTo>
                    <a:pt x="5104044" y="417949"/>
                  </a:lnTo>
                  <a:lnTo>
                    <a:pt x="5095565" y="417949"/>
                  </a:lnTo>
                  <a:lnTo>
                    <a:pt x="5095565" y="418528"/>
                  </a:lnTo>
                  <a:lnTo>
                    <a:pt x="5087087" y="418528"/>
                  </a:lnTo>
                  <a:lnTo>
                    <a:pt x="5087087" y="420264"/>
                  </a:lnTo>
                  <a:lnTo>
                    <a:pt x="5082848" y="420264"/>
                  </a:lnTo>
                  <a:lnTo>
                    <a:pt x="5082848" y="420842"/>
                  </a:lnTo>
                  <a:lnTo>
                    <a:pt x="5078608" y="420842"/>
                  </a:lnTo>
                  <a:lnTo>
                    <a:pt x="5078608" y="421999"/>
                  </a:lnTo>
                  <a:lnTo>
                    <a:pt x="5074369" y="421999"/>
                  </a:lnTo>
                  <a:lnTo>
                    <a:pt x="5074369" y="424311"/>
                  </a:lnTo>
                  <a:lnTo>
                    <a:pt x="5070130" y="424311"/>
                  </a:lnTo>
                  <a:lnTo>
                    <a:pt x="5070130" y="426042"/>
                  </a:lnTo>
                  <a:lnTo>
                    <a:pt x="5065891" y="426042"/>
                  </a:lnTo>
                  <a:lnTo>
                    <a:pt x="5065891" y="426619"/>
                  </a:lnTo>
                  <a:lnTo>
                    <a:pt x="5061651" y="426619"/>
                  </a:lnTo>
                  <a:lnTo>
                    <a:pt x="5061651" y="428924"/>
                  </a:lnTo>
                  <a:lnTo>
                    <a:pt x="5057412" y="428924"/>
                  </a:lnTo>
                  <a:lnTo>
                    <a:pt x="5057412" y="430076"/>
                  </a:lnTo>
                  <a:lnTo>
                    <a:pt x="5053173" y="430076"/>
                  </a:lnTo>
                  <a:lnTo>
                    <a:pt x="5053173" y="430652"/>
                  </a:lnTo>
                  <a:lnTo>
                    <a:pt x="5048934" y="430652"/>
                  </a:lnTo>
                  <a:lnTo>
                    <a:pt x="5048934" y="431227"/>
                  </a:lnTo>
                  <a:lnTo>
                    <a:pt x="5044695" y="431227"/>
                  </a:lnTo>
                  <a:lnTo>
                    <a:pt x="5044695" y="431802"/>
                  </a:lnTo>
                  <a:lnTo>
                    <a:pt x="5040455" y="431802"/>
                  </a:lnTo>
                  <a:lnTo>
                    <a:pt x="5040455" y="432950"/>
                  </a:lnTo>
                  <a:lnTo>
                    <a:pt x="5036216" y="432950"/>
                  </a:lnTo>
                  <a:lnTo>
                    <a:pt x="5031977" y="432950"/>
                  </a:lnTo>
                  <a:lnTo>
                    <a:pt x="5031977" y="434098"/>
                  </a:lnTo>
                  <a:lnTo>
                    <a:pt x="5027738" y="434098"/>
                  </a:lnTo>
                  <a:lnTo>
                    <a:pt x="5023498" y="434098"/>
                  </a:lnTo>
                  <a:lnTo>
                    <a:pt x="5019259" y="434098"/>
                  </a:lnTo>
                  <a:lnTo>
                    <a:pt x="5019259" y="435243"/>
                  </a:lnTo>
                  <a:lnTo>
                    <a:pt x="5015020" y="435243"/>
                  </a:lnTo>
                  <a:lnTo>
                    <a:pt x="5015020" y="436959"/>
                  </a:lnTo>
                  <a:lnTo>
                    <a:pt x="5010781" y="436959"/>
                  </a:lnTo>
                  <a:lnTo>
                    <a:pt x="5010781" y="437531"/>
                  </a:lnTo>
                  <a:lnTo>
                    <a:pt x="5006541" y="437531"/>
                  </a:lnTo>
                  <a:lnTo>
                    <a:pt x="5002302" y="437531"/>
                  </a:lnTo>
                  <a:lnTo>
                    <a:pt x="5002302" y="439245"/>
                  </a:lnTo>
                  <a:lnTo>
                    <a:pt x="4998063" y="439245"/>
                  </a:lnTo>
                  <a:lnTo>
                    <a:pt x="4993824" y="439245"/>
                  </a:lnTo>
                  <a:lnTo>
                    <a:pt x="4993824" y="441530"/>
                  </a:lnTo>
                  <a:lnTo>
                    <a:pt x="4989584" y="441530"/>
                  </a:lnTo>
                  <a:lnTo>
                    <a:pt x="4989584" y="442101"/>
                  </a:lnTo>
                  <a:lnTo>
                    <a:pt x="4985345" y="442101"/>
                  </a:lnTo>
                  <a:lnTo>
                    <a:pt x="4985345" y="443813"/>
                  </a:lnTo>
                  <a:lnTo>
                    <a:pt x="4981106" y="443813"/>
                  </a:lnTo>
                  <a:lnTo>
                    <a:pt x="4981106" y="444953"/>
                  </a:lnTo>
                  <a:lnTo>
                    <a:pt x="4976867" y="444953"/>
                  </a:lnTo>
                  <a:lnTo>
                    <a:pt x="4976867" y="446093"/>
                  </a:lnTo>
                  <a:lnTo>
                    <a:pt x="4972627" y="446093"/>
                  </a:lnTo>
                  <a:lnTo>
                    <a:pt x="4972627" y="446663"/>
                  </a:lnTo>
                  <a:lnTo>
                    <a:pt x="4968388" y="446663"/>
                  </a:lnTo>
                  <a:lnTo>
                    <a:pt x="4968388" y="447802"/>
                  </a:lnTo>
                  <a:lnTo>
                    <a:pt x="4964149" y="447802"/>
                  </a:lnTo>
                  <a:lnTo>
                    <a:pt x="4964149" y="449510"/>
                  </a:lnTo>
                  <a:lnTo>
                    <a:pt x="4959910" y="449510"/>
                  </a:lnTo>
                  <a:lnTo>
                    <a:pt x="4959910" y="450649"/>
                  </a:lnTo>
                  <a:lnTo>
                    <a:pt x="4955671" y="450649"/>
                  </a:lnTo>
                  <a:lnTo>
                    <a:pt x="4955671" y="451217"/>
                  </a:lnTo>
                  <a:lnTo>
                    <a:pt x="4951431" y="451217"/>
                  </a:lnTo>
                  <a:lnTo>
                    <a:pt x="4951431" y="452921"/>
                  </a:lnTo>
                  <a:lnTo>
                    <a:pt x="4942953" y="452921"/>
                  </a:lnTo>
                  <a:lnTo>
                    <a:pt x="4942953" y="454056"/>
                  </a:lnTo>
                  <a:lnTo>
                    <a:pt x="4938714" y="454056"/>
                  </a:lnTo>
                  <a:lnTo>
                    <a:pt x="4934474" y="454056"/>
                  </a:lnTo>
                  <a:lnTo>
                    <a:pt x="4930235" y="454056"/>
                  </a:lnTo>
                  <a:lnTo>
                    <a:pt x="4925996" y="454056"/>
                  </a:lnTo>
                  <a:lnTo>
                    <a:pt x="4925996" y="455190"/>
                  </a:lnTo>
                  <a:lnTo>
                    <a:pt x="4921757" y="455190"/>
                  </a:lnTo>
                  <a:lnTo>
                    <a:pt x="4921757" y="456323"/>
                  </a:lnTo>
                  <a:lnTo>
                    <a:pt x="4917517" y="456323"/>
                  </a:lnTo>
                  <a:lnTo>
                    <a:pt x="4917517" y="456890"/>
                  </a:lnTo>
                  <a:lnTo>
                    <a:pt x="4913278" y="456890"/>
                  </a:lnTo>
                  <a:lnTo>
                    <a:pt x="4909039" y="456890"/>
                  </a:lnTo>
                  <a:lnTo>
                    <a:pt x="4909039" y="457455"/>
                  </a:lnTo>
                  <a:lnTo>
                    <a:pt x="4904800" y="457455"/>
                  </a:lnTo>
                  <a:lnTo>
                    <a:pt x="4904800" y="458586"/>
                  </a:lnTo>
                  <a:lnTo>
                    <a:pt x="4900560" y="458586"/>
                  </a:lnTo>
                  <a:lnTo>
                    <a:pt x="4896321" y="458586"/>
                  </a:lnTo>
                  <a:lnTo>
                    <a:pt x="4892082" y="458586"/>
                  </a:lnTo>
                  <a:lnTo>
                    <a:pt x="4892082" y="459150"/>
                  </a:lnTo>
                  <a:lnTo>
                    <a:pt x="4887843" y="459150"/>
                  </a:lnTo>
                  <a:lnTo>
                    <a:pt x="4887843" y="460277"/>
                  </a:lnTo>
                  <a:lnTo>
                    <a:pt x="4883603" y="460277"/>
                  </a:lnTo>
                  <a:lnTo>
                    <a:pt x="4883603" y="460840"/>
                  </a:lnTo>
                  <a:lnTo>
                    <a:pt x="4879364" y="460840"/>
                  </a:lnTo>
                  <a:lnTo>
                    <a:pt x="4879364" y="462529"/>
                  </a:lnTo>
                  <a:lnTo>
                    <a:pt x="4870886" y="462529"/>
                  </a:lnTo>
                  <a:lnTo>
                    <a:pt x="4870886" y="463092"/>
                  </a:lnTo>
                  <a:lnTo>
                    <a:pt x="4866646" y="463092"/>
                  </a:lnTo>
                  <a:lnTo>
                    <a:pt x="4866646" y="464776"/>
                  </a:lnTo>
                  <a:lnTo>
                    <a:pt x="4862407" y="464776"/>
                  </a:lnTo>
                  <a:lnTo>
                    <a:pt x="4862407" y="465337"/>
                  </a:lnTo>
                  <a:lnTo>
                    <a:pt x="4858168" y="465337"/>
                  </a:lnTo>
                  <a:lnTo>
                    <a:pt x="4858168" y="465898"/>
                  </a:lnTo>
                  <a:lnTo>
                    <a:pt x="4853929" y="465898"/>
                  </a:lnTo>
                  <a:lnTo>
                    <a:pt x="4853929" y="467019"/>
                  </a:lnTo>
                  <a:lnTo>
                    <a:pt x="4849690" y="467019"/>
                  </a:lnTo>
                  <a:lnTo>
                    <a:pt x="4849690" y="468139"/>
                  </a:lnTo>
                  <a:lnTo>
                    <a:pt x="4845450" y="468139"/>
                  </a:lnTo>
                  <a:lnTo>
                    <a:pt x="4845450" y="468699"/>
                  </a:lnTo>
                  <a:lnTo>
                    <a:pt x="4841211" y="468699"/>
                  </a:lnTo>
                  <a:lnTo>
                    <a:pt x="4841211" y="470938"/>
                  </a:lnTo>
                  <a:lnTo>
                    <a:pt x="4836972" y="470938"/>
                  </a:lnTo>
                  <a:lnTo>
                    <a:pt x="4836972" y="471497"/>
                  </a:lnTo>
                  <a:lnTo>
                    <a:pt x="4832733" y="471497"/>
                  </a:lnTo>
                  <a:lnTo>
                    <a:pt x="4832733" y="472615"/>
                  </a:lnTo>
                  <a:lnTo>
                    <a:pt x="4828493" y="472615"/>
                  </a:lnTo>
                  <a:lnTo>
                    <a:pt x="4828493" y="473174"/>
                  </a:lnTo>
                  <a:lnTo>
                    <a:pt x="4824254" y="473174"/>
                  </a:lnTo>
                  <a:lnTo>
                    <a:pt x="4824254" y="473732"/>
                  </a:lnTo>
                  <a:lnTo>
                    <a:pt x="4820015" y="473732"/>
                  </a:lnTo>
                  <a:lnTo>
                    <a:pt x="4820015" y="474848"/>
                  </a:lnTo>
                  <a:lnTo>
                    <a:pt x="4815776" y="474848"/>
                  </a:lnTo>
                  <a:lnTo>
                    <a:pt x="4815776" y="476522"/>
                  </a:lnTo>
                  <a:lnTo>
                    <a:pt x="4811536" y="476522"/>
                  </a:lnTo>
                  <a:lnTo>
                    <a:pt x="4811536" y="477637"/>
                  </a:lnTo>
                  <a:lnTo>
                    <a:pt x="4807297" y="477637"/>
                  </a:lnTo>
                  <a:lnTo>
                    <a:pt x="4807297" y="479307"/>
                  </a:lnTo>
                  <a:lnTo>
                    <a:pt x="4803058" y="479307"/>
                  </a:lnTo>
                  <a:lnTo>
                    <a:pt x="4803058" y="479863"/>
                  </a:lnTo>
                  <a:lnTo>
                    <a:pt x="4798819" y="479863"/>
                  </a:lnTo>
                  <a:lnTo>
                    <a:pt x="4794579" y="479863"/>
                  </a:lnTo>
                  <a:lnTo>
                    <a:pt x="4790340" y="479863"/>
                  </a:lnTo>
                  <a:lnTo>
                    <a:pt x="4790340" y="480418"/>
                  </a:lnTo>
                  <a:lnTo>
                    <a:pt x="4786101" y="480418"/>
                  </a:lnTo>
                  <a:lnTo>
                    <a:pt x="4786101" y="482081"/>
                  </a:lnTo>
                  <a:lnTo>
                    <a:pt x="4781862" y="482081"/>
                  </a:lnTo>
                  <a:lnTo>
                    <a:pt x="4777622" y="482081"/>
                  </a:lnTo>
                  <a:lnTo>
                    <a:pt x="4777622" y="483186"/>
                  </a:lnTo>
                  <a:lnTo>
                    <a:pt x="4773383" y="483186"/>
                  </a:lnTo>
                  <a:lnTo>
                    <a:pt x="4773383" y="484290"/>
                  </a:lnTo>
                  <a:lnTo>
                    <a:pt x="4769144" y="484290"/>
                  </a:lnTo>
                  <a:lnTo>
                    <a:pt x="4769144" y="484841"/>
                  </a:lnTo>
                  <a:lnTo>
                    <a:pt x="4764905" y="484841"/>
                  </a:lnTo>
                  <a:lnTo>
                    <a:pt x="4764905" y="485392"/>
                  </a:lnTo>
                  <a:lnTo>
                    <a:pt x="4760665" y="485392"/>
                  </a:lnTo>
                  <a:lnTo>
                    <a:pt x="4760665" y="486494"/>
                  </a:lnTo>
                  <a:lnTo>
                    <a:pt x="4756426" y="486494"/>
                  </a:lnTo>
                  <a:lnTo>
                    <a:pt x="4756426" y="487595"/>
                  </a:lnTo>
                  <a:lnTo>
                    <a:pt x="4752187" y="487595"/>
                  </a:lnTo>
                  <a:lnTo>
                    <a:pt x="4752187" y="489795"/>
                  </a:lnTo>
                  <a:lnTo>
                    <a:pt x="4747948" y="489795"/>
                  </a:lnTo>
                  <a:lnTo>
                    <a:pt x="4747948" y="490344"/>
                  </a:lnTo>
                  <a:lnTo>
                    <a:pt x="4743709" y="490344"/>
                  </a:lnTo>
                  <a:lnTo>
                    <a:pt x="4743709" y="490893"/>
                  </a:lnTo>
                  <a:lnTo>
                    <a:pt x="4739469" y="490893"/>
                  </a:lnTo>
                  <a:lnTo>
                    <a:pt x="4739469" y="491441"/>
                  </a:lnTo>
                  <a:lnTo>
                    <a:pt x="4735230" y="491441"/>
                  </a:lnTo>
                  <a:lnTo>
                    <a:pt x="4735230" y="493084"/>
                  </a:lnTo>
                  <a:lnTo>
                    <a:pt x="4730991" y="493084"/>
                  </a:lnTo>
                  <a:lnTo>
                    <a:pt x="4730991" y="493632"/>
                  </a:lnTo>
                  <a:lnTo>
                    <a:pt x="4726752" y="493632"/>
                  </a:lnTo>
                  <a:lnTo>
                    <a:pt x="4726752" y="494728"/>
                  </a:lnTo>
                  <a:lnTo>
                    <a:pt x="4722512" y="494728"/>
                  </a:lnTo>
                  <a:lnTo>
                    <a:pt x="4718273" y="494728"/>
                  </a:lnTo>
                  <a:lnTo>
                    <a:pt x="4718273" y="496367"/>
                  </a:lnTo>
                  <a:lnTo>
                    <a:pt x="4714034" y="496367"/>
                  </a:lnTo>
                  <a:lnTo>
                    <a:pt x="4714034" y="496914"/>
                  </a:lnTo>
                  <a:lnTo>
                    <a:pt x="4709795" y="496914"/>
                  </a:lnTo>
                  <a:lnTo>
                    <a:pt x="4709795" y="498006"/>
                  </a:lnTo>
                  <a:lnTo>
                    <a:pt x="4705555" y="498006"/>
                  </a:lnTo>
                  <a:lnTo>
                    <a:pt x="4701316" y="498006"/>
                  </a:lnTo>
                  <a:lnTo>
                    <a:pt x="4701316" y="500187"/>
                  </a:lnTo>
                  <a:lnTo>
                    <a:pt x="4697077" y="500187"/>
                  </a:lnTo>
                  <a:lnTo>
                    <a:pt x="4697077" y="500732"/>
                  </a:lnTo>
                  <a:lnTo>
                    <a:pt x="4692838" y="500732"/>
                  </a:lnTo>
                  <a:lnTo>
                    <a:pt x="4692838" y="501277"/>
                  </a:lnTo>
                  <a:lnTo>
                    <a:pt x="4688598" y="501277"/>
                  </a:lnTo>
                  <a:lnTo>
                    <a:pt x="4684359" y="501277"/>
                  </a:lnTo>
                  <a:lnTo>
                    <a:pt x="4684359" y="501821"/>
                  </a:lnTo>
                  <a:lnTo>
                    <a:pt x="4680120" y="501821"/>
                  </a:lnTo>
                  <a:lnTo>
                    <a:pt x="4680120" y="502365"/>
                  </a:lnTo>
                  <a:lnTo>
                    <a:pt x="4675881" y="502365"/>
                  </a:lnTo>
                  <a:lnTo>
                    <a:pt x="4675881" y="503450"/>
                  </a:lnTo>
                  <a:lnTo>
                    <a:pt x="4671641" y="503450"/>
                  </a:lnTo>
                  <a:lnTo>
                    <a:pt x="4671641" y="503993"/>
                  </a:lnTo>
                  <a:lnTo>
                    <a:pt x="4667402" y="503993"/>
                  </a:lnTo>
                  <a:lnTo>
                    <a:pt x="4667402" y="505077"/>
                  </a:lnTo>
                  <a:lnTo>
                    <a:pt x="4663163" y="505077"/>
                  </a:lnTo>
                  <a:lnTo>
                    <a:pt x="4663163" y="507245"/>
                  </a:lnTo>
                  <a:lnTo>
                    <a:pt x="4658924" y="507245"/>
                  </a:lnTo>
                  <a:lnTo>
                    <a:pt x="4654684" y="507245"/>
                  </a:lnTo>
                  <a:lnTo>
                    <a:pt x="4654684" y="507786"/>
                  </a:lnTo>
                  <a:lnTo>
                    <a:pt x="4650445" y="507786"/>
                  </a:lnTo>
                  <a:lnTo>
                    <a:pt x="4646206" y="507786"/>
                  </a:lnTo>
                  <a:lnTo>
                    <a:pt x="4646206" y="508867"/>
                  </a:lnTo>
                  <a:lnTo>
                    <a:pt x="4641967" y="508867"/>
                  </a:lnTo>
                  <a:lnTo>
                    <a:pt x="4641967" y="509407"/>
                  </a:lnTo>
                  <a:lnTo>
                    <a:pt x="4637728" y="509407"/>
                  </a:lnTo>
                  <a:lnTo>
                    <a:pt x="4637728" y="509947"/>
                  </a:lnTo>
                  <a:lnTo>
                    <a:pt x="4633488" y="509947"/>
                  </a:lnTo>
                  <a:lnTo>
                    <a:pt x="4633488" y="511567"/>
                  </a:lnTo>
                  <a:lnTo>
                    <a:pt x="4629249" y="511567"/>
                  </a:lnTo>
                  <a:lnTo>
                    <a:pt x="4629249" y="513181"/>
                  </a:lnTo>
                  <a:lnTo>
                    <a:pt x="4625010" y="513181"/>
                  </a:lnTo>
                  <a:lnTo>
                    <a:pt x="4625010" y="514794"/>
                  </a:lnTo>
                  <a:lnTo>
                    <a:pt x="4620771" y="514794"/>
                  </a:lnTo>
                  <a:lnTo>
                    <a:pt x="4616531" y="514794"/>
                  </a:lnTo>
                  <a:lnTo>
                    <a:pt x="4616531" y="515330"/>
                  </a:lnTo>
                  <a:lnTo>
                    <a:pt x="4612292" y="515330"/>
                  </a:lnTo>
                  <a:lnTo>
                    <a:pt x="4612292" y="517475"/>
                  </a:lnTo>
                  <a:lnTo>
                    <a:pt x="4608053" y="517475"/>
                  </a:lnTo>
                  <a:lnTo>
                    <a:pt x="4608053" y="519081"/>
                  </a:lnTo>
                  <a:lnTo>
                    <a:pt x="4603814" y="519081"/>
                  </a:lnTo>
                  <a:lnTo>
                    <a:pt x="4603814" y="519617"/>
                  </a:lnTo>
                  <a:lnTo>
                    <a:pt x="4599574" y="519617"/>
                  </a:lnTo>
                  <a:lnTo>
                    <a:pt x="4599574" y="520152"/>
                  </a:lnTo>
                  <a:lnTo>
                    <a:pt x="4595335" y="520152"/>
                  </a:lnTo>
                  <a:lnTo>
                    <a:pt x="4595335" y="521757"/>
                  </a:lnTo>
                  <a:lnTo>
                    <a:pt x="4591096" y="521757"/>
                  </a:lnTo>
                  <a:lnTo>
                    <a:pt x="4591096" y="522826"/>
                  </a:lnTo>
                  <a:lnTo>
                    <a:pt x="4586857" y="522826"/>
                  </a:lnTo>
                  <a:lnTo>
                    <a:pt x="4582617" y="522826"/>
                  </a:lnTo>
                  <a:lnTo>
                    <a:pt x="4578378" y="522826"/>
                  </a:lnTo>
                  <a:lnTo>
                    <a:pt x="4578378" y="523360"/>
                  </a:lnTo>
                  <a:lnTo>
                    <a:pt x="4574139" y="523360"/>
                  </a:lnTo>
                  <a:lnTo>
                    <a:pt x="4569900" y="523360"/>
                  </a:lnTo>
                  <a:lnTo>
                    <a:pt x="4569900" y="525491"/>
                  </a:lnTo>
                  <a:lnTo>
                    <a:pt x="4565660" y="525491"/>
                  </a:lnTo>
                  <a:lnTo>
                    <a:pt x="4565660" y="526556"/>
                  </a:lnTo>
                  <a:lnTo>
                    <a:pt x="4561421" y="526556"/>
                  </a:lnTo>
                  <a:lnTo>
                    <a:pt x="4561421" y="528152"/>
                  </a:lnTo>
                  <a:lnTo>
                    <a:pt x="4557182" y="528152"/>
                  </a:lnTo>
                  <a:lnTo>
                    <a:pt x="4557182" y="528684"/>
                  </a:lnTo>
                  <a:lnTo>
                    <a:pt x="4552943" y="528684"/>
                  </a:lnTo>
                  <a:lnTo>
                    <a:pt x="4552943" y="529746"/>
                  </a:lnTo>
                  <a:lnTo>
                    <a:pt x="4548704" y="529746"/>
                  </a:lnTo>
                  <a:lnTo>
                    <a:pt x="4548704" y="530808"/>
                  </a:lnTo>
                  <a:lnTo>
                    <a:pt x="4544464" y="530808"/>
                  </a:lnTo>
                  <a:lnTo>
                    <a:pt x="4540225" y="530808"/>
                  </a:lnTo>
                  <a:lnTo>
                    <a:pt x="4535986" y="530808"/>
                  </a:lnTo>
                  <a:lnTo>
                    <a:pt x="4535986" y="531866"/>
                  </a:lnTo>
                  <a:lnTo>
                    <a:pt x="4531747" y="531866"/>
                  </a:lnTo>
                  <a:lnTo>
                    <a:pt x="4531747" y="532923"/>
                  </a:lnTo>
                  <a:lnTo>
                    <a:pt x="4527507" y="532923"/>
                  </a:lnTo>
                  <a:lnTo>
                    <a:pt x="4523268" y="532923"/>
                  </a:lnTo>
                  <a:lnTo>
                    <a:pt x="4523268" y="533451"/>
                  </a:lnTo>
                  <a:lnTo>
                    <a:pt x="4519029" y="533451"/>
                  </a:lnTo>
                  <a:lnTo>
                    <a:pt x="4519029" y="533979"/>
                  </a:lnTo>
                  <a:lnTo>
                    <a:pt x="4514790" y="533979"/>
                  </a:lnTo>
                  <a:lnTo>
                    <a:pt x="4514790" y="534507"/>
                  </a:lnTo>
                  <a:lnTo>
                    <a:pt x="4510550" y="534507"/>
                  </a:lnTo>
                  <a:lnTo>
                    <a:pt x="4506311" y="534507"/>
                  </a:lnTo>
                  <a:lnTo>
                    <a:pt x="4506311" y="535561"/>
                  </a:lnTo>
                  <a:lnTo>
                    <a:pt x="4502072" y="535561"/>
                  </a:lnTo>
                  <a:lnTo>
                    <a:pt x="4502072" y="536088"/>
                  </a:lnTo>
                  <a:lnTo>
                    <a:pt x="4497833" y="536088"/>
                  </a:lnTo>
                  <a:lnTo>
                    <a:pt x="4493593" y="536088"/>
                  </a:lnTo>
                  <a:lnTo>
                    <a:pt x="4493593" y="536613"/>
                  </a:lnTo>
                  <a:lnTo>
                    <a:pt x="4489354" y="536613"/>
                  </a:lnTo>
                  <a:lnTo>
                    <a:pt x="4489354" y="537138"/>
                  </a:lnTo>
                  <a:lnTo>
                    <a:pt x="4485115" y="537138"/>
                  </a:lnTo>
                  <a:lnTo>
                    <a:pt x="4485115" y="538188"/>
                  </a:lnTo>
                  <a:lnTo>
                    <a:pt x="4480876" y="538188"/>
                  </a:lnTo>
                  <a:lnTo>
                    <a:pt x="4476636" y="538188"/>
                  </a:lnTo>
                  <a:lnTo>
                    <a:pt x="4476636" y="540807"/>
                  </a:lnTo>
                  <a:lnTo>
                    <a:pt x="4472397" y="540807"/>
                  </a:lnTo>
                  <a:lnTo>
                    <a:pt x="4472397" y="541331"/>
                  </a:lnTo>
                  <a:lnTo>
                    <a:pt x="4468158" y="541331"/>
                  </a:lnTo>
                  <a:lnTo>
                    <a:pt x="4468158" y="542377"/>
                  </a:lnTo>
                  <a:lnTo>
                    <a:pt x="4463919" y="542377"/>
                  </a:lnTo>
                  <a:lnTo>
                    <a:pt x="4463919" y="543423"/>
                  </a:lnTo>
                  <a:lnTo>
                    <a:pt x="4459679" y="543423"/>
                  </a:lnTo>
                  <a:lnTo>
                    <a:pt x="4455440" y="543423"/>
                  </a:lnTo>
                  <a:lnTo>
                    <a:pt x="4455440" y="544989"/>
                  </a:lnTo>
                  <a:lnTo>
                    <a:pt x="4451201" y="544989"/>
                  </a:lnTo>
                  <a:lnTo>
                    <a:pt x="4446962" y="544989"/>
                  </a:lnTo>
                  <a:lnTo>
                    <a:pt x="4446962" y="546030"/>
                  </a:lnTo>
                  <a:lnTo>
                    <a:pt x="4442723" y="546030"/>
                  </a:lnTo>
                  <a:lnTo>
                    <a:pt x="4438483" y="546030"/>
                  </a:lnTo>
                  <a:lnTo>
                    <a:pt x="4438483" y="546550"/>
                  </a:lnTo>
                  <a:lnTo>
                    <a:pt x="4434244" y="546550"/>
                  </a:lnTo>
                  <a:lnTo>
                    <a:pt x="4434244" y="547069"/>
                  </a:lnTo>
                  <a:lnTo>
                    <a:pt x="4430005" y="547069"/>
                  </a:lnTo>
                  <a:lnTo>
                    <a:pt x="4430005" y="548108"/>
                  </a:lnTo>
                  <a:lnTo>
                    <a:pt x="4425766" y="548108"/>
                  </a:lnTo>
                  <a:lnTo>
                    <a:pt x="4425766" y="548627"/>
                  </a:lnTo>
                  <a:lnTo>
                    <a:pt x="4421526" y="548627"/>
                  </a:lnTo>
                  <a:lnTo>
                    <a:pt x="4421526" y="549145"/>
                  </a:lnTo>
                  <a:lnTo>
                    <a:pt x="4417287" y="549145"/>
                  </a:lnTo>
                  <a:lnTo>
                    <a:pt x="4413048" y="549145"/>
                  </a:lnTo>
                  <a:lnTo>
                    <a:pt x="4413048" y="550180"/>
                  </a:lnTo>
                  <a:lnTo>
                    <a:pt x="4408809" y="550180"/>
                  </a:lnTo>
                  <a:lnTo>
                    <a:pt x="4408809" y="551732"/>
                  </a:lnTo>
                  <a:lnTo>
                    <a:pt x="4404569" y="551732"/>
                  </a:lnTo>
                  <a:lnTo>
                    <a:pt x="4404569" y="553282"/>
                  </a:lnTo>
                  <a:lnTo>
                    <a:pt x="4400330" y="553282"/>
                  </a:lnTo>
                  <a:lnTo>
                    <a:pt x="4400330" y="553799"/>
                  </a:lnTo>
                  <a:lnTo>
                    <a:pt x="4396091" y="553799"/>
                  </a:lnTo>
                  <a:lnTo>
                    <a:pt x="4391852" y="553799"/>
                  </a:lnTo>
                  <a:lnTo>
                    <a:pt x="4391852" y="554314"/>
                  </a:lnTo>
                  <a:lnTo>
                    <a:pt x="4387612" y="554314"/>
                  </a:lnTo>
                  <a:lnTo>
                    <a:pt x="4387612" y="555860"/>
                  </a:lnTo>
                  <a:lnTo>
                    <a:pt x="4383373" y="555860"/>
                  </a:lnTo>
                  <a:lnTo>
                    <a:pt x="4383373" y="556890"/>
                  </a:lnTo>
                  <a:lnTo>
                    <a:pt x="4379134" y="556890"/>
                  </a:lnTo>
                  <a:lnTo>
                    <a:pt x="4379134" y="557405"/>
                  </a:lnTo>
                  <a:lnTo>
                    <a:pt x="4374895" y="557405"/>
                  </a:lnTo>
                  <a:lnTo>
                    <a:pt x="4370655" y="557405"/>
                  </a:lnTo>
                  <a:lnTo>
                    <a:pt x="4370655" y="558433"/>
                  </a:lnTo>
                  <a:lnTo>
                    <a:pt x="4366416" y="558433"/>
                  </a:lnTo>
                  <a:lnTo>
                    <a:pt x="4366416" y="558947"/>
                  </a:lnTo>
                  <a:lnTo>
                    <a:pt x="4362177" y="558947"/>
                  </a:lnTo>
                  <a:lnTo>
                    <a:pt x="4362177" y="560486"/>
                  </a:lnTo>
                  <a:lnTo>
                    <a:pt x="4357938" y="560486"/>
                  </a:lnTo>
                  <a:lnTo>
                    <a:pt x="4357938" y="561511"/>
                  </a:lnTo>
                  <a:lnTo>
                    <a:pt x="4353698" y="561511"/>
                  </a:lnTo>
                  <a:lnTo>
                    <a:pt x="4353698" y="562535"/>
                  </a:lnTo>
                  <a:lnTo>
                    <a:pt x="4349459" y="562535"/>
                  </a:lnTo>
                  <a:lnTo>
                    <a:pt x="4349459" y="563560"/>
                  </a:lnTo>
                  <a:lnTo>
                    <a:pt x="4345220" y="563560"/>
                  </a:lnTo>
                  <a:lnTo>
                    <a:pt x="4345220" y="564072"/>
                  </a:lnTo>
                  <a:lnTo>
                    <a:pt x="4340981" y="564072"/>
                  </a:lnTo>
                  <a:lnTo>
                    <a:pt x="4340981" y="565096"/>
                  </a:lnTo>
                  <a:lnTo>
                    <a:pt x="4336742" y="565096"/>
                  </a:lnTo>
                  <a:lnTo>
                    <a:pt x="4336742" y="566119"/>
                  </a:lnTo>
                  <a:lnTo>
                    <a:pt x="4332502" y="566119"/>
                  </a:lnTo>
                  <a:lnTo>
                    <a:pt x="4332502" y="570203"/>
                  </a:lnTo>
                  <a:lnTo>
                    <a:pt x="4328263" y="570203"/>
                  </a:lnTo>
                  <a:lnTo>
                    <a:pt x="4328263" y="570713"/>
                  </a:lnTo>
                  <a:lnTo>
                    <a:pt x="4324024" y="570713"/>
                  </a:lnTo>
                  <a:lnTo>
                    <a:pt x="4319785" y="570713"/>
                  </a:lnTo>
                  <a:lnTo>
                    <a:pt x="4319785" y="571732"/>
                  </a:lnTo>
                  <a:lnTo>
                    <a:pt x="4315545" y="571732"/>
                  </a:lnTo>
                  <a:lnTo>
                    <a:pt x="4315545" y="572752"/>
                  </a:lnTo>
                  <a:lnTo>
                    <a:pt x="4311306" y="572752"/>
                  </a:lnTo>
                  <a:lnTo>
                    <a:pt x="4311306" y="573771"/>
                  </a:lnTo>
                  <a:lnTo>
                    <a:pt x="4307067" y="573771"/>
                  </a:lnTo>
                  <a:lnTo>
                    <a:pt x="4307067" y="574280"/>
                  </a:lnTo>
                  <a:lnTo>
                    <a:pt x="4302828" y="574280"/>
                  </a:lnTo>
                  <a:lnTo>
                    <a:pt x="4302828" y="574788"/>
                  </a:lnTo>
                  <a:lnTo>
                    <a:pt x="4298588" y="574788"/>
                  </a:lnTo>
                  <a:lnTo>
                    <a:pt x="4294349" y="574788"/>
                  </a:lnTo>
                  <a:lnTo>
                    <a:pt x="4294349" y="575295"/>
                  </a:lnTo>
                  <a:lnTo>
                    <a:pt x="4290110" y="575295"/>
                  </a:lnTo>
                  <a:lnTo>
                    <a:pt x="4285871" y="575295"/>
                  </a:lnTo>
                  <a:lnTo>
                    <a:pt x="4285871" y="576814"/>
                  </a:lnTo>
                  <a:lnTo>
                    <a:pt x="4281631" y="576814"/>
                  </a:lnTo>
                  <a:lnTo>
                    <a:pt x="4281631" y="577826"/>
                  </a:lnTo>
                  <a:lnTo>
                    <a:pt x="4277392" y="577826"/>
                  </a:lnTo>
                  <a:lnTo>
                    <a:pt x="4273153" y="577826"/>
                  </a:lnTo>
                  <a:lnTo>
                    <a:pt x="4273153" y="579341"/>
                  </a:lnTo>
                  <a:lnTo>
                    <a:pt x="4268914" y="579341"/>
                  </a:lnTo>
                  <a:lnTo>
                    <a:pt x="4268914" y="580351"/>
                  </a:lnTo>
                  <a:lnTo>
                    <a:pt x="4264674" y="580351"/>
                  </a:lnTo>
                  <a:lnTo>
                    <a:pt x="4264674" y="581865"/>
                  </a:lnTo>
                  <a:lnTo>
                    <a:pt x="4260435" y="581865"/>
                  </a:lnTo>
                  <a:lnTo>
                    <a:pt x="4260435" y="582873"/>
                  </a:lnTo>
                  <a:lnTo>
                    <a:pt x="4256196" y="582873"/>
                  </a:lnTo>
                  <a:lnTo>
                    <a:pt x="4256196" y="584385"/>
                  </a:lnTo>
                  <a:lnTo>
                    <a:pt x="4251957" y="584385"/>
                  </a:lnTo>
                  <a:lnTo>
                    <a:pt x="4251957" y="584889"/>
                  </a:lnTo>
                  <a:lnTo>
                    <a:pt x="4247718" y="584889"/>
                  </a:lnTo>
                  <a:lnTo>
                    <a:pt x="4247718" y="585393"/>
                  </a:lnTo>
                  <a:lnTo>
                    <a:pt x="4243478" y="585393"/>
                  </a:lnTo>
                  <a:lnTo>
                    <a:pt x="4243478" y="587405"/>
                  </a:lnTo>
                  <a:lnTo>
                    <a:pt x="4239239" y="587405"/>
                  </a:lnTo>
                  <a:lnTo>
                    <a:pt x="4239239" y="587908"/>
                  </a:lnTo>
                  <a:lnTo>
                    <a:pt x="4235000" y="587908"/>
                  </a:lnTo>
                  <a:lnTo>
                    <a:pt x="4235000" y="588913"/>
                  </a:lnTo>
                  <a:lnTo>
                    <a:pt x="4230761" y="588913"/>
                  </a:lnTo>
                  <a:lnTo>
                    <a:pt x="4230761" y="589415"/>
                  </a:lnTo>
                  <a:lnTo>
                    <a:pt x="4226521" y="589415"/>
                  </a:lnTo>
                  <a:lnTo>
                    <a:pt x="4226521" y="591922"/>
                  </a:lnTo>
                  <a:lnTo>
                    <a:pt x="4222282" y="591922"/>
                  </a:lnTo>
                  <a:lnTo>
                    <a:pt x="4222282" y="592423"/>
                  </a:lnTo>
                  <a:lnTo>
                    <a:pt x="4218043" y="592423"/>
                  </a:lnTo>
                  <a:lnTo>
                    <a:pt x="4218043" y="595430"/>
                  </a:lnTo>
                  <a:lnTo>
                    <a:pt x="4213804" y="595430"/>
                  </a:lnTo>
                  <a:lnTo>
                    <a:pt x="4213804" y="597430"/>
                  </a:lnTo>
                  <a:lnTo>
                    <a:pt x="4209564" y="597430"/>
                  </a:lnTo>
                  <a:lnTo>
                    <a:pt x="4209564" y="598431"/>
                  </a:lnTo>
                  <a:lnTo>
                    <a:pt x="4205325" y="598431"/>
                  </a:lnTo>
                  <a:lnTo>
                    <a:pt x="4205325" y="599430"/>
                  </a:lnTo>
                  <a:lnTo>
                    <a:pt x="4201086" y="599430"/>
                  </a:lnTo>
                  <a:lnTo>
                    <a:pt x="4201086" y="600928"/>
                  </a:lnTo>
                  <a:lnTo>
                    <a:pt x="4196847" y="600928"/>
                  </a:lnTo>
                  <a:lnTo>
                    <a:pt x="4196847" y="601427"/>
                  </a:lnTo>
                  <a:lnTo>
                    <a:pt x="4192607" y="601427"/>
                  </a:lnTo>
                  <a:lnTo>
                    <a:pt x="4192607" y="601926"/>
                  </a:lnTo>
                  <a:lnTo>
                    <a:pt x="4188368" y="601926"/>
                  </a:lnTo>
                  <a:lnTo>
                    <a:pt x="4188368" y="602922"/>
                  </a:lnTo>
                  <a:lnTo>
                    <a:pt x="4184129" y="602922"/>
                  </a:lnTo>
                  <a:lnTo>
                    <a:pt x="4184129" y="604416"/>
                  </a:lnTo>
                  <a:lnTo>
                    <a:pt x="4179890" y="604416"/>
                  </a:lnTo>
                  <a:lnTo>
                    <a:pt x="4179890" y="605907"/>
                  </a:lnTo>
                  <a:lnTo>
                    <a:pt x="4175650" y="605907"/>
                  </a:lnTo>
                  <a:lnTo>
                    <a:pt x="4175650" y="606403"/>
                  </a:lnTo>
                  <a:lnTo>
                    <a:pt x="4171411" y="606403"/>
                  </a:lnTo>
                  <a:lnTo>
                    <a:pt x="4171411" y="608388"/>
                  </a:lnTo>
                  <a:lnTo>
                    <a:pt x="4167172" y="608388"/>
                  </a:lnTo>
                  <a:lnTo>
                    <a:pt x="4167172" y="609380"/>
                  </a:lnTo>
                  <a:lnTo>
                    <a:pt x="4162933" y="609380"/>
                  </a:lnTo>
                  <a:lnTo>
                    <a:pt x="4158693" y="609380"/>
                  </a:lnTo>
                  <a:lnTo>
                    <a:pt x="4158693" y="611860"/>
                  </a:lnTo>
                  <a:lnTo>
                    <a:pt x="4154454" y="611860"/>
                  </a:lnTo>
                  <a:lnTo>
                    <a:pt x="4150215" y="611860"/>
                  </a:lnTo>
                  <a:lnTo>
                    <a:pt x="4150215" y="612849"/>
                  </a:lnTo>
                  <a:lnTo>
                    <a:pt x="4145976" y="612849"/>
                  </a:lnTo>
                  <a:lnTo>
                    <a:pt x="4145976" y="613344"/>
                  </a:lnTo>
                  <a:lnTo>
                    <a:pt x="4141737" y="613344"/>
                  </a:lnTo>
                  <a:lnTo>
                    <a:pt x="4141737" y="613839"/>
                  </a:lnTo>
                  <a:lnTo>
                    <a:pt x="4137497" y="613839"/>
                  </a:lnTo>
                  <a:lnTo>
                    <a:pt x="4137497" y="614827"/>
                  </a:lnTo>
                  <a:lnTo>
                    <a:pt x="4133258" y="614827"/>
                  </a:lnTo>
                  <a:lnTo>
                    <a:pt x="4129019" y="614827"/>
                  </a:lnTo>
                  <a:lnTo>
                    <a:pt x="4129019" y="615321"/>
                  </a:lnTo>
                  <a:lnTo>
                    <a:pt x="4124780" y="615321"/>
                  </a:lnTo>
                  <a:lnTo>
                    <a:pt x="4124780" y="617294"/>
                  </a:lnTo>
                  <a:lnTo>
                    <a:pt x="4120540" y="617294"/>
                  </a:lnTo>
                  <a:lnTo>
                    <a:pt x="4120540" y="617787"/>
                  </a:lnTo>
                  <a:lnTo>
                    <a:pt x="4116301" y="617787"/>
                  </a:lnTo>
                  <a:lnTo>
                    <a:pt x="4116301" y="618280"/>
                  </a:lnTo>
                  <a:lnTo>
                    <a:pt x="4112062" y="618280"/>
                  </a:lnTo>
                  <a:lnTo>
                    <a:pt x="4112062" y="618772"/>
                  </a:lnTo>
                  <a:lnTo>
                    <a:pt x="4107823" y="618772"/>
                  </a:lnTo>
                  <a:lnTo>
                    <a:pt x="4107823" y="620249"/>
                  </a:lnTo>
                  <a:lnTo>
                    <a:pt x="4103583" y="620249"/>
                  </a:lnTo>
                  <a:lnTo>
                    <a:pt x="4103583" y="621233"/>
                  </a:lnTo>
                  <a:lnTo>
                    <a:pt x="4099344" y="621233"/>
                  </a:lnTo>
                  <a:lnTo>
                    <a:pt x="4095105" y="621233"/>
                  </a:lnTo>
                  <a:lnTo>
                    <a:pt x="4095105" y="622216"/>
                  </a:lnTo>
                  <a:lnTo>
                    <a:pt x="4090866" y="622216"/>
                  </a:lnTo>
                  <a:lnTo>
                    <a:pt x="4090866" y="623688"/>
                  </a:lnTo>
                  <a:lnTo>
                    <a:pt x="4086626" y="623688"/>
                  </a:lnTo>
                  <a:lnTo>
                    <a:pt x="4086626" y="627119"/>
                  </a:lnTo>
                  <a:lnTo>
                    <a:pt x="4082387" y="627119"/>
                  </a:lnTo>
                  <a:lnTo>
                    <a:pt x="4082387" y="628099"/>
                  </a:lnTo>
                  <a:lnTo>
                    <a:pt x="4078148" y="628099"/>
                  </a:lnTo>
                  <a:lnTo>
                    <a:pt x="4078148" y="629078"/>
                  </a:lnTo>
                  <a:lnTo>
                    <a:pt x="4073909" y="629078"/>
                  </a:lnTo>
                  <a:lnTo>
                    <a:pt x="4073909" y="630547"/>
                  </a:lnTo>
                  <a:lnTo>
                    <a:pt x="4069669" y="630547"/>
                  </a:lnTo>
                  <a:lnTo>
                    <a:pt x="4065430" y="630547"/>
                  </a:lnTo>
                  <a:lnTo>
                    <a:pt x="4065430" y="632500"/>
                  </a:lnTo>
                  <a:lnTo>
                    <a:pt x="4061191" y="632500"/>
                  </a:lnTo>
                  <a:lnTo>
                    <a:pt x="4061191" y="633965"/>
                  </a:lnTo>
                  <a:lnTo>
                    <a:pt x="4056952" y="633965"/>
                  </a:lnTo>
                  <a:lnTo>
                    <a:pt x="4052712" y="633965"/>
                  </a:lnTo>
                  <a:lnTo>
                    <a:pt x="4052712" y="634939"/>
                  </a:lnTo>
                  <a:lnTo>
                    <a:pt x="4048473" y="634939"/>
                  </a:lnTo>
                  <a:lnTo>
                    <a:pt x="4048473" y="636400"/>
                  </a:lnTo>
                  <a:lnTo>
                    <a:pt x="4044234" y="636400"/>
                  </a:lnTo>
                  <a:lnTo>
                    <a:pt x="4044234" y="636887"/>
                  </a:lnTo>
                  <a:lnTo>
                    <a:pt x="4039995" y="636887"/>
                  </a:lnTo>
                  <a:lnTo>
                    <a:pt x="4039995" y="637373"/>
                  </a:lnTo>
                  <a:lnTo>
                    <a:pt x="4035756" y="637373"/>
                  </a:lnTo>
                  <a:lnTo>
                    <a:pt x="4035756" y="638346"/>
                  </a:lnTo>
                  <a:lnTo>
                    <a:pt x="4031516" y="638346"/>
                  </a:lnTo>
                  <a:lnTo>
                    <a:pt x="4031516" y="639803"/>
                  </a:lnTo>
                  <a:lnTo>
                    <a:pt x="4027277" y="639803"/>
                  </a:lnTo>
                  <a:lnTo>
                    <a:pt x="4027277" y="642229"/>
                  </a:lnTo>
                  <a:lnTo>
                    <a:pt x="4023038" y="642229"/>
                  </a:lnTo>
                  <a:lnTo>
                    <a:pt x="4023038" y="644171"/>
                  </a:lnTo>
                  <a:lnTo>
                    <a:pt x="4018799" y="644171"/>
                  </a:lnTo>
                  <a:lnTo>
                    <a:pt x="4018799" y="645141"/>
                  </a:lnTo>
                  <a:lnTo>
                    <a:pt x="4014559" y="645141"/>
                  </a:lnTo>
                  <a:lnTo>
                    <a:pt x="4014559" y="645626"/>
                  </a:lnTo>
                  <a:lnTo>
                    <a:pt x="4010320" y="645626"/>
                  </a:lnTo>
                  <a:lnTo>
                    <a:pt x="4010320" y="646596"/>
                  </a:lnTo>
                  <a:lnTo>
                    <a:pt x="4006081" y="646596"/>
                  </a:lnTo>
                  <a:lnTo>
                    <a:pt x="4006081" y="647565"/>
                  </a:lnTo>
                  <a:lnTo>
                    <a:pt x="4001842" y="647565"/>
                  </a:lnTo>
                  <a:lnTo>
                    <a:pt x="3997602" y="647565"/>
                  </a:lnTo>
                  <a:lnTo>
                    <a:pt x="3997602" y="648532"/>
                  </a:lnTo>
                  <a:lnTo>
                    <a:pt x="3993363" y="648532"/>
                  </a:lnTo>
                  <a:lnTo>
                    <a:pt x="3993363" y="650950"/>
                  </a:lnTo>
                  <a:lnTo>
                    <a:pt x="3989124" y="650950"/>
                  </a:lnTo>
                  <a:lnTo>
                    <a:pt x="3989124" y="652400"/>
                  </a:lnTo>
                  <a:lnTo>
                    <a:pt x="3984885" y="652400"/>
                  </a:lnTo>
                  <a:lnTo>
                    <a:pt x="3984885" y="653367"/>
                  </a:lnTo>
                  <a:lnTo>
                    <a:pt x="3980645" y="653367"/>
                  </a:lnTo>
                  <a:lnTo>
                    <a:pt x="3980645" y="655299"/>
                  </a:lnTo>
                  <a:lnTo>
                    <a:pt x="3976406" y="655299"/>
                  </a:lnTo>
                  <a:lnTo>
                    <a:pt x="3976406" y="657229"/>
                  </a:lnTo>
                  <a:lnTo>
                    <a:pt x="3972167" y="657229"/>
                  </a:lnTo>
                  <a:lnTo>
                    <a:pt x="3972167" y="658673"/>
                  </a:lnTo>
                  <a:lnTo>
                    <a:pt x="3967928" y="658673"/>
                  </a:lnTo>
                  <a:lnTo>
                    <a:pt x="3967928" y="659636"/>
                  </a:lnTo>
                  <a:lnTo>
                    <a:pt x="3963688" y="659636"/>
                  </a:lnTo>
                  <a:lnTo>
                    <a:pt x="3963688" y="660116"/>
                  </a:lnTo>
                  <a:lnTo>
                    <a:pt x="3959449" y="660116"/>
                  </a:lnTo>
                  <a:lnTo>
                    <a:pt x="3959449" y="662040"/>
                  </a:lnTo>
                  <a:lnTo>
                    <a:pt x="3955210" y="662040"/>
                  </a:lnTo>
                  <a:lnTo>
                    <a:pt x="3955210" y="664443"/>
                  </a:lnTo>
                  <a:lnTo>
                    <a:pt x="3950971" y="664443"/>
                  </a:lnTo>
                  <a:lnTo>
                    <a:pt x="3950971" y="664923"/>
                  </a:lnTo>
                  <a:lnTo>
                    <a:pt x="3946731" y="664923"/>
                  </a:lnTo>
                  <a:lnTo>
                    <a:pt x="3946731" y="665403"/>
                  </a:lnTo>
                  <a:lnTo>
                    <a:pt x="3942492" y="665403"/>
                  </a:lnTo>
                  <a:lnTo>
                    <a:pt x="3942492" y="666362"/>
                  </a:lnTo>
                  <a:lnTo>
                    <a:pt x="3938253" y="666362"/>
                  </a:lnTo>
                  <a:lnTo>
                    <a:pt x="3938253" y="668757"/>
                  </a:lnTo>
                  <a:lnTo>
                    <a:pt x="3934014" y="668757"/>
                  </a:lnTo>
                  <a:lnTo>
                    <a:pt x="3934014" y="669236"/>
                  </a:lnTo>
                  <a:lnTo>
                    <a:pt x="3929775" y="669236"/>
                  </a:lnTo>
                  <a:lnTo>
                    <a:pt x="3929775" y="670671"/>
                  </a:lnTo>
                  <a:lnTo>
                    <a:pt x="3925535" y="670671"/>
                  </a:lnTo>
                  <a:lnTo>
                    <a:pt x="3925535" y="672584"/>
                  </a:lnTo>
                  <a:lnTo>
                    <a:pt x="3921296" y="672584"/>
                  </a:lnTo>
                  <a:lnTo>
                    <a:pt x="3917057" y="672584"/>
                  </a:lnTo>
                  <a:lnTo>
                    <a:pt x="3917057" y="673539"/>
                  </a:lnTo>
                  <a:lnTo>
                    <a:pt x="3912818" y="673539"/>
                  </a:lnTo>
                  <a:lnTo>
                    <a:pt x="3912818" y="674494"/>
                  </a:lnTo>
                  <a:lnTo>
                    <a:pt x="3908578" y="674494"/>
                  </a:lnTo>
                  <a:lnTo>
                    <a:pt x="3904339" y="674494"/>
                  </a:lnTo>
                  <a:lnTo>
                    <a:pt x="3904339" y="674971"/>
                  </a:lnTo>
                  <a:lnTo>
                    <a:pt x="3900100" y="674971"/>
                  </a:lnTo>
                  <a:lnTo>
                    <a:pt x="3900100" y="677353"/>
                  </a:lnTo>
                  <a:lnTo>
                    <a:pt x="3895861" y="677353"/>
                  </a:lnTo>
                  <a:lnTo>
                    <a:pt x="3895861" y="678781"/>
                  </a:lnTo>
                  <a:lnTo>
                    <a:pt x="3891621" y="678781"/>
                  </a:lnTo>
                  <a:lnTo>
                    <a:pt x="3891621" y="680209"/>
                  </a:lnTo>
                  <a:lnTo>
                    <a:pt x="3887382" y="680209"/>
                  </a:lnTo>
                  <a:lnTo>
                    <a:pt x="3887382" y="680684"/>
                  </a:lnTo>
                  <a:lnTo>
                    <a:pt x="3883143" y="680684"/>
                  </a:lnTo>
                  <a:lnTo>
                    <a:pt x="3883143" y="682109"/>
                  </a:lnTo>
                  <a:lnTo>
                    <a:pt x="3878904" y="682109"/>
                  </a:lnTo>
                  <a:lnTo>
                    <a:pt x="3878904" y="683058"/>
                  </a:lnTo>
                  <a:lnTo>
                    <a:pt x="3874664" y="683058"/>
                  </a:lnTo>
                  <a:lnTo>
                    <a:pt x="3874664" y="685904"/>
                  </a:lnTo>
                  <a:lnTo>
                    <a:pt x="3870425" y="685904"/>
                  </a:lnTo>
                  <a:lnTo>
                    <a:pt x="3870425" y="686378"/>
                  </a:lnTo>
                  <a:lnTo>
                    <a:pt x="3866186" y="686378"/>
                  </a:lnTo>
                  <a:lnTo>
                    <a:pt x="3866186" y="688747"/>
                  </a:lnTo>
                  <a:lnTo>
                    <a:pt x="3861947" y="688747"/>
                  </a:lnTo>
                  <a:lnTo>
                    <a:pt x="3861947" y="689221"/>
                  </a:lnTo>
                  <a:lnTo>
                    <a:pt x="3857707" y="689221"/>
                  </a:lnTo>
                  <a:lnTo>
                    <a:pt x="3857707" y="690167"/>
                  </a:lnTo>
                  <a:lnTo>
                    <a:pt x="3853468" y="690167"/>
                  </a:lnTo>
                  <a:lnTo>
                    <a:pt x="3853468" y="690639"/>
                  </a:lnTo>
                  <a:lnTo>
                    <a:pt x="3849229" y="690639"/>
                  </a:lnTo>
                  <a:lnTo>
                    <a:pt x="3849229" y="692055"/>
                  </a:lnTo>
                  <a:lnTo>
                    <a:pt x="3844990" y="692055"/>
                  </a:lnTo>
                  <a:lnTo>
                    <a:pt x="3844990" y="692997"/>
                  </a:lnTo>
                  <a:lnTo>
                    <a:pt x="3840751" y="692997"/>
                  </a:lnTo>
                  <a:lnTo>
                    <a:pt x="3840751" y="694412"/>
                  </a:lnTo>
                  <a:lnTo>
                    <a:pt x="3836511" y="694412"/>
                  </a:lnTo>
                  <a:lnTo>
                    <a:pt x="3836511" y="696768"/>
                  </a:lnTo>
                  <a:lnTo>
                    <a:pt x="3832272" y="696768"/>
                  </a:lnTo>
                  <a:lnTo>
                    <a:pt x="3832272" y="697709"/>
                  </a:lnTo>
                  <a:lnTo>
                    <a:pt x="3828033" y="697709"/>
                  </a:lnTo>
                  <a:lnTo>
                    <a:pt x="3828033" y="699115"/>
                  </a:lnTo>
                  <a:lnTo>
                    <a:pt x="3823794" y="699115"/>
                  </a:lnTo>
                  <a:lnTo>
                    <a:pt x="3823794" y="701458"/>
                  </a:lnTo>
                  <a:lnTo>
                    <a:pt x="3819554" y="701458"/>
                  </a:lnTo>
                  <a:lnTo>
                    <a:pt x="3819554" y="702862"/>
                  </a:lnTo>
                  <a:lnTo>
                    <a:pt x="3815315" y="702862"/>
                  </a:lnTo>
                  <a:lnTo>
                    <a:pt x="3815315" y="704266"/>
                  </a:lnTo>
                  <a:lnTo>
                    <a:pt x="3811076" y="704266"/>
                  </a:lnTo>
                  <a:lnTo>
                    <a:pt x="3811076" y="704734"/>
                  </a:lnTo>
                  <a:lnTo>
                    <a:pt x="3806837" y="704734"/>
                  </a:lnTo>
                  <a:lnTo>
                    <a:pt x="3802597" y="704734"/>
                  </a:lnTo>
                  <a:lnTo>
                    <a:pt x="3802597" y="705668"/>
                  </a:lnTo>
                  <a:lnTo>
                    <a:pt x="3798358" y="705668"/>
                  </a:lnTo>
                  <a:lnTo>
                    <a:pt x="3798358" y="707533"/>
                  </a:lnTo>
                  <a:lnTo>
                    <a:pt x="3794119" y="707533"/>
                  </a:lnTo>
                  <a:lnTo>
                    <a:pt x="3794119" y="707999"/>
                  </a:lnTo>
                  <a:lnTo>
                    <a:pt x="3789880" y="707999"/>
                  </a:lnTo>
                  <a:lnTo>
                    <a:pt x="3789880" y="708464"/>
                  </a:lnTo>
                  <a:lnTo>
                    <a:pt x="3785640" y="708464"/>
                  </a:lnTo>
                  <a:lnTo>
                    <a:pt x="3785640" y="710325"/>
                  </a:lnTo>
                  <a:lnTo>
                    <a:pt x="3781401" y="710325"/>
                  </a:lnTo>
                  <a:lnTo>
                    <a:pt x="3781401" y="711254"/>
                  </a:lnTo>
                  <a:lnTo>
                    <a:pt x="3777162" y="711254"/>
                  </a:lnTo>
                  <a:lnTo>
                    <a:pt x="3772923" y="711254"/>
                  </a:lnTo>
                  <a:lnTo>
                    <a:pt x="3768683" y="711254"/>
                  </a:lnTo>
                  <a:lnTo>
                    <a:pt x="3768683" y="712181"/>
                  </a:lnTo>
                  <a:lnTo>
                    <a:pt x="3764444" y="712181"/>
                  </a:lnTo>
                  <a:lnTo>
                    <a:pt x="3764444" y="714494"/>
                  </a:lnTo>
                  <a:lnTo>
                    <a:pt x="3760205" y="714494"/>
                  </a:lnTo>
                  <a:lnTo>
                    <a:pt x="3760205" y="714957"/>
                  </a:lnTo>
                  <a:lnTo>
                    <a:pt x="3755966" y="714957"/>
                  </a:lnTo>
                  <a:lnTo>
                    <a:pt x="3755966" y="716344"/>
                  </a:lnTo>
                  <a:lnTo>
                    <a:pt x="3751726" y="716344"/>
                  </a:lnTo>
                  <a:lnTo>
                    <a:pt x="3751726" y="717730"/>
                  </a:lnTo>
                  <a:lnTo>
                    <a:pt x="3747487" y="717730"/>
                  </a:lnTo>
                  <a:lnTo>
                    <a:pt x="3747487" y="718654"/>
                  </a:lnTo>
                  <a:lnTo>
                    <a:pt x="3743248" y="718654"/>
                  </a:lnTo>
                  <a:lnTo>
                    <a:pt x="3743248" y="720501"/>
                  </a:lnTo>
                  <a:lnTo>
                    <a:pt x="3739009" y="720501"/>
                  </a:lnTo>
                  <a:lnTo>
                    <a:pt x="3739009" y="721885"/>
                  </a:lnTo>
                  <a:lnTo>
                    <a:pt x="3734770" y="721885"/>
                  </a:lnTo>
                  <a:lnTo>
                    <a:pt x="3734770" y="722808"/>
                  </a:lnTo>
                  <a:lnTo>
                    <a:pt x="3730530" y="722808"/>
                  </a:lnTo>
                  <a:lnTo>
                    <a:pt x="3730530" y="723729"/>
                  </a:lnTo>
                  <a:lnTo>
                    <a:pt x="3726291" y="723729"/>
                  </a:lnTo>
                  <a:lnTo>
                    <a:pt x="3726291" y="724190"/>
                  </a:lnTo>
                  <a:lnTo>
                    <a:pt x="3722052" y="724190"/>
                  </a:lnTo>
                  <a:lnTo>
                    <a:pt x="3722052" y="725110"/>
                  </a:lnTo>
                  <a:lnTo>
                    <a:pt x="3717813" y="725110"/>
                  </a:lnTo>
                  <a:lnTo>
                    <a:pt x="3717813" y="726949"/>
                  </a:lnTo>
                  <a:lnTo>
                    <a:pt x="3713573" y="726949"/>
                  </a:lnTo>
                  <a:lnTo>
                    <a:pt x="3713573" y="728329"/>
                  </a:lnTo>
                  <a:lnTo>
                    <a:pt x="3709334" y="728329"/>
                  </a:lnTo>
                  <a:lnTo>
                    <a:pt x="3709334" y="729706"/>
                  </a:lnTo>
                  <a:lnTo>
                    <a:pt x="3705095" y="729706"/>
                  </a:lnTo>
                  <a:lnTo>
                    <a:pt x="3705095" y="731539"/>
                  </a:lnTo>
                  <a:lnTo>
                    <a:pt x="3700856" y="731539"/>
                  </a:lnTo>
                  <a:lnTo>
                    <a:pt x="3700856" y="734287"/>
                  </a:lnTo>
                  <a:lnTo>
                    <a:pt x="3696616" y="734287"/>
                  </a:lnTo>
                  <a:lnTo>
                    <a:pt x="3696616" y="735660"/>
                  </a:lnTo>
                  <a:lnTo>
                    <a:pt x="3692377" y="735660"/>
                  </a:lnTo>
                  <a:lnTo>
                    <a:pt x="3692377" y="737032"/>
                  </a:lnTo>
                  <a:lnTo>
                    <a:pt x="3688138" y="737032"/>
                  </a:lnTo>
                  <a:lnTo>
                    <a:pt x="3688138" y="737947"/>
                  </a:lnTo>
                  <a:lnTo>
                    <a:pt x="3683899" y="737947"/>
                  </a:lnTo>
                  <a:lnTo>
                    <a:pt x="3683899" y="738404"/>
                  </a:lnTo>
                  <a:lnTo>
                    <a:pt x="3679659" y="738404"/>
                  </a:lnTo>
                  <a:lnTo>
                    <a:pt x="3679659" y="739773"/>
                  </a:lnTo>
                  <a:lnTo>
                    <a:pt x="3675420" y="739773"/>
                  </a:lnTo>
                  <a:lnTo>
                    <a:pt x="3675420" y="740229"/>
                  </a:lnTo>
                  <a:lnTo>
                    <a:pt x="3671181" y="740229"/>
                  </a:lnTo>
                  <a:lnTo>
                    <a:pt x="3671181" y="742052"/>
                  </a:lnTo>
                  <a:lnTo>
                    <a:pt x="3666942" y="742052"/>
                  </a:lnTo>
                  <a:lnTo>
                    <a:pt x="3666942" y="743875"/>
                  </a:lnTo>
                  <a:lnTo>
                    <a:pt x="3662702" y="743875"/>
                  </a:lnTo>
                  <a:lnTo>
                    <a:pt x="3662702" y="744330"/>
                  </a:lnTo>
                  <a:lnTo>
                    <a:pt x="3658463" y="744330"/>
                  </a:lnTo>
                  <a:lnTo>
                    <a:pt x="3658463" y="745241"/>
                  </a:lnTo>
                  <a:lnTo>
                    <a:pt x="3654224" y="745241"/>
                  </a:lnTo>
                  <a:lnTo>
                    <a:pt x="3654224" y="745696"/>
                  </a:lnTo>
                  <a:lnTo>
                    <a:pt x="3649985" y="745696"/>
                  </a:lnTo>
                  <a:lnTo>
                    <a:pt x="3649985" y="746151"/>
                  </a:lnTo>
                  <a:lnTo>
                    <a:pt x="3645745" y="746151"/>
                  </a:lnTo>
                  <a:lnTo>
                    <a:pt x="3645745" y="748424"/>
                  </a:lnTo>
                  <a:lnTo>
                    <a:pt x="3641506" y="748424"/>
                  </a:lnTo>
                  <a:lnTo>
                    <a:pt x="3641506" y="749787"/>
                  </a:lnTo>
                  <a:lnTo>
                    <a:pt x="3637267" y="749787"/>
                  </a:lnTo>
                  <a:lnTo>
                    <a:pt x="3637267" y="750695"/>
                  </a:lnTo>
                  <a:lnTo>
                    <a:pt x="3633028" y="750695"/>
                  </a:lnTo>
                  <a:lnTo>
                    <a:pt x="3633028" y="752057"/>
                  </a:lnTo>
                  <a:lnTo>
                    <a:pt x="3628789" y="752057"/>
                  </a:lnTo>
                  <a:lnTo>
                    <a:pt x="3628789" y="753419"/>
                  </a:lnTo>
                  <a:lnTo>
                    <a:pt x="3624549" y="753419"/>
                  </a:lnTo>
                  <a:lnTo>
                    <a:pt x="3620310" y="753419"/>
                  </a:lnTo>
                  <a:lnTo>
                    <a:pt x="3620310" y="755231"/>
                  </a:lnTo>
                  <a:lnTo>
                    <a:pt x="3616071" y="755231"/>
                  </a:lnTo>
                  <a:lnTo>
                    <a:pt x="3616071" y="756589"/>
                  </a:lnTo>
                  <a:lnTo>
                    <a:pt x="3611832" y="756589"/>
                  </a:lnTo>
                  <a:lnTo>
                    <a:pt x="3611832" y="757946"/>
                  </a:lnTo>
                  <a:lnTo>
                    <a:pt x="3607592" y="757946"/>
                  </a:lnTo>
                  <a:lnTo>
                    <a:pt x="3607592" y="759754"/>
                  </a:lnTo>
                  <a:lnTo>
                    <a:pt x="3603353" y="759754"/>
                  </a:lnTo>
                  <a:lnTo>
                    <a:pt x="3603353" y="760206"/>
                  </a:lnTo>
                  <a:lnTo>
                    <a:pt x="3599114" y="760206"/>
                  </a:lnTo>
                  <a:lnTo>
                    <a:pt x="3599114" y="760657"/>
                  </a:lnTo>
                  <a:lnTo>
                    <a:pt x="3594875" y="760657"/>
                  </a:lnTo>
                  <a:lnTo>
                    <a:pt x="3594875" y="761559"/>
                  </a:lnTo>
                  <a:lnTo>
                    <a:pt x="3590635" y="761559"/>
                  </a:lnTo>
                  <a:lnTo>
                    <a:pt x="3590635" y="762910"/>
                  </a:lnTo>
                  <a:lnTo>
                    <a:pt x="3586396" y="762910"/>
                  </a:lnTo>
                  <a:lnTo>
                    <a:pt x="3586396" y="763811"/>
                  </a:lnTo>
                  <a:lnTo>
                    <a:pt x="3582157" y="763811"/>
                  </a:lnTo>
                  <a:lnTo>
                    <a:pt x="3582157" y="764261"/>
                  </a:lnTo>
                  <a:lnTo>
                    <a:pt x="3577918" y="764261"/>
                  </a:lnTo>
                  <a:lnTo>
                    <a:pt x="3577918" y="766059"/>
                  </a:lnTo>
                  <a:lnTo>
                    <a:pt x="3573678" y="766059"/>
                  </a:lnTo>
                  <a:lnTo>
                    <a:pt x="3573678" y="766958"/>
                  </a:lnTo>
                  <a:lnTo>
                    <a:pt x="3569439" y="766958"/>
                  </a:lnTo>
                  <a:lnTo>
                    <a:pt x="3569439" y="768756"/>
                  </a:lnTo>
                  <a:lnTo>
                    <a:pt x="3565200" y="768756"/>
                  </a:lnTo>
                  <a:lnTo>
                    <a:pt x="3565200" y="771002"/>
                  </a:lnTo>
                  <a:lnTo>
                    <a:pt x="3560961" y="771002"/>
                  </a:lnTo>
                  <a:lnTo>
                    <a:pt x="3560961" y="772796"/>
                  </a:lnTo>
                  <a:lnTo>
                    <a:pt x="3556721" y="772796"/>
                  </a:lnTo>
                  <a:lnTo>
                    <a:pt x="3556721" y="773692"/>
                  </a:lnTo>
                  <a:lnTo>
                    <a:pt x="3552482" y="773692"/>
                  </a:lnTo>
                  <a:lnTo>
                    <a:pt x="3552482" y="775484"/>
                  </a:lnTo>
                  <a:lnTo>
                    <a:pt x="3548243" y="775484"/>
                  </a:lnTo>
                  <a:lnTo>
                    <a:pt x="3548243" y="778170"/>
                  </a:lnTo>
                  <a:lnTo>
                    <a:pt x="3544004" y="778170"/>
                  </a:lnTo>
                  <a:lnTo>
                    <a:pt x="3544004" y="780408"/>
                  </a:lnTo>
                  <a:lnTo>
                    <a:pt x="3539765" y="780408"/>
                  </a:lnTo>
                  <a:lnTo>
                    <a:pt x="3539765" y="781750"/>
                  </a:lnTo>
                  <a:lnTo>
                    <a:pt x="3535525" y="781750"/>
                  </a:lnTo>
                  <a:lnTo>
                    <a:pt x="3535525" y="782197"/>
                  </a:lnTo>
                  <a:lnTo>
                    <a:pt x="3531286" y="782197"/>
                  </a:lnTo>
                  <a:lnTo>
                    <a:pt x="3531286" y="783091"/>
                  </a:lnTo>
                  <a:lnTo>
                    <a:pt x="3527047" y="783091"/>
                  </a:lnTo>
                  <a:lnTo>
                    <a:pt x="3527047" y="783538"/>
                  </a:lnTo>
                  <a:lnTo>
                    <a:pt x="3522808" y="783538"/>
                  </a:lnTo>
                  <a:lnTo>
                    <a:pt x="3522808" y="784878"/>
                  </a:lnTo>
                  <a:lnTo>
                    <a:pt x="3518568" y="784878"/>
                  </a:lnTo>
                  <a:lnTo>
                    <a:pt x="3518568" y="785770"/>
                  </a:lnTo>
                  <a:lnTo>
                    <a:pt x="3514329" y="785770"/>
                  </a:lnTo>
                  <a:lnTo>
                    <a:pt x="3514329" y="787108"/>
                  </a:lnTo>
                  <a:lnTo>
                    <a:pt x="3510090" y="787108"/>
                  </a:lnTo>
                  <a:lnTo>
                    <a:pt x="3510090" y="788000"/>
                  </a:lnTo>
                  <a:lnTo>
                    <a:pt x="3505851" y="788000"/>
                  </a:lnTo>
                  <a:lnTo>
                    <a:pt x="3505851" y="790674"/>
                  </a:lnTo>
                  <a:lnTo>
                    <a:pt x="3501611" y="790674"/>
                  </a:lnTo>
                  <a:lnTo>
                    <a:pt x="3501611" y="793788"/>
                  </a:lnTo>
                  <a:lnTo>
                    <a:pt x="3497372" y="793788"/>
                  </a:lnTo>
                  <a:lnTo>
                    <a:pt x="3497372" y="795566"/>
                  </a:lnTo>
                  <a:lnTo>
                    <a:pt x="3493133" y="795566"/>
                  </a:lnTo>
                  <a:lnTo>
                    <a:pt x="3493133" y="796455"/>
                  </a:lnTo>
                  <a:lnTo>
                    <a:pt x="3488894" y="796455"/>
                  </a:lnTo>
                  <a:lnTo>
                    <a:pt x="3488894" y="797787"/>
                  </a:lnTo>
                  <a:lnTo>
                    <a:pt x="3484654" y="797787"/>
                  </a:lnTo>
                  <a:lnTo>
                    <a:pt x="3484654" y="799119"/>
                  </a:lnTo>
                  <a:lnTo>
                    <a:pt x="3480415" y="799119"/>
                  </a:lnTo>
                  <a:lnTo>
                    <a:pt x="3480415" y="800894"/>
                  </a:lnTo>
                  <a:lnTo>
                    <a:pt x="3476176" y="800894"/>
                  </a:lnTo>
                  <a:lnTo>
                    <a:pt x="3476176" y="803113"/>
                  </a:lnTo>
                  <a:lnTo>
                    <a:pt x="3471937" y="803113"/>
                  </a:lnTo>
                  <a:lnTo>
                    <a:pt x="3471937" y="805328"/>
                  </a:lnTo>
                  <a:lnTo>
                    <a:pt x="3467697" y="805328"/>
                  </a:lnTo>
                  <a:lnTo>
                    <a:pt x="3467697" y="807098"/>
                  </a:lnTo>
                  <a:lnTo>
                    <a:pt x="3463458" y="807098"/>
                  </a:lnTo>
                  <a:lnTo>
                    <a:pt x="3459219" y="807098"/>
                  </a:lnTo>
                  <a:lnTo>
                    <a:pt x="3459219" y="809309"/>
                  </a:lnTo>
                  <a:lnTo>
                    <a:pt x="3454980" y="809309"/>
                  </a:lnTo>
                  <a:lnTo>
                    <a:pt x="3454980" y="809752"/>
                  </a:lnTo>
                  <a:lnTo>
                    <a:pt x="3450740" y="809752"/>
                  </a:lnTo>
                  <a:lnTo>
                    <a:pt x="3450740" y="811519"/>
                  </a:lnTo>
                  <a:lnTo>
                    <a:pt x="3446501" y="811519"/>
                  </a:lnTo>
                  <a:lnTo>
                    <a:pt x="3446501" y="813727"/>
                  </a:lnTo>
                  <a:lnTo>
                    <a:pt x="3442262" y="813727"/>
                  </a:lnTo>
                  <a:lnTo>
                    <a:pt x="3442262" y="815052"/>
                  </a:lnTo>
                  <a:lnTo>
                    <a:pt x="3438023" y="815052"/>
                  </a:lnTo>
                  <a:lnTo>
                    <a:pt x="3433784" y="815052"/>
                  </a:lnTo>
                  <a:lnTo>
                    <a:pt x="3433784" y="815933"/>
                  </a:lnTo>
                  <a:lnTo>
                    <a:pt x="3429544" y="815933"/>
                  </a:lnTo>
                  <a:lnTo>
                    <a:pt x="3429544" y="817255"/>
                  </a:lnTo>
                  <a:lnTo>
                    <a:pt x="3425305" y="817255"/>
                  </a:lnTo>
                  <a:lnTo>
                    <a:pt x="3425305" y="817695"/>
                  </a:lnTo>
                  <a:lnTo>
                    <a:pt x="3421066" y="817695"/>
                  </a:lnTo>
                  <a:lnTo>
                    <a:pt x="3421066" y="819455"/>
                  </a:lnTo>
                  <a:lnTo>
                    <a:pt x="3416827" y="819455"/>
                  </a:lnTo>
                  <a:lnTo>
                    <a:pt x="3416827" y="820774"/>
                  </a:lnTo>
                  <a:lnTo>
                    <a:pt x="3412587" y="820774"/>
                  </a:lnTo>
                  <a:lnTo>
                    <a:pt x="3412587" y="821213"/>
                  </a:lnTo>
                  <a:lnTo>
                    <a:pt x="3408348" y="821213"/>
                  </a:lnTo>
                  <a:lnTo>
                    <a:pt x="3408348" y="822089"/>
                  </a:lnTo>
                  <a:lnTo>
                    <a:pt x="3404109" y="822089"/>
                  </a:lnTo>
                  <a:lnTo>
                    <a:pt x="3404109" y="824714"/>
                  </a:lnTo>
                  <a:lnTo>
                    <a:pt x="3399870" y="824714"/>
                  </a:lnTo>
                  <a:lnTo>
                    <a:pt x="3399870" y="826463"/>
                  </a:lnTo>
                  <a:lnTo>
                    <a:pt x="3395630" y="826463"/>
                  </a:lnTo>
                  <a:lnTo>
                    <a:pt x="3395630" y="826900"/>
                  </a:lnTo>
                  <a:lnTo>
                    <a:pt x="3391391" y="826900"/>
                  </a:lnTo>
                  <a:lnTo>
                    <a:pt x="3391391" y="829083"/>
                  </a:lnTo>
                  <a:lnTo>
                    <a:pt x="3387152" y="829083"/>
                  </a:lnTo>
                  <a:lnTo>
                    <a:pt x="3387152" y="829955"/>
                  </a:lnTo>
                  <a:lnTo>
                    <a:pt x="3382913" y="829955"/>
                  </a:lnTo>
                  <a:lnTo>
                    <a:pt x="3382913" y="833003"/>
                  </a:lnTo>
                  <a:lnTo>
                    <a:pt x="3378673" y="833003"/>
                  </a:lnTo>
                  <a:lnTo>
                    <a:pt x="3378673" y="836048"/>
                  </a:lnTo>
                  <a:lnTo>
                    <a:pt x="3374434" y="836048"/>
                  </a:lnTo>
                  <a:lnTo>
                    <a:pt x="3374434" y="837787"/>
                  </a:lnTo>
                  <a:lnTo>
                    <a:pt x="3370195" y="837787"/>
                  </a:lnTo>
                  <a:lnTo>
                    <a:pt x="3370195" y="839525"/>
                  </a:lnTo>
                  <a:lnTo>
                    <a:pt x="3365956" y="839525"/>
                  </a:lnTo>
                  <a:lnTo>
                    <a:pt x="3365956" y="840827"/>
                  </a:lnTo>
                  <a:lnTo>
                    <a:pt x="3361716" y="840827"/>
                  </a:lnTo>
                  <a:lnTo>
                    <a:pt x="3361716" y="841261"/>
                  </a:lnTo>
                  <a:lnTo>
                    <a:pt x="3357477" y="841261"/>
                  </a:lnTo>
                  <a:lnTo>
                    <a:pt x="3357477" y="843863"/>
                  </a:lnTo>
                  <a:lnTo>
                    <a:pt x="3353238" y="843863"/>
                  </a:lnTo>
                  <a:lnTo>
                    <a:pt x="3353238" y="845162"/>
                  </a:lnTo>
                  <a:lnTo>
                    <a:pt x="3348999" y="845162"/>
                  </a:lnTo>
                  <a:lnTo>
                    <a:pt x="3348999" y="848626"/>
                  </a:lnTo>
                  <a:lnTo>
                    <a:pt x="3344759" y="848626"/>
                  </a:lnTo>
                  <a:lnTo>
                    <a:pt x="3344759" y="849924"/>
                  </a:lnTo>
                  <a:lnTo>
                    <a:pt x="3340520" y="849924"/>
                  </a:lnTo>
                  <a:lnTo>
                    <a:pt x="3340520" y="851654"/>
                  </a:lnTo>
                  <a:lnTo>
                    <a:pt x="3336281" y="851654"/>
                  </a:lnTo>
                  <a:lnTo>
                    <a:pt x="3336281" y="852519"/>
                  </a:lnTo>
                  <a:lnTo>
                    <a:pt x="3332042" y="852519"/>
                  </a:lnTo>
                  <a:lnTo>
                    <a:pt x="3332042" y="853815"/>
                  </a:lnTo>
                  <a:lnTo>
                    <a:pt x="3327803" y="853815"/>
                  </a:lnTo>
                  <a:lnTo>
                    <a:pt x="3327803" y="856406"/>
                  </a:lnTo>
                  <a:lnTo>
                    <a:pt x="3323563" y="856406"/>
                  </a:lnTo>
                  <a:lnTo>
                    <a:pt x="3323563" y="857269"/>
                  </a:lnTo>
                  <a:lnTo>
                    <a:pt x="3319324" y="857269"/>
                  </a:lnTo>
                  <a:lnTo>
                    <a:pt x="3319324" y="860284"/>
                  </a:lnTo>
                  <a:lnTo>
                    <a:pt x="3315085" y="860284"/>
                  </a:lnTo>
                  <a:lnTo>
                    <a:pt x="3315085" y="861146"/>
                  </a:lnTo>
                  <a:lnTo>
                    <a:pt x="3310846" y="861146"/>
                  </a:lnTo>
                  <a:lnTo>
                    <a:pt x="3310846" y="863299"/>
                  </a:lnTo>
                  <a:lnTo>
                    <a:pt x="3306606" y="863299"/>
                  </a:lnTo>
                  <a:lnTo>
                    <a:pt x="3302367" y="863299"/>
                  </a:lnTo>
                  <a:lnTo>
                    <a:pt x="3302367" y="866739"/>
                  </a:lnTo>
                  <a:lnTo>
                    <a:pt x="3298128" y="866739"/>
                  </a:lnTo>
                  <a:lnTo>
                    <a:pt x="3298128" y="868458"/>
                  </a:lnTo>
                  <a:lnTo>
                    <a:pt x="3293889" y="868458"/>
                  </a:lnTo>
                  <a:lnTo>
                    <a:pt x="3293889" y="869745"/>
                  </a:lnTo>
                  <a:lnTo>
                    <a:pt x="3289649" y="869745"/>
                  </a:lnTo>
                  <a:lnTo>
                    <a:pt x="3289649" y="871032"/>
                  </a:lnTo>
                  <a:lnTo>
                    <a:pt x="3285410" y="871032"/>
                  </a:lnTo>
                  <a:lnTo>
                    <a:pt x="3285410" y="873173"/>
                  </a:lnTo>
                  <a:lnTo>
                    <a:pt x="3281171" y="873173"/>
                  </a:lnTo>
                  <a:lnTo>
                    <a:pt x="3281171" y="875742"/>
                  </a:lnTo>
                  <a:lnTo>
                    <a:pt x="3276932" y="875742"/>
                  </a:lnTo>
                  <a:lnTo>
                    <a:pt x="3276932" y="877454"/>
                  </a:lnTo>
                  <a:lnTo>
                    <a:pt x="3272692" y="877454"/>
                  </a:lnTo>
                  <a:lnTo>
                    <a:pt x="3272692" y="878736"/>
                  </a:lnTo>
                  <a:lnTo>
                    <a:pt x="3268453" y="878736"/>
                  </a:lnTo>
                  <a:lnTo>
                    <a:pt x="3268453" y="880018"/>
                  </a:lnTo>
                  <a:lnTo>
                    <a:pt x="3264214" y="880018"/>
                  </a:lnTo>
                  <a:lnTo>
                    <a:pt x="3264214" y="881299"/>
                  </a:lnTo>
                  <a:lnTo>
                    <a:pt x="3259975" y="881299"/>
                  </a:lnTo>
                  <a:lnTo>
                    <a:pt x="3259975" y="883431"/>
                  </a:lnTo>
                  <a:lnTo>
                    <a:pt x="3255735" y="883431"/>
                  </a:lnTo>
                  <a:lnTo>
                    <a:pt x="3255735" y="883857"/>
                  </a:lnTo>
                  <a:lnTo>
                    <a:pt x="3251496" y="883857"/>
                  </a:lnTo>
                  <a:lnTo>
                    <a:pt x="3251496" y="885134"/>
                  </a:lnTo>
                  <a:lnTo>
                    <a:pt x="3247257" y="885134"/>
                  </a:lnTo>
                  <a:lnTo>
                    <a:pt x="3247257" y="886411"/>
                  </a:lnTo>
                  <a:lnTo>
                    <a:pt x="3243018" y="886411"/>
                  </a:lnTo>
                  <a:lnTo>
                    <a:pt x="3243018" y="887262"/>
                  </a:lnTo>
                  <a:lnTo>
                    <a:pt x="3238778" y="887262"/>
                  </a:lnTo>
                  <a:lnTo>
                    <a:pt x="3238778" y="891087"/>
                  </a:lnTo>
                  <a:lnTo>
                    <a:pt x="3234539" y="891087"/>
                  </a:lnTo>
                  <a:lnTo>
                    <a:pt x="3234539" y="892786"/>
                  </a:lnTo>
                  <a:lnTo>
                    <a:pt x="3230300" y="892786"/>
                  </a:lnTo>
                  <a:lnTo>
                    <a:pt x="3230300" y="893211"/>
                  </a:lnTo>
                  <a:lnTo>
                    <a:pt x="3226061" y="893211"/>
                  </a:lnTo>
                  <a:lnTo>
                    <a:pt x="3226061" y="894909"/>
                  </a:lnTo>
                  <a:lnTo>
                    <a:pt x="3221822" y="894909"/>
                  </a:lnTo>
                  <a:lnTo>
                    <a:pt x="3221822" y="897031"/>
                  </a:lnTo>
                  <a:lnTo>
                    <a:pt x="3217582" y="897031"/>
                  </a:lnTo>
                  <a:lnTo>
                    <a:pt x="3217582" y="898304"/>
                  </a:lnTo>
                  <a:lnTo>
                    <a:pt x="3213343" y="898304"/>
                  </a:lnTo>
                  <a:lnTo>
                    <a:pt x="3213343" y="899152"/>
                  </a:lnTo>
                  <a:lnTo>
                    <a:pt x="3209104" y="899152"/>
                  </a:lnTo>
                  <a:lnTo>
                    <a:pt x="3209104" y="900847"/>
                  </a:lnTo>
                  <a:lnTo>
                    <a:pt x="3204865" y="900847"/>
                  </a:lnTo>
                  <a:lnTo>
                    <a:pt x="3204865" y="901270"/>
                  </a:lnTo>
                  <a:lnTo>
                    <a:pt x="3200625" y="901270"/>
                  </a:lnTo>
                  <a:lnTo>
                    <a:pt x="3200625" y="902114"/>
                  </a:lnTo>
                  <a:lnTo>
                    <a:pt x="3196386" y="902114"/>
                  </a:lnTo>
                  <a:lnTo>
                    <a:pt x="3196386" y="902958"/>
                  </a:lnTo>
                  <a:lnTo>
                    <a:pt x="3192147" y="902958"/>
                  </a:lnTo>
                  <a:lnTo>
                    <a:pt x="3192147" y="903802"/>
                  </a:lnTo>
                  <a:lnTo>
                    <a:pt x="3187908" y="903802"/>
                  </a:lnTo>
                  <a:lnTo>
                    <a:pt x="3187908" y="905910"/>
                  </a:lnTo>
                  <a:lnTo>
                    <a:pt x="3183668" y="905910"/>
                  </a:lnTo>
                  <a:lnTo>
                    <a:pt x="3183668" y="906754"/>
                  </a:lnTo>
                  <a:lnTo>
                    <a:pt x="3179429" y="906754"/>
                  </a:lnTo>
                  <a:lnTo>
                    <a:pt x="3179429" y="908440"/>
                  </a:lnTo>
                  <a:lnTo>
                    <a:pt x="3175190" y="908440"/>
                  </a:lnTo>
                  <a:lnTo>
                    <a:pt x="3175190" y="911808"/>
                  </a:lnTo>
                  <a:lnTo>
                    <a:pt x="3170951" y="911808"/>
                  </a:lnTo>
                  <a:lnTo>
                    <a:pt x="3170951" y="915172"/>
                  </a:lnTo>
                  <a:lnTo>
                    <a:pt x="3166711" y="915172"/>
                  </a:lnTo>
                  <a:lnTo>
                    <a:pt x="3166711" y="915593"/>
                  </a:lnTo>
                  <a:lnTo>
                    <a:pt x="3162472" y="915593"/>
                  </a:lnTo>
                  <a:lnTo>
                    <a:pt x="3162472" y="917692"/>
                  </a:lnTo>
                  <a:lnTo>
                    <a:pt x="3158233" y="917692"/>
                  </a:lnTo>
                  <a:lnTo>
                    <a:pt x="3158233" y="918531"/>
                  </a:lnTo>
                  <a:lnTo>
                    <a:pt x="3153994" y="918531"/>
                  </a:lnTo>
                  <a:lnTo>
                    <a:pt x="3149754" y="918531"/>
                  </a:lnTo>
                  <a:lnTo>
                    <a:pt x="3149754" y="919370"/>
                  </a:lnTo>
                  <a:lnTo>
                    <a:pt x="3145515" y="919370"/>
                  </a:lnTo>
                  <a:lnTo>
                    <a:pt x="3145515" y="921463"/>
                  </a:lnTo>
                  <a:lnTo>
                    <a:pt x="3141276" y="921463"/>
                  </a:lnTo>
                  <a:lnTo>
                    <a:pt x="3141276" y="924391"/>
                  </a:lnTo>
                  <a:lnTo>
                    <a:pt x="3137037" y="924391"/>
                  </a:lnTo>
                  <a:lnTo>
                    <a:pt x="3137037" y="925227"/>
                  </a:lnTo>
                  <a:lnTo>
                    <a:pt x="3132798" y="925227"/>
                  </a:lnTo>
                  <a:lnTo>
                    <a:pt x="3132798" y="926479"/>
                  </a:lnTo>
                  <a:lnTo>
                    <a:pt x="3128558" y="926479"/>
                  </a:lnTo>
                  <a:lnTo>
                    <a:pt x="3128558" y="926896"/>
                  </a:lnTo>
                  <a:lnTo>
                    <a:pt x="3124319" y="926896"/>
                  </a:lnTo>
                  <a:lnTo>
                    <a:pt x="3124319" y="928564"/>
                  </a:lnTo>
                  <a:lnTo>
                    <a:pt x="3120080" y="928564"/>
                  </a:lnTo>
                  <a:lnTo>
                    <a:pt x="3120080" y="929814"/>
                  </a:lnTo>
                  <a:lnTo>
                    <a:pt x="3115841" y="929814"/>
                  </a:lnTo>
                  <a:lnTo>
                    <a:pt x="3115841" y="931894"/>
                  </a:lnTo>
                  <a:lnTo>
                    <a:pt x="3111601" y="931894"/>
                  </a:lnTo>
                  <a:lnTo>
                    <a:pt x="3111601" y="932725"/>
                  </a:lnTo>
                  <a:lnTo>
                    <a:pt x="3107362" y="932725"/>
                  </a:lnTo>
                  <a:lnTo>
                    <a:pt x="3107362" y="934802"/>
                  </a:lnTo>
                  <a:lnTo>
                    <a:pt x="3103123" y="934802"/>
                  </a:lnTo>
                  <a:lnTo>
                    <a:pt x="3103123" y="935633"/>
                  </a:lnTo>
                  <a:lnTo>
                    <a:pt x="3098884" y="935633"/>
                  </a:lnTo>
                  <a:lnTo>
                    <a:pt x="3098884" y="938539"/>
                  </a:lnTo>
                  <a:lnTo>
                    <a:pt x="3094644" y="938539"/>
                  </a:lnTo>
                  <a:lnTo>
                    <a:pt x="3094644" y="940198"/>
                  </a:lnTo>
                  <a:lnTo>
                    <a:pt x="3090405" y="940198"/>
                  </a:lnTo>
                  <a:lnTo>
                    <a:pt x="3090405" y="941027"/>
                  </a:lnTo>
                  <a:lnTo>
                    <a:pt x="3086166" y="941027"/>
                  </a:lnTo>
                  <a:lnTo>
                    <a:pt x="3086166" y="942269"/>
                  </a:lnTo>
                  <a:lnTo>
                    <a:pt x="3081927" y="942269"/>
                  </a:lnTo>
                  <a:lnTo>
                    <a:pt x="3081927" y="943096"/>
                  </a:lnTo>
                  <a:lnTo>
                    <a:pt x="3077687" y="943096"/>
                  </a:lnTo>
                  <a:lnTo>
                    <a:pt x="3077687" y="943924"/>
                  </a:lnTo>
                  <a:lnTo>
                    <a:pt x="3073448" y="943924"/>
                  </a:lnTo>
                  <a:lnTo>
                    <a:pt x="3073448" y="946405"/>
                  </a:lnTo>
                  <a:lnTo>
                    <a:pt x="3069209" y="946405"/>
                  </a:lnTo>
                  <a:lnTo>
                    <a:pt x="3069209" y="948887"/>
                  </a:lnTo>
                  <a:lnTo>
                    <a:pt x="3064970" y="948887"/>
                  </a:lnTo>
                  <a:lnTo>
                    <a:pt x="3064970" y="949713"/>
                  </a:lnTo>
                  <a:lnTo>
                    <a:pt x="3060730" y="949713"/>
                  </a:lnTo>
                  <a:lnTo>
                    <a:pt x="3060730" y="952191"/>
                  </a:lnTo>
                  <a:lnTo>
                    <a:pt x="3056491" y="952191"/>
                  </a:lnTo>
                  <a:lnTo>
                    <a:pt x="3056491" y="953428"/>
                  </a:lnTo>
                  <a:lnTo>
                    <a:pt x="3052252" y="953428"/>
                  </a:lnTo>
                  <a:lnTo>
                    <a:pt x="3052252" y="955488"/>
                  </a:lnTo>
                  <a:lnTo>
                    <a:pt x="3048013" y="955488"/>
                  </a:lnTo>
                  <a:lnTo>
                    <a:pt x="3048013" y="958372"/>
                  </a:lnTo>
                  <a:lnTo>
                    <a:pt x="3043773" y="958372"/>
                  </a:lnTo>
                  <a:lnTo>
                    <a:pt x="3043773" y="959607"/>
                  </a:lnTo>
                  <a:lnTo>
                    <a:pt x="3039534" y="959607"/>
                  </a:lnTo>
                  <a:lnTo>
                    <a:pt x="3039534" y="960841"/>
                  </a:lnTo>
                  <a:lnTo>
                    <a:pt x="3035295" y="960841"/>
                  </a:lnTo>
                  <a:lnTo>
                    <a:pt x="3035295" y="961253"/>
                  </a:lnTo>
                  <a:lnTo>
                    <a:pt x="3031056" y="961253"/>
                  </a:lnTo>
                  <a:lnTo>
                    <a:pt x="3031056" y="962485"/>
                  </a:lnTo>
                  <a:lnTo>
                    <a:pt x="3026817" y="962485"/>
                  </a:lnTo>
                  <a:lnTo>
                    <a:pt x="3026817" y="965358"/>
                  </a:lnTo>
                  <a:lnTo>
                    <a:pt x="3022577" y="965358"/>
                  </a:lnTo>
                  <a:lnTo>
                    <a:pt x="3022577" y="966588"/>
                  </a:lnTo>
                  <a:lnTo>
                    <a:pt x="3018338" y="966588"/>
                  </a:lnTo>
                  <a:lnTo>
                    <a:pt x="3018338" y="968228"/>
                  </a:lnTo>
                  <a:lnTo>
                    <a:pt x="3014099" y="968228"/>
                  </a:lnTo>
                  <a:lnTo>
                    <a:pt x="3014099" y="970275"/>
                  </a:lnTo>
                  <a:lnTo>
                    <a:pt x="3009860" y="970275"/>
                  </a:lnTo>
                  <a:lnTo>
                    <a:pt x="3009860" y="972320"/>
                  </a:lnTo>
                  <a:lnTo>
                    <a:pt x="3005620" y="972320"/>
                  </a:lnTo>
                  <a:lnTo>
                    <a:pt x="3005620" y="974365"/>
                  </a:lnTo>
                  <a:lnTo>
                    <a:pt x="3001381" y="974365"/>
                  </a:lnTo>
                  <a:lnTo>
                    <a:pt x="3001381" y="975591"/>
                  </a:lnTo>
                  <a:lnTo>
                    <a:pt x="2997142" y="975591"/>
                  </a:lnTo>
                  <a:lnTo>
                    <a:pt x="2997142" y="977222"/>
                  </a:lnTo>
                  <a:lnTo>
                    <a:pt x="2992903" y="977222"/>
                  </a:lnTo>
                  <a:lnTo>
                    <a:pt x="2992903" y="978853"/>
                  </a:lnTo>
                  <a:lnTo>
                    <a:pt x="2988663" y="978853"/>
                  </a:lnTo>
                  <a:lnTo>
                    <a:pt x="2988663" y="980075"/>
                  </a:lnTo>
                  <a:lnTo>
                    <a:pt x="2984424" y="980075"/>
                  </a:lnTo>
                  <a:lnTo>
                    <a:pt x="2984424" y="982519"/>
                  </a:lnTo>
                  <a:lnTo>
                    <a:pt x="2980185" y="982519"/>
                  </a:lnTo>
                  <a:lnTo>
                    <a:pt x="2980185" y="983740"/>
                  </a:lnTo>
                  <a:lnTo>
                    <a:pt x="2975946" y="983740"/>
                  </a:lnTo>
                  <a:lnTo>
                    <a:pt x="2975946" y="985368"/>
                  </a:lnTo>
                  <a:lnTo>
                    <a:pt x="2971706" y="985368"/>
                  </a:lnTo>
                  <a:lnTo>
                    <a:pt x="2971706" y="986588"/>
                  </a:lnTo>
                  <a:lnTo>
                    <a:pt x="2967467" y="986588"/>
                  </a:lnTo>
                  <a:lnTo>
                    <a:pt x="2967467" y="989426"/>
                  </a:lnTo>
                  <a:lnTo>
                    <a:pt x="2963228" y="989426"/>
                  </a:lnTo>
                  <a:lnTo>
                    <a:pt x="2963228" y="991047"/>
                  </a:lnTo>
                  <a:lnTo>
                    <a:pt x="2958989" y="991047"/>
                  </a:lnTo>
                  <a:lnTo>
                    <a:pt x="2958989" y="991857"/>
                  </a:lnTo>
                  <a:lnTo>
                    <a:pt x="2954749" y="991857"/>
                  </a:lnTo>
                  <a:lnTo>
                    <a:pt x="2954749" y="993070"/>
                  </a:lnTo>
                  <a:lnTo>
                    <a:pt x="2950510" y="993070"/>
                  </a:lnTo>
                  <a:lnTo>
                    <a:pt x="2946271" y="993070"/>
                  </a:lnTo>
                  <a:lnTo>
                    <a:pt x="2946271" y="995091"/>
                  </a:lnTo>
                  <a:lnTo>
                    <a:pt x="2942032" y="995091"/>
                  </a:lnTo>
                  <a:lnTo>
                    <a:pt x="2942032" y="998726"/>
                  </a:lnTo>
                  <a:lnTo>
                    <a:pt x="2937792" y="998726"/>
                  </a:lnTo>
                  <a:lnTo>
                    <a:pt x="2937792" y="1000338"/>
                  </a:lnTo>
                  <a:lnTo>
                    <a:pt x="2933553" y="1000338"/>
                  </a:lnTo>
                  <a:lnTo>
                    <a:pt x="2933553" y="1001144"/>
                  </a:lnTo>
                  <a:lnTo>
                    <a:pt x="2929314" y="1001144"/>
                  </a:lnTo>
                  <a:lnTo>
                    <a:pt x="2929314" y="1003560"/>
                  </a:lnTo>
                  <a:lnTo>
                    <a:pt x="2925075" y="1003560"/>
                  </a:lnTo>
                  <a:lnTo>
                    <a:pt x="2925075" y="1004768"/>
                  </a:lnTo>
                  <a:lnTo>
                    <a:pt x="2920836" y="1004768"/>
                  </a:lnTo>
                  <a:lnTo>
                    <a:pt x="2920836" y="1005974"/>
                  </a:lnTo>
                  <a:lnTo>
                    <a:pt x="2916596" y="1005974"/>
                  </a:lnTo>
                  <a:lnTo>
                    <a:pt x="2912357" y="1005974"/>
                  </a:lnTo>
                  <a:lnTo>
                    <a:pt x="2912357" y="1007179"/>
                  </a:lnTo>
                  <a:lnTo>
                    <a:pt x="2908118" y="1007179"/>
                  </a:lnTo>
                  <a:lnTo>
                    <a:pt x="2908118" y="1008784"/>
                  </a:lnTo>
                  <a:lnTo>
                    <a:pt x="2903879" y="1008784"/>
                  </a:lnTo>
                  <a:lnTo>
                    <a:pt x="2903879" y="1009585"/>
                  </a:lnTo>
                  <a:lnTo>
                    <a:pt x="2899639" y="1009585"/>
                  </a:lnTo>
                  <a:lnTo>
                    <a:pt x="2899639" y="1011589"/>
                  </a:lnTo>
                  <a:lnTo>
                    <a:pt x="2895400" y="1011589"/>
                  </a:lnTo>
                  <a:lnTo>
                    <a:pt x="2895400" y="1012791"/>
                  </a:lnTo>
                  <a:lnTo>
                    <a:pt x="2891161" y="1012791"/>
                  </a:lnTo>
                  <a:lnTo>
                    <a:pt x="2891161" y="1015594"/>
                  </a:lnTo>
                  <a:lnTo>
                    <a:pt x="2886922" y="1015594"/>
                  </a:lnTo>
                  <a:lnTo>
                    <a:pt x="2886922" y="1015994"/>
                  </a:lnTo>
                  <a:lnTo>
                    <a:pt x="2882682" y="1015994"/>
                  </a:lnTo>
                  <a:lnTo>
                    <a:pt x="2882682" y="1017994"/>
                  </a:lnTo>
                  <a:lnTo>
                    <a:pt x="2878443" y="1017994"/>
                  </a:lnTo>
                  <a:lnTo>
                    <a:pt x="2878443" y="1019988"/>
                  </a:lnTo>
                  <a:lnTo>
                    <a:pt x="2874204" y="1019988"/>
                  </a:lnTo>
                  <a:lnTo>
                    <a:pt x="2874204" y="1021582"/>
                  </a:lnTo>
                  <a:lnTo>
                    <a:pt x="2869965" y="1021582"/>
                  </a:lnTo>
                  <a:lnTo>
                    <a:pt x="2869965" y="1023575"/>
                  </a:lnTo>
                  <a:lnTo>
                    <a:pt x="2865725" y="1023575"/>
                  </a:lnTo>
                  <a:lnTo>
                    <a:pt x="2865725" y="1026363"/>
                  </a:lnTo>
                  <a:lnTo>
                    <a:pt x="2861486" y="1026363"/>
                  </a:lnTo>
                  <a:lnTo>
                    <a:pt x="2861486" y="1026762"/>
                  </a:lnTo>
                  <a:lnTo>
                    <a:pt x="2857247" y="1026762"/>
                  </a:lnTo>
                  <a:lnTo>
                    <a:pt x="2857247" y="1027558"/>
                  </a:lnTo>
                  <a:lnTo>
                    <a:pt x="2853008" y="1027558"/>
                  </a:lnTo>
                  <a:lnTo>
                    <a:pt x="2853008" y="1030344"/>
                  </a:lnTo>
                  <a:lnTo>
                    <a:pt x="2848768" y="1030344"/>
                  </a:lnTo>
                  <a:lnTo>
                    <a:pt x="2848768" y="1032728"/>
                  </a:lnTo>
                  <a:lnTo>
                    <a:pt x="2844529" y="1032728"/>
                  </a:lnTo>
                  <a:lnTo>
                    <a:pt x="2844529" y="1034713"/>
                  </a:lnTo>
                  <a:lnTo>
                    <a:pt x="2840290" y="1034713"/>
                  </a:lnTo>
                  <a:lnTo>
                    <a:pt x="2840290" y="1035109"/>
                  </a:lnTo>
                  <a:lnTo>
                    <a:pt x="2836051" y="1035109"/>
                  </a:lnTo>
                  <a:lnTo>
                    <a:pt x="2836051" y="1037489"/>
                  </a:lnTo>
                  <a:lnTo>
                    <a:pt x="2831812" y="1037489"/>
                  </a:lnTo>
                  <a:lnTo>
                    <a:pt x="2831812" y="1039868"/>
                  </a:lnTo>
                  <a:lnTo>
                    <a:pt x="2827572" y="1039868"/>
                  </a:lnTo>
                  <a:lnTo>
                    <a:pt x="2827572" y="1041057"/>
                  </a:lnTo>
                  <a:lnTo>
                    <a:pt x="2823333" y="1041057"/>
                  </a:lnTo>
                  <a:lnTo>
                    <a:pt x="2823333" y="1042641"/>
                  </a:lnTo>
                  <a:lnTo>
                    <a:pt x="2819094" y="1042641"/>
                  </a:lnTo>
                  <a:lnTo>
                    <a:pt x="2819094" y="1045410"/>
                  </a:lnTo>
                  <a:lnTo>
                    <a:pt x="2814855" y="1045410"/>
                  </a:lnTo>
                  <a:lnTo>
                    <a:pt x="2814855" y="1046992"/>
                  </a:lnTo>
                  <a:lnTo>
                    <a:pt x="2810615" y="1046992"/>
                  </a:lnTo>
                  <a:lnTo>
                    <a:pt x="2810615" y="1048176"/>
                  </a:lnTo>
                  <a:lnTo>
                    <a:pt x="2806376" y="1048176"/>
                  </a:lnTo>
                  <a:lnTo>
                    <a:pt x="2806376" y="1049753"/>
                  </a:lnTo>
                  <a:lnTo>
                    <a:pt x="2802137" y="1049753"/>
                  </a:lnTo>
                  <a:lnTo>
                    <a:pt x="2802137" y="1051725"/>
                  </a:lnTo>
                  <a:lnTo>
                    <a:pt x="2797898" y="1051725"/>
                  </a:lnTo>
                  <a:lnTo>
                    <a:pt x="2797898" y="1052907"/>
                  </a:lnTo>
                  <a:lnTo>
                    <a:pt x="2793658" y="1052907"/>
                  </a:lnTo>
                  <a:lnTo>
                    <a:pt x="2793658" y="1055270"/>
                  </a:lnTo>
                  <a:lnTo>
                    <a:pt x="2789419" y="1055270"/>
                  </a:lnTo>
                  <a:lnTo>
                    <a:pt x="2789419" y="1056056"/>
                  </a:lnTo>
                  <a:lnTo>
                    <a:pt x="2785180" y="1056056"/>
                  </a:lnTo>
                  <a:lnTo>
                    <a:pt x="2785180" y="1057627"/>
                  </a:lnTo>
                  <a:lnTo>
                    <a:pt x="2780941" y="1057627"/>
                  </a:lnTo>
                  <a:lnTo>
                    <a:pt x="2780941" y="1058804"/>
                  </a:lnTo>
                  <a:lnTo>
                    <a:pt x="2776701" y="1058804"/>
                  </a:lnTo>
                  <a:lnTo>
                    <a:pt x="2776701" y="1060372"/>
                  </a:lnTo>
                  <a:lnTo>
                    <a:pt x="2772462" y="1060372"/>
                  </a:lnTo>
                  <a:lnTo>
                    <a:pt x="2772462" y="1062332"/>
                  </a:lnTo>
                  <a:lnTo>
                    <a:pt x="2768223" y="1062332"/>
                  </a:lnTo>
                  <a:lnTo>
                    <a:pt x="2768223" y="1063507"/>
                  </a:lnTo>
                  <a:lnTo>
                    <a:pt x="2763984" y="1063507"/>
                  </a:lnTo>
                  <a:lnTo>
                    <a:pt x="2763984" y="1065073"/>
                  </a:lnTo>
                  <a:lnTo>
                    <a:pt x="2759744" y="1065073"/>
                  </a:lnTo>
                  <a:lnTo>
                    <a:pt x="2759744" y="1067028"/>
                  </a:lnTo>
                  <a:lnTo>
                    <a:pt x="2755505" y="1067028"/>
                  </a:lnTo>
                  <a:lnTo>
                    <a:pt x="2755505" y="1067809"/>
                  </a:lnTo>
                  <a:lnTo>
                    <a:pt x="2751266" y="1067809"/>
                  </a:lnTo>
                  <a:lnTo>
                    <a:pt x="2751266" y="1068199"/>
                  </a:lnTo>
                  <a:lnTo>
                    <a:pt x="2747027" y="1068199"/>
                  </a:lnTo>
                  <a:lnTo>
                    <a:pt x="2747027" y="1070928"/>
                  </a:lnTo>
                  <a:lnTo>
                    <a:pt x="2742787" y="1070928"/>
                  </a:lnTo>
                  <a:lnTo>
                    <a:pt x="2742787" y="1072487"/>
                  </a:lnTo>
                  <a:lnTo>
                    <a:pt x="2738548" y="1072487"/>
                  </a:lnTo>
                  <a:lnTo>
                    <a:pt x="2738548" y="1074823"/>
                  </a:lnTo>
                  <a:lnTo>
                    <a:pt x="2734309" y="1074823"/>
                  </a:lnTo>
                  <a:lnTo>
                    <a:pt x="2734309" y="1075601"/>
                  </a:lnTo>
                  <a:lnTo>
                    <a:pt x="2730070" y="1075601"/>
                  </a:lnTo>
                  <a:lnTo>
                    <a:pt x="2730070" y="1077155"/>
                  </a:lnTo>
                  <a:lnTo>
                    <a:pt x="2725831" y="1077155"/>
                  </a:lnTo>
                  <a:lnTo>
                    <a:pt x="2725831" y="1079096"/>
                  </a:lnTo>
                  <a:lnTo>
                    <a:pt x="2721591" y="1079096"/>
                  </a:lnTo>
                  <a:lnTo>
                    <a:pt x="2721591" y="1080259"/>
                  </a:lnTo>
                  <a:lnTo>
                    <a:pt x="2717352" y="1080259"/>
                  </a:lnTo>
                  <a:lnTo>
                    <a:pt x="2717352" y="1081810"/>
                  </a:lnTo>
                  <a:lnTo>
                    <a:pt x="2713113" y="1081810"/>
                  </a:lnTo>
                  <a:lnTo>
                    <a:pt x="2713113" y="1083747"/>
                  </a:lnTo>
                  <a:lnTo>
                    <a:pt x="2708874" y="1083747"/>
                  </a:lnTo>
                  <a:lnTo>
                    <a:pt x="2708874" y="1086845"/>
                  </a:lnTo>
                  <a:lnTo>
                    <a:pt x="2704634" y="1086845"/>
                  </a:lnTo>
                  <a:lnTo>
                    <a:pt x="2704634" y="1088394"/>
                  </a:lnTo>
                  <a:lnTo>
                    <a:pt x="2700395" y="1088394"/>
                  </a:lnTo>
                  <a:lnTo>
                    <a:pt x="2700395" y="1091099"/>
                  </a:lnTo>
                  <a:lnTo>
                    <a:pt x="2696156" y="1091099"/>
                  </a:lnTo>
                  <a:lnTo>
                    <a:pt x="2696156" y="1094577"/>
                  </a:lnTo>
                  <a:lnTo>
                    <a:pt x="2691917" y="1094577"/>
                  </a:lnTo>
                  <a:lnTo>
                    <a:pt x="2691917" y="1096507"/>
                  </a:lnTo>
                  <a:lnTo>
                    <a:pt x="2687677" y="1096507"/>
                  </a:lnTo>
                  <a:lnTo>
                    <a:pt x="2687677" y="1098050"/>
                  </a:lnTo>
                  <a:lnTo>
                    <a:pt x="2683438" y="1098050"/>
                  </a:lnTo>
                  <a:lnTo>
                    <a:pt x="2683438" y="1099208"/>
                  </a:lnTo>
                  <a:lnTo>
                    <a:pt x="2679199" y="1099208"/>
                  </a:lnTo>
                  <a:lnTo>
                    <a:pt x="2679199" y="1101136"/>
                  </a:lnTo>
                  <a:lnTo>
                    <a:pt x="2674960" y="1101136"/>
                  </a:lnTo>
                  <a:lnTo>
                    <a:pt x="2674960" y="1102678"/>
                  </a:lnTo>
                  <a:lnTo>
                    <a:pt x="2670720" y="1102678"/>
                  </a:lnTo>
                  <a:lnTo>
                    <a:pt x="2670720" y="1104602"/>
                  </a:lnTo>
                  <a:lnTo>
                    <a:pt x="2666481" y="1104602"/>
                  </a:lnTo>
                  <a:lnTo>
                    <a:pt x="2666481" y="1106141"/>
                  </a:lnTo>
                  <a:lnTo>
                    <a:pt x="2662242" y="1106141"/>
                  </a:lnTo>
                  <a:lnTo>
                    <a:pt x="2662242" y="1108064"/>
                  </a:lnTo>
                  <a:lnTo>
                    <a:pt x="2658003" y="1108064"/>
                  </a:lnTo>
                  <a:lnTo>
                    <a:pt x="2658003" y="1109986"/>
                  </a:lnTo>
                  <a:lnTo>
                    <a:pt x="2653763" y="1109986"/>
                  </a:lnTo>
                  <a:lnTo>
                    <a:pt x="2653763" y="1111139"/>
                  </a:lnTo>
                  <a:lnTo>
                    <a:pt x="2649524" y="1111139"/>
                  </a:lnTo>
                  <a:lnTo>
                    <a:pt x="2649524" y="1113059"/>
                  </a:lnTo>
                  <a:lnTo>
                    <a:pt x="2645285" y="1113059"/>
                  </a:lnTo>
                  <a:lnTo>
                    <a:pt x="2645285" y="1115745"/>
                  </a:lnTo>
                  <a:lnTo>
                    <a:pt x="2641046" y="1115745"/>
                  </a:lnTo>
                  <a:lnTo>
                    <a:pt x="2641046" y="1116128"/>
                  </a:lnTo>
                  <a:lnTo>
                    <a:pt x="2636806" y="1116128"/>
                  </a:lnTo>
                  <a:lnTo>
                    <a:pt x="2636806" y="1118041"/>
                  </a:lnTo>
                  <a:lnTo>
                    <a:pt x="2632567" y="1118041"/>
                  </a:lnTo>
                  <a:lnTo>
                    <a:pt x="2632567" y="1119570"/>
                  </a:lnTo>
                  <a:lnTo>
                    <a:pt x="2628328" y="1119570"/>
                  </a:lnTo>
                  <a:lnTo>
                    <a:pt x="2628328" y="1123392"/>
                  </a:lnTo>
                  <a:lnTo>
                    <a:pt x="2624089" y="1123392"/>
                  </a:lnTo>
                  <a:lnTo>
                    <a:pt x="2624089" y="1125685"/>
                  </a:lnTo>
                  <a:lnTo>
                    <a:pt x="2619850" y="1125685"/>
                  </a:lnTo>
                  <a:lnTo>
                    <a:pt x="2619850" y="1127975"/>
                  </a:lnTo>
                  <a:lnTo>
                    <a:pt x="2615610" y="1127975"/>
                  </a:lnTo>
                  <a:lnTo>
                    <a:pt x="2615610" y="1129120"/>
                  </a:lnTo>
                  <a:lnTo>
                    <a:pt x="2611371" y="1129120"/>
                  </a:lnTo>
                  <a:lnTo>
                    <a:pt x="2611371" y="1131787"/>
                  </a:lnTo>
                  <a:lnTo>
                    <a:pt x="2607132" y="1131787"/>
                  </a:lnTo>
                  <a:lnTo>
                    <a:pt x="2607132" y="1133311"/>
                  </a:lnTo>
                  <a:lnTo>
                    <a:pt x="2602893" y="1133311"/>
                  </a:lnTo>
                  <a:lnTo>
                    <a:pt x="2602893" y="1135595"/>
                  </a:lnTo>
                  <a:lnTo>
                    <a:pt x="2598653" y="1135595"/>
                  </a:lnTo>
                  <a:lnTo>
                    <a:pt x="2598653" y="1138260"/>
                  </a:lnTo>
                  <a:lnTo>
                    <a:pt x="2594414" y="1138260"/>
                  </a:lnTo>
                  <a:lnTo>
                    <a:pt x="2594414" y="1139783"/>
                  </a:lnTo>
                  <a:lnTo>
                    <a:pt x="2590175" y="1139783"/>
                  </a:lnTo>
                  <a:lnTo>
                    <a:pt x="2590175" y="1140543"/>
                  </a:lnTo>
                  <a:lnTo>
                    <a:pt x="2585936" y="1140543"/>
                  </a:lnTo>
                  <a:lnTo>
                    <a:pt x="2585936" y="1142064"/>
                  </a:lnTo>
                  <a:lnTo>
                    <a:pt x="2581696" y="1142064"/>
                  </a:lnTo>
                  <a:lnTo>
                    <a:pt x="2581696" y="1144721"/>
                  </a:lnTo>
                  <a:lnTo>
                    <a:pt x="2577457" y="1144721"/>
                  </a:lnTo>
                  <a:lnTo>
                    <a:pt x="2577457" y="1146617"/>
                  </a:lnTo>
                  <a:lnTo>
                    <a:pt x="2573218" y="1146617"/>
                  </a:lnTo>
                  <a:lnTo>
                    <a:pt x="2573218" y="1148890"/>
                  </a:lnTo>
                  <a:lnTo>
                    <a:pt x="2568979" y="1148890"/>
                  </a:lnTo>
                  <a:lnTo>
                    <a:pt x="2568979" y="1150405"/>
                  </a:lnTo>
                  <a:lnTo>
                    <a:pt x="2564739" y="1150405"/>
                  </a:lnTo>
                  <a:lnTo>
                    <a:pt x="2564739" y="1152297"/>
                  </a:lnTo>
                  <a:lnTo>
                    <a:pt x="2560500" y="1152297"/>
                  </a:lnTo>
                  <a:lnTo>
                    <a:pt x="2560500" y="1154566"/>
                  </a:lnTo>
                  <a:lnTo>
                    <a:pt x="2556261" y="1154566"/>
                  </a:lnTo>
                  <a:lnTo>
                    <a:pt x="2556261" y="1156834"/>
                  </a:lnTo>
                  <a:lnTo>
                    <a:pt x="2552022" y="1156834"/>
                  </a:lnTo>
                  <a:lnTo>
                    <a:pt x="2552022" y="1158344"/>
                  </a:lnTo>
                  <a:lnTo>
                    <a:pt x="2547782" y="1158344"/>
                  </a:lnTo>
                  <a:lnTo>
                    <a:pt x="2547782" y="1159099"/>
                  </a:lnTo>
                  <a:lnTo>
                    <a:pt x="2543543" y="1159099"/>
                  </a:lnTo>
                  <a:lnTo>
                    <a:pt x="2543543" y="1162116"/>
                  </a:lnTo>
                  <a:lnTo>
                    <a:pt x="2539304" y="1162116"/>
                  </a:lnTo>
                  <a:lnTo>
                    <a:pt x="2539304" y="1164000"/>
                  </a:lnTo>
                  <a:lnTo>
                    <a:pt x="2535065" y="1164000"/>
                  </a:lnTo>
                  <a:lnTo>
                    <a:pt x="2535065" y="1165884"/>
                  </a:lnTo>
                  <a:lnTo>
                    <a:pt x="2530825" y="1165884"/>
                  </a:lnTo>
                  <a:lnTo>
                    <a:pt x="2530825" y="1168897"/>
                  </a:lnTo>
                  <a:lnTo>
                    <a:pt x="2526586" y="1168897"/>
                  </a:lnTo>
                  <a:lnTo>
                    <a:pt x="2526586" y="1170026"/>
                  </a:lnTo>
                  <a:lnTo>
                    <a:pt x="2522347" y="1170026"/>
                  </a:lnTo>
                  <a:lnTo>
                    <a:pt x="2522347" y="1172279"/>
                  </a:lnTo>
                  <a:lnTo>
                    <a:pt x="2518108" y="1172279"/>
                  </a:lnTo>
                  <a:lnTo>
                    <a:pt x="2518108" y="1174530"/>
                  </a:lnTo>
                  <a:lnTo>
                    <a:pt x="2513869" y="1174530"/>
                  </a:lnTo>
                  <a:lnTo>
                    <a:pt x="2513869" y="1176404"/>
                  </a:lnTo>
                  <a:lnTo>
                    <a:pt x="2509629" y="1176404"/>
                  </a:lnTo>
                  <a:lnTo>
                    <a:pt x="2509629" y="1179404"/>
                  </a:lnTo>
                  <a:lnTo>
                    <a:pt x="2505390" y="1179404"/>
                  </a:lnTo>
                  <a:lnTo>
                    <a:pt x="2505390" y="1181653"/>
                  </a:lnTo>
                  <a:lnTo>
                    <a:pt x="2501151" y="1181653"/>
                  </a:lnTo>
                  <a:lnTo>
                    <a:pt x="2501151" y="1184274"/>
                  </a:lnTo>
                  <a:lnTo>
                    <a:pt x="2496912" y="1184274"/>
                  </a:lnTo>
                  <a:lnTo>
                    <a:pt x="2496912" y="1187269"/>
                  </a:lnTo>
                  <a:lnTo>
                    <a:pt x="2492672" y="1187269"/>
                  </a:lnTo>
                  <a:lnTo>
                    <a:pt x="2492672" y="1189136"/>
                  </a:lnTo>
                  <a:lnTo>
                    <a:pt x="2488433" y="1189136"/>
                  </a:lnTo>
                  <a:lnTo>
                    <a:pt x="2488433" y="1190629"/>
                  </a:lnTo>
                  <a:lnTo>
                    <a:pt x="2484194" y="1190629"/>
                  </a:lnTo>
                  <a:lnTo>
                    <a:pt x="2484194" y="1192122"/>
                  </a:lnTo>
                  <a:lnTo>
                    <a:pt x="2479955" y="1192122"/>
                  </a:lnTo>
                  <a:lnTo>
                    <a:pt x="2479955" y="1195852"/>
                  </a:lnTo>
                  <a:lnTo>
                    <a:pt x="2475715" y="1195852"/>
                  </a:lnTo>
                  <a:lnTo>
                    <a:pt x="2475715" y="1198463"/>
                  </a:lnTo>
                  <a:lnTo>
                    <a:pt x="2471476" y="1198463"/>
                  </a:lnTo>
                  <a:lnTo>
                    <a:pt x="2471476" y="1199954"/>
                  </a:lnTo>
                  <a:lnTo>
                    <a:pt x="2467237" y="1199954"/>
                  </a:lnTo>
                  <a:lnTo>
                    <a:pt x="2467237" y="1203680"/>
                  </a:lnTo>
                  <a:lnTo>
                    <a:pt x="2462998" y="1203680"/>
                  </a:lnTo>
                  <a:lnTo>
                    <a:pt x="2462998" y="1204796"/>
                  </a:lnTo>
                  <a:lnTo>
                    <a:pt x="2458758" y="1204796"/>
                  </a:lnTo>
                  <a:lnTo>
                    <a:pt x="2458758" y="1208144"/>
                  </a:lnTo>
                  <a:lnTo>
                    <a:pt x="2454519" y="1208144"/>
                  </a:lnTo>
                  <a:lnTo>
                    <a:pt x="2454519" y="1210376"/>
                  </a:lnTo>
                  <a:lnTo>
                    <a:pt x="2450280" y="1210376"/>
                  </a:lnTo>
                  <a:lnTo>
                    <a:pt x="2446041" y="1210376"/>
                  </a:lnTo>
                  <a:lnTo>
                    <a:pt x="2446041" y="1212605"/>
                  </a:lnTo>
                  <a:lnTo>
                    <a:pt x="2441801" y="1212605"/>
                  </a:lnTo>
                  <a:lnTo>
                    <a:pt x="2441801" y="1216321"/>
                  </a:lnTo>
                  <a:lnTo>
                    <a:pt x="2437562" y="1216321"/>
                  </a:lnTo>
                  <a:lnTo>
                    <a:pt x="2437562" y="1217807"/>
                  </a:lnTo>
                  <a:lnTo>
                    <a:pt x="2433323" y="1217807"/>
                  </a:lnTo>
                  <a:lnTo>
                    <a:pt x="2433323" y="1219663"/>
                  </a:lnTo>
                  <a:lnTo>
                    <a:pt x="2429084" y="1219663"/>
                  </a:lnTo>
                  <a:lnTo>
                    <a:pt x="2429084" y="1223743"/>
                  </a:lnTo>
                  <a:lnTo>
                    <a:pt x="2424845" y="1223743"/>
                  </a:lnTo>
                  <a:lnTo>
                    <a:pt x="2424845" y="1225226"/>
                  </a:lnTo>
                  <a:lnTo>
                    <a:pt x="2420605" y="1225226"/>
                  </a:lnTo>
                  <a:lnTo>
                    <a:pt x="2420605" y="1227451"/>
                  </a:lnTo>
                  <a:lnTo>
                    <a:pt x="2416366" y="1227451"/>
                  </a:lnTo>
                  <a:lnTo>
                    <a:pt x="2416366" y="1228563"/>
                  </a:lnTo>
                  <a:lnTo>
                    <a:pt x="2412127" y="1228563"/>
                  </a:lnTo>
                  <a:lnTo>
                    <a:pt x="2412127" y="1230045"/>
                  </a:lnTo>
                  <a:lnTo>
                    <a:pt x="2407888" y="1230045"/>
                  </a:lnTo>
                  <a:lnTo>
                    <a:pt x="2407888" y="1232267"/>
                  </a:lnTo>
                  <a:lnTo>
                    <a:pt x="2403648" y="1232267"/>
                  </a:lnTo>
                  <a:lnTo>
                    <a:pt x="2403648" y="1235227"/>
                  </a:lnTo>
                  <a:lnTo>
                    <a:pt x="2399409" y="1235227"/>
                  </a:lnTo>
                  <a:lnTo>
                    <a:pt x="2399409" y="1236338"/>
                  </a:lnTo>
                  <a:lnTo>
                    <a:pt x="2395170" y="1236338"/>
                  </a:lnTo>
                  <a:lnTo>
                    <a:pt x="2395170" y="1237447"/>
                  </a:lnTo>
                  <a:lnTo>
                    <a:pt x="2390931" y="1237447"/>
                  </a:lnTo>
                  <a:lnTo>
                    <a:pt x="2390931" y="1238557"/>
                  </a:lnTo>
                  <a:lnTo>
                    <a:pt x="2386691" y="1238557"/>
                  </a:lnTo>
                  <a:lnTo>
                    <a:pt x="2386691" y="1240035"/>
                  </a:lnTo>
                  <a:lnTo>
                    <a:pt x="2382452" y="1240035"/>
                  </a:lnTo>
                  <a:lnTo>
                    <a:pt x="2382452" y="1242623"/>
                  </a:lnTo>
                  <a:lnTo>
                    <a:pt x="2378213" y="1242623"/>
                  </a:lnTo>
                  <a:lnTo>
                    <a:pt x="2378213" y="1244470"/>
                  </a:lnTo>
                  <a:lnTo>
                    <a:pt x="2373974" y="1244470"/>
                  </a:lnTo>
                  <a:lnTo>
                    <a:pt x="2373974" y="1245209"/>
                  </a:lnTo>
                  <a:lnTo>
                    <a:pt x="2369734" y="1245209"/>
                  </a:lnTo>
                  <a:lnTo>
                    <a:pt x="2369734" y="1247053"/>
                  </a:lnTo>
                  <a:lnTo>
                    <a:pt x="2365495" y="1247053"/>
                  </a:lnTo>
                  <a:lnTo>
                    <a:pt x="2365495" y="1248160"/>
                  </a:lnTo>
                  <a:lnTo>
                    <a:pt x="2361256" y="1248160"/>
                  </a:lnTo>
                  <a:lnTo>
                    <a:pt x="2361256" y="1250004"/>
                  </a:lnTo>
                  <a:lnTo>
                    <a:pt x="2357017" y="1250004"/>
                  </a:lnTo>
                  <a:lnTo>
                    <a:pt x="2357017" y="1252955"/>
                  </a:lnTo>
                  <a:lnTo>
                    <a:pt x="2352777" y="1252955"/>
                  </a:lnTo>
                  <a:lnTo>
                    <a:pt x="2352777" y="1254799"/>
                  </a:lnTo>
                  <a:lnTo>
                    <a:pt x="2348538" y="1254799"/>
                  </a:lnTo>
                  <a:lnTo>
                    <a:pt x="2348538" y="1255536"/>
                  </a:lnTo>
                  <a:lnTo>
                    <a:pt x="2344299" y="1255536"/>
                  </a:lnTo>
                  <a:lnTo>
                    <a:pt x="2344299" y="1256272"/>
                  </a:lnTo>
                  <a:lnTo>
                    <a:pt x="2340060" y="1256272"/>
                  </a:lnTo>
                  <a:lnTo>
                    <a:pt x="2340060" y="1258113"/>
                  </a:lnTo>
                  <a:lnTo>
                    <a:pt x="2335820" y="1258113"/>
                  </a:lnTo>
                  <a:lnTo>
                    <a:pt x="2335820" y="1259585"/>
                  </a:lnTo>
                  <a:lnTo>
                    <a:pt x="2331581" y="1259585"/>
                  </a:lnTo>
                  <a:lnTo>
                    <a:pt x="2331581" y="1260321"/>
                  </a:lnTo>
                  <a:lnTo>
                    <a:pt x="2327342" y="1260321"/>
                  </a:lnTo>
                  <a:lnTo>
                    <a:pt x="2327342" y="1263264"/>
                  </a:lnTo>
                  <a:lnTo>
                    <a:pt x="2323103" y="1263264"/>
                  </a:lnTo>
                  <a:lnTo>
                    <a:pt x="2323103" y="1266573"/>
                  </a:lnTo>
                  <a:lnTo>
                    <a:pt x="2318864" y="1266573"/>
                  </a:lnTo>
                  <a:lnTo>
                    <a:pt x="2318864" y="1268778"/>
                  </a:lnTo>
                  <a:lnTo>
                    <a:pt x="2314624" y="1268778"/>
                  </a:lnTo>
                  <a:lnTo>
                    <a:pt x="2314624" y="1271349"/>
                  </a:lnTo>
                  <a:lnTo>
                    <a:pt x="2310385" y="1271349"/>
                  </a:lnTo>
                  <a:lnTo>
                    <a:pt x="2310385" y="1272817"/>
                  </a:lnTo>
                  <a:lnTo>
                    <a:pt x="2306146" y="1272817"/>
                  </a:lnTo>
                  <a:lnTo>
                    <a:pt x="2306146" y="1273917"/>
                  </a:lnTo>
                  <a:lnTo>
                    <a:pt x="2301907" y="1273917"/>
                  </a:lnTo>
                  <a:lnTo>
                    <a:pt x="2301907" y="1275750"/>
                  </a:lnTo>
                  <a:lnTo>
                    <a:pt x="2297667" y="1275750"/>
                  </a:lnTo>
                  <a:lnTo>
                    <a:pt x="2297667" y="1278316"/>
                  </a:lnTo>
                  <a:lnTo>
                    <a:pt x="2293428" y="1278316"/>
                  </a:lnTo>
                  <a:lnTo>
                    <a:pt x="2293428" y="1280148"/>
                  </a:lnTo>
                  <a:lnTo>
                    <a:pt x="2289189" y="1280148"/>
                  </a:lnTo>
                  <a:lnTo>
                    <a:pt x="2289189" y="1283811"/>
                  </a:lnTo>
                  <a:lnTo>
                    <a:pt x="2284950" y="1283811"/>
                  </a:lnTo>
                  <a:lnTo>
                    <a:pt x="2284950" y="1288567"/>
                  </a:lnTo>
                  <a:lnTo>
                    <a:pt x="2280710" y="1288567"/>
                  </a:lnTo>
                  <a:lnTo>
                    <a:pt x="2280710" y="1291128"/>
                  </a:lnTo>
                  <a:lnTo>
                    <a:pt x="2276471" y="1291128"/>
                  </a:lnTo>
                  <a:lnTo>
                    <a:pt x="2276471" y="1293322"/>
                  </a:lnTo>
                  <a:lnTo>
                    <a:pt x="2272232" y="1293322"/>
                  </a:lnTo>
                  <a:lnTo>
                    <a:pt x="2272232" y="1296613"/>
                  </a:lnTo>
                  <a:lnTo>
                    <a:pt x="2267993" y="1296613"/>
                  </a:lnTo>
                  <a:lnTo>
                    <a:pt x="2267993" y="1301000"/>
                  </a:lnTo>
                  <a:lnTo>
                    <a:pt x="2263753" y="1301000"/>
                  </a:lnTo>
                  <a:lnTo>
                    <a:pt x="2263753" y="1302462"/>
                  </a:lnTo>
                  <a:lnTo>
                    <a:pt x="2259514" y="1302462"/>
                  </a:lnTo>
                  <a:lnTo>
                    <a:pt x="2259514" y="1305385"/>
                  </a:lnTo>
                  <a:lnTo>
                    <a:pt x="2255275" y="1305385"/>
                  </a:lnTo>
                  <a:lnTo>
                    <a:pt x="2255275" y="1308304"/>
                  </a:lnTo>
                  <a:lnTo>
                    <a:pt x="2251036" y="1308304"/>
                  </a:lnTo>
                  <a:lnTo>
                    <a:pt x="2251036" y="1309763"/>
                  </a:lnTo>
                  <a:lnTo>
                    <a:pt x="2246796" y="1309763"/>
                  </a:lnTo>
                  <a:lnTo>
                    <a:pt x="2246796" y="1311586"/>
                  </a:lnTo>
                  <a:lnTo>
                    <a:pt x="2242557" y="1311586"/>
                  </a:lnTo>
                  <a:lnTo>
                    <a:pt x="2242557" y="1316323"/>
                  </a:lnTo>
                  <a:lnTo>
                    <a:pt x="2238318" y="1316323"/>
                  </a:lnTo>
                  <a:lnTo>
                    <a:pt x="2238318" y="1318144"/>
                  </a:lnTo>
                  <a:lnTo>
                    <a:pt x="2234079" y="1318144"/>
                  </a:lnTo>
                  <a:lnTo>
                    <a:pt x="2234079" y="1321786"/>
                  </a:lnTo>
                  <a:lnTo>
                    <a:pt x="2229839" y="1321786"/>
                  </a:lnTo>
                  <a:lnTo>
                    <a:pt x="2229839" y="1324333"/>
                  </a:lnTo>
                  <a:lnTo>
                    <a:pt x="2225600" y="1324333"/>
                  </a:lnTo>
                  <a:lnTo>
                    <a:pt x="2225600" y="1327244"/>
                  </a:lnTo>
                  <a:lnTo>
                    <a:pt x="2221361" y="1327244"/>
                  </a:lnTo>
                  <a:lnTo>
                    <a:pt x="2221361" y="1330154"/>
                  </a:lnTo>
                  <a:lnTo>
                    <a:pt x="2217122" y="1330154"/>
                  </a:lnTo>
                  <a:lnTo>
                    <a:pt x="2217122" y="1331245"/>
                  </a:lnTo>
                  <a:lnTo>
                    <a:pt x="2212883" y="1331245"/>
                  </a:lnTo>
                  <a:lnTo>
                    <a:pt x="2212883" y="1333790"/>
                  </a:lnTo>
                  <a:lnTo>
                    <a:pt x="2208643" y="1333790"/>
                  </a:lnTo>
                  <a:lnTo>
                    <a:pt x="2208643" y="1334517"/>
                  </a:lnTo>
                  <a:lnTo>
                    <a:pt x="2204404" y="1334517"/>
                  </a:lnTo>
                  <a:lnTo>
                    <a:pt x="2204404" y="1337060"/>
                  </a:lnTo>
                  <a:lnTo>
                    <a:pt x="2200165" y="1337060"/>
                  </a:lnTo>
                  <a:lnTo>
                    <a:pt x="2200165" y="1338876"/>
                  </a:lnTo>
                  <a:lnTo>
                    <a:pt x="2195926" y="1338876"/>
                  </a:lnTo>
                  <a:lnTo>
                    <a:pt x="2195926" y="1343594"/>
                  </a:lnTo>
                  <a:lnTo>
                    <a:pt x="2191686" y="1343594"/>
                  </a:lnTo>
                  <a:lnTo>
                    <a:pt x="2191686" y="1344682"/>
                  </a:lnTo>
                  <a:lnTo>
                    <a:pt x="2187447" y="1344682"/>
                  </a:lnTo>
                  <a:lnTo>
                    <a:pt x="2187447" y="1347584"/>
                  </a:lnTo>
                  <a:lnTo>
                    <a:pt x="2183208" y="1347584"/>
                  </a:lnTo>
                  <a:lnTo>
                    <a:pt x="2183208" y="1350486"/>
                  </a:lnTo>
                  <a:lnTo>
                    <a:pt x="2178969" y="1350486"/>
                  </a:lnTo>
                  <a:lnTo>
                    <a:pt x="2178969" y="1351211"/>
                  </a:lnTo>
                  <a:lnTo>
                    <a:pt x="2174729" y="1351211"/>
                  </a:lnTo>
                  <a:lnTo>
                    <a:pt x="2174729" y="1353749"/>
                  </a:lnTo>
                  <a:lnTo>
                    <a:pt x="2170490" y="1353749"/>
                  </a:lnTo>
                  <a:lnTo>
                    <a:pt x="2170490" y="1355563"/>
                  </a:lnTo>
                  <a:lnTo>
                    <a:pt x="2166251" y="1355563"/>
                  </a:lnTo>
                  <a:lnTo>
                    <a:pt x="2166251" y="1359187"/>
                  </a:lnTo>
                  <a:lnTo>
                    <a:pt x="2162012" y="1359187"/>
                  </a:lnTo>
                  <a:lnTo>
                    <a:pt x="2162012" y="1360274"/>
                  </a:lnTo>
                  <a:lnTo>
                    <a:pt x="2157772" y="1360274"/>
                  </a:lnTo>
                  <a:lnTo>
                    <a:pt x="2157772" y="1363534"/>
                  </a:lnTo>
                  <a:lnTo>
                    <a:pt x="2153533" y="1363534"/>
                  </a:lnTo>
                  <a:lnTo>
                    <a:pt x="2153533" y="1366431"/>
                  </a:lnTo>
                  <a:lnTo>
                    <a:pt x="2149294" y="1366431"/>
                  </a:lnTo>
                  <a:lnTo>
                    <a:pt x="2149294" y="1370777"/>
                  </a:lnTo>
                  <a:lnTo>
                    <a:pt x="2145055" y="1370777"/>
                  </a:lnTo>
                  <a:lnTo>
                    <a:pt x="2145055" y="1374398"/>
                  </a:lnTo>
                  <a:lnTo>
                    <a:pt x="2140815" y="1374398"/>
                  </a:lnTo>
                  <a:lnTo>
                    <a:pt x="2140815" y="1376570"/>
                  </a:lnTo>
                  <a:lnTo>
                    <a:pt x="2136576" y="1376570"/>
                  </a:lnTo>
                  <a:lnTo>
                    <a:pt x="2136576" y="1379827"/>
                  </a:lnTo>
                  <a:lnTo>
                    <a:pt x="2132337" y="1379827"/>
                  </a:lnTo>
                  <a:lnTo>
                    <a:pt x="2132337" y="1381636"/>
                  </a:lnTo>
                  <a:lnTo>
                    <a:pt x="2128098" y="1381636"/>
                  </a:lnTo>
                  <a:lnTo>
                    <a:pt x="2128098" y="1385615"/>
                  </a:lnTo>
                  <a:lnTo>
                    <a:pt x="2123859" y="1385615"/>
                  </a:lnTo>
                  <a:lnTo>
                    <a:pt x="2123859" y="1389232"/>
                  </a:lnTo>
                  <a:lnTo>
                    <a:pt x="2119619" y="1389232"/>
                  </a:lnTo>
                  <a:lnTo>
                    <a:pt x="2119619" y="1391040"/>
                  </a:lnTo>
                  <a:lnTo>
                    <a:pt x="2115380" y="1391040"/>
                  </a:lnTo>
                  <a:lnTo>
                    <a:pt x="2115380" y="1395018"/>
                  </a:lnTo>
                  <a:lnTo>
                    <a:pt x="2111141" y="1395018"/>
                  </a:lnTo>
                  <a:lnTo>
                    <a:pt x="2111141" y="1396463"/>
                  </a:lnTo>
                  <a:lnTo>
                    <a:pt x="2106902" y="1396463"/>
                  </a:lnTo>
                  <a:lnTo>
                    <a:pt x="2106902" y="1399716"/>
                  </a:lnTo>
                  <a:lnTo>
                    <a:pt x="2102662" y="1399716"/>
                  </a:lnTo>
                  <a:lnTo>
                    <a:pt x="2102662" y="1402606"/>
                  </a:lnTo>
                  <a:lnTo>
                    <a:pt x="2098423" y="1402606"/>
                  </a:lnTo>
                  <a:lnTo>
                    <a:pt x="2098423" y="1405496"/>
                  </a:lnTo>
                  <a:lnTo>
                    <a:pt x="2094184" y="1405496"/>
                  </a:lnTo>
                  <a:lnTo>
                    <a:pt x="2094184" y="1408746"/>
                  </a:lnTo>
                  <a:lnTo>
                    <a:pt x="2089945" y="1408746"/>
                  </a:lnTo>
                  <a:lnTo>
                    <a:pt x="2089945" y="1410912"/>
                  </a:lnTo>
                  <a:lnTo>
                    <a:pt x="2085705" y="1410912"/>
                  </a:lnTo>
                  <a:lnTo>
                    <a:pt x="2085705" y="1413798"/>
                  </a:lnTo>
                  <a:lnTo>
                    <a:pt x="2081466" y="1413798"/>
                  </a:lnTo>
                  <a:lnTo>
                    <a:pt x="2081466" y="1416684"/>
                  </a:lnTo>
                  <a:lnTo>
                    <a:pt x="2077227" y="1416684"/>
                  </a:lnTo>
                  <a:lnTo>
                    <a:pt x="2077227" y="1418847"/>
                  </a:lnTo>
                  <a:lnTo>
                    <a:pt x="2072988" y="1418847"/>
                  </a:lnTo>
                  <a:lnTo>
                    <a:pt x="2072988" y="1420289"/>
                  </a:lnTo>
                  <a:lnTo>
                    <a:pt x="2068748" y="1420289"/>
                  </a:lnTo>
                  <a:lnTo>
                    <a:pt x="2068748" y="1422452"/>
                  </a:lnTo>
                  <a:lnTo>
                    <a:pt x="2064509" y="1422452"/>
                  </a:lnTo>
                  <a:lnTo>
                    <a:pt x="2064509" y="1425694"/>
                  </a:lnTo>
                  <a:lnTo>
                    <a:pt x="2060270" y="1425694"/>
                  </a:lnTo>
                  <a:lnTo>
                    <a:pt x="2060270" y="1428936"/>
                  </a:lnTo>
                  <a:lnTo>
                    <a:pt x="2056031" y="1428936"/>
                  </a:lnTo>
                  <a:lnTo>
                    <a:pt x="2056031" y="1430377"/>
                  </a:lnTo>
                  <a:lnTo>
                    <a:pt x="2051791" y="1430377"/>
                  </a:lnTo>
                  <a:lnTo>
                    <a:pt x="2051791" y="1434337"/>
                  </a:lnTo>
                  <a:lnTo>
                    <a:pt x="2047552" y="1434337"/>
                  </a:lnTo>
                  <a:lnTo>
                    <a:pt x="2047552" y="1438294"/>
                  </a:lnTo>
                  <a:lnTo>
                    <a:pt x="2043313" y="1438294"/>
                  </a:lnTo>
                  <a:lnTo>
                    <a:pt x="2043313" y="1440452"/>
                  </a:lnTo>
                  <a:lnTo>
                    <a:pt x="2039074" y="1440452"/>
                  </a:lnTo>
                  <a:lnTo>
                    <a:pt x="2039074" y="1442250"/>
                  </a:lnTo>
                  <a:lnTo>
                    <a:pt x="2034834" y="1442250"/>
                  </a:lnTo>
                  <a:lnTo>
                    <a:pt x="2034834" y="1446204"/>
                  </a:lnTo>
                  <a:lnTo>
                    <a:pt x="2030595" y="1446204"/>
                  </a:lnTo>
                  <a:lnTo>
                    <a:pt x="2030595" y="1449798"/>
                  </a:lnTo>
                  <a:lnTo>
                    <a:pt x="2026356" y="1449798"/>
                  </a:lnTo>
                  <a:lnTo>
                    <a:pt x="2026356" y="1453752"/>
                  </a:lnTo>
                  <a:lnTo>
                    <a:pt x="2022117" y="1453752"/>
                  </a:lnTo>
                  <a:lnTo>
                    <a:pt x="2022117" y="1455908"/>
                  </a:lnTo>
                  <a:lnTo>
                    <a:pt x="2017878" y="1455908"/>
                  </a:lnTo>
                  <a:lnTo>
                    <a:pt x="2017878" y="1458063"/>
                  </a:lnTo>
                  <a:lnTo>
                    <a:pt x="2013638" y="1458063"/>
                  </a:lnTo>
                  <a:lnTo>
                    <a:pt x="2013638" y="1460218"/>
                  </a:lnTo>
                  <a:lnTo>
                    <a:pt x="2009399" y="1460218"/>
                  </a:lnTo>
                  <a:lnTo>
                    <a:pt x="2009399" y="1462013"/>
                  </a:lnTo>
                  <a:lnTo>
                    <a:pt x="2005160" y="1462013"/>
                  </a:lnTo>
                  <a:lnTo>
                    <a:pt x="2005160" y="1462731"/>
                  </a:lnTo>
                  <a:lnTo>
                    <a:pt x="2000921" y="1462731"/>
                  </a:lnTo>
                  <a:lnTo>
                    <a:pt x="2000921" y="1467040"/>
                  </a:lnTo>
                  <a:lnTo>
                    <a:pt x="1996681" y="1467040"/>
                  </a:lnTo>
                  <a:lnTo>
                    <a:pt x="1996681" y="1469911"/>
                  </a:lnTo>
                  <a:lnTo>
                    <a:pt x="1992442" y="1469911"/>
                  </a:lnTo>
                  <a:lnTo>
                    <a:pt x="1992442" y="1471705"/>
                  </a:lnTo>
                  <a:lnTo>
                    <a:pt x="1988203" y="1471705"/>
                  </a:lnTo>
                  <a:lnTo>
                    <a:pt x="1988203" y="1474214"/>
                  </a:lnTo>
                  <a:lnTo>
                    <a:pt x="1983964" y="1474214"/>
                  </a:lnTo>
                  <a:lnTo>
                    <a:pt x="1983964" y="1477081"/>
                  </a:lnTo>
                  <a:lnTo>
                    <a:pt x="1979724" y="1477081"/>
                  </a:lnTo>
                  <a:lnTo>
                    <a:pt x="1979724" y="1479231"/>
                  </a:lnTo>
                  <a:lnTo>
                    <a:pt x="1975485" y="1479231"/>
                  </a:lnTo>
                  <a:lnTo>
                    <a:pt x="1975485" y="1482814"/>
                  </a:lnTo>
                  <a:lnTo>
                    <a:pt x="1971246" y="1482814"/>
                  </a:lnTo>
                  <a:lnTo>
                    <a:pt x="1971246" y="1486754"/>
                  </a:lnTo>
                  <a:lnTo>
                    <a:pt x="1967007" y="1486754"/>
                  </a:lnTo>
                  <a:lnTo>
                    <a:pt x="1967007" y="1489261"/>
                  </a:lnTo>
                  <a:lnTo>
                    <a:pt x="1962767" y="1489261"/>
                  </a:lnTo>
                  <a:lnTo>
                    <a:pt x="1962767" y="1491766"/>
                  </a:lnTo>
                  <a:lnTo>
                    <a:pt x="1958528" y="1491766"/>
                  </a:lnTo>
                  <a:lnTo>
                    <a:pt x="1958528" y="1493555"/>
                  </a:lnTo>
                  <a:lnTo>
                    <a:pt x="1954289" y="1493555"/>
                  </a:lnTo>
                  <a:lnTo>
                    <a:pt x="1954289" y="1495702"/>
                  </a:lnTo>
                  <a:lnTo>
                    <a:pt x="1950050" y="1495702"/>
                  </a:lnTo>
                  <a:lnTo>
                    <a:pt x="1950050" y="1498564"/>
                  </a:lnTo>
                  <a:lnTo>
                    <a:pt x="1945810" y="1498564"/>
                  </a:lnTo>
                  <a:lnTo>
                    <a:pt x="1945810" y="1499995"/>
                  </a:lnTo>
                  <a:lnTo>
                    <a:pt x="1941571" y="1499995"/>
                  </a:lnTo>
                  <a:lnTo>
                    <a:pt x="1941571" y="1503213"/>
                  </a:lnTo>
                  <a:lnTo>
                    <a:pt x="1937332" y="1503213"/>
                  </a:lnTo>
                  <a:lnTo>
                    <a:pt x="1937332" y="1506074"/>
                  </a:lnTo>
                  <a:lnTo>
                    <a:pt x="1933093" y="1506074"/>
                  </a:lnTo>
                  <a:lnTo>
                    <a:pt x="1933093" y="1509648"/>
                  </a:lnTo>
                  <a:lnTo>
                    <a:pt x="1928853" y="1509648"/>
                  </a:lnTo>
                  <a:lnTo>
                    <a:pt x="1928853" y="1511792"/>
                  </a:lnTo>
                  <a:lnTo>
                    <a:pt x="1924614" y="1511792"/>
                  </a:lnTo>
                  <a:lnTo>
                    <a:pt x="1924614" y="1513579"/>
                  </a:lnTo>
                  <a:lnTo>
                    <a:pt x="1920375" y="1513579"/>
                  </a:lnTo>
                  <a:lnTo>
                    <a:pt x="1920375" y="1518579"/>
                  </a:lnTo>
                  <a:lnTo>
                    <a:pt x="1916136" y="1518579"/>
                  </a:lnTo>
                  <a:lnTo>
                    <a:pt x="1916136" y="1521792"/>
                  </a:lnTo>
                  <a:lnTo>
                    <a:pt x="1911897" y="1521792"/>
                  </a:lnTo>
                  <a:lnTo>
                    <a:pt x="1911897" y="1524291"/>
                  </a:lnTo>
                  <a:lnTo>
                    <a:pt x="1907657" y="1524291"/>
                  </a:lnTo>
                  <a:lnTo>
                    <a:pt x="1907657" y="1528216"/>
                  </a:lnTo>
                  <a:lnTo>
                    <a:pt x="1903418" y="1528216"/>
                  </a:lnTo>
                  <a:lnTo>
                    <a:pt x="1903418" y="1530714"/>
                  </a:lnTo>
                  <a:lnTo>
                    <a:pt x="1899179" y="1530714"/>
                  </a:lnTo>
                  <a:lnTo>
                    <a:pt x="1899179" y="1532141"/>
                  </a:lnTo>
                  <a:lnTo>
                    <a:pt x="1894940" y="1532141"/>
                  </a:lnTo>
                  <a:lnTo>
                    <a:pt x="1894940" y="1535708"/>
                  </a:lnTo>
                  <a:lnTo>
                    <a:pt x="1890700" y="1535708"/>
                  </a:lnTo>
                  <a:lnTo>
                    <a:pt x="1890700" y="1540699"/>
                  </a:lnTo>
                  <a:lnTo>
                    <a:pt x="1886461" y="1540699"/>
                  </a:lnTo>
                  <a:lnTo>
                    <a:pt x="1886461" y="1544263"/>
                  </a:lnTo>
                  <a:lnTo>
                    <a:pt x="1882222" y="1544263"/>
                  </a:lnTo>
                  <a:lnTo>
                    <a:pt x="1882222" y="1547471"/>
                  </a:lnTo>
                  <a:lnTo>
                    <a:pt x="1877983" y="1547471"/>
                  </a:lnTo>
                  <a:lnTo>
                    <a:pt x="1877983" y="1552102"/>
                  </a:lnTo>
                  <a:lnTo>
                    <a:pt x="1873743" y="1552102"/>
                  </a:lnTo>
                  <a:lnTo>
                    <a:pt x="1873743" y="1555663"/>
                  </a:lnTo>
                  <a:lnTo>
                    <a:pt x="1869504" y="1555663"/>
                  </a:lnTo>
                  <a:lnTo>
                    <a:pt x="1869504" y="1558510"/>
                  </a:lnTo>
                  <a:lnTo>
                    <a:pt x="1865265" y="1558510"/>
                  </a:lnTo>
                  <a:lnTo>
                    <a:pt x="1865265" y="1561000"/>
                  </a:lnTo>
                  <a:lnTo>
                    <a:pt x="1861026" y="1561000"/>
                  </a:lnTo>
                  <a:lnTo>
                    <a:pt x="1861026" y="1563491"/>
                  </a:lnTo>
                  <a:lnTo>
                    <a:pt x="1856786" y="1563491"/>
                  </a:lnTo>
                  <a:lnTo>
                    <a:pt x="1856786" y="1568115"/>
                  </a:lnTo>
                  <a:lnTo>
                    <a:pt x="1852547" y="1568115"/>
                  </a:lnTo>
                  <a:lnTo>
                    <a:pt x="1852547" y="1569893"/>
                  </a:lnTo>
                  <a:lnTo>
                    <a:pt x="1848308" y="1569893"/>
                  </a:lnTo>
                  <a:lnTo>
                    <a:pt x="1848308" y="1573094"/>
                  </a:lnTo>
                  <a:lnTo>
                    <a:pt x="1844069" y="1573094"/>
                  </a:lnTo>
                  <a:lnTo>
                    <a:pt x="1844069" y="1574160"/>
                  </a:lnTo>
                  <a:lnTo>
                    <a:pt x="1839829" y="1574160"/>
                  </a:lnTo>
                  <a:lnTo>
                    <a:pt x="1839829" y="1574516"/>
                  </a:lnTo>
                  <a:lnTo>
                    <a:pt x="1835590" y="1574516"/>
                  </a:lnTo>
                  <a:lnTo>
                    <a:pt x="1835590" y="1576292"/>
                  </a:lnTo>
                  <a:lnTo>
                    <a:pt x="1831351" y="1576292"/>
                  </a:lnTo>
                  <a:lnTo>
                    <a:pt x="1831351" y="1580554"/>
                  </a:lnTo>
                  <a:lnTo>
                    <a:pt x="1827112" y="1580554"/>
                  </a:lnTo>
                  <a:lnTo>
                    <a:pt x="1827112" y="1584106"/>
                  </a:lnTo>
                  <a:lnTo>
                    <a:pt x="1822872" y="1584106"/>
                  </a:lnTo>
                  <a:lnTo>
                    <a:pt x="1822872" y="1586947"/>
                  </a:lnTo>
                  <a:lnTo>
                    <a:pt x="1818633" y="1586947"/>
                  </a:lnTo>
                  <a:lnTo>
                    <a:pt x="1818633" y="1590143"/>
                  </a:lnTo>
                  <a:lnTo>
                    <a:pt x="1814394" y="1590143"/>
                  </a:lnTo>
                  <a:lnTo>
                    <a:pt x="1814394" y="1592984"/>
                  </a:lnTo>
                  <a:lnTo>
                    <a:pt x="1810155" y="1592984"/>
                  </a:lnTo>
                  <a:lnTo>
                    <a:pt x="1810155" y="1597242"/>
                  </a:lnTo>
                  <a:lnTo>
                    <a:pt x="1805916" y="1597242"/>
                  </a:lnTo>
                  <a:lnTo>
                    <a:pt x="1805916" y="1600080"/>
                  </a:lnTo>
                  <a:lnTo>
                    <a:pt x="1801676" y="1600080"/>
                  </a:lnTo>
                  <a:lnTo>
                    <a:pt x="1801676" y="1602918"/>
                  </a:lnTo>
                  <a:lnTo>
                    <a:pt x="1797437" y="1602918"/>
                  </a:lnTo>
                  <a:lnTo>
                    <a:pt x="1797437" y="1605046"/>
                  </a:lnTo>
                  <a:lnTo>
                    <a:pt x="1793198" y="1605046"/>
                  </a:lnTo>
                  <a:lnTo>
                    <a:pt x="1793198" y="1606465"/>
                  </a:lnTo>
                  <a:lnTo>
                    <a:pt x="1788959" y="1606465"/>
                  </a:lnTo>
                  <a:lnTo>
                    <a:pt x="1788959" y="1609657"/>
                  </a:lnTo>
                  <a:lnTo>
                    <a:pt x="1784719" y="1609657"/>
                  </a:lnTo>
                  <a:lnTo>
                    <a:pt x="1784719" y="1611784"/>
                  </a:lnTo>
                  <a:lnTo>
                    <a:pt x="1780480" y="1611784"/>
                  </a:lnTo>
                  <a:lnTo>
                    <a:pt x="1780480" y="1614265"/>
                  </a:lnTo>
                  <a:lnTo>
                    <a:pt x="1776241" y="1614265"/>
                  </a:lnTo>
                  <a:lnTo>
                    <a:pt x="1776241" y="1616744"/>
                  </a:lnTo>
                  <a:lnTo>
                    <a:pt x="1772002" y="1616744"/>
                  </a:lnTo>
                  <a:lnTo>
                    <a:pt x="1772002" y="1619222"/>
                  </a:lnTo>
                  <a:lnTo>
                    <a:pt x="1767762" y="1619222"/>
                  </a:lnTo>
                  <a:lnTo>
                    <a:pt x="1767762" y="1621701"/>
                  </a:lnTo>
                  <a:lnTo>
                    <a:pt x="1763523" y="1621701"/>
                  </a:lnTo>
                  <a:lnTo>
                    <a:pt x="1763523" y="1622762"/>
                  </a:lnTo>
                  <a:lnTo>
                    <a:pt x="1759284" y="1622762"/>
                  </a:lnTo>
                  <a:lnTo>
                    <a:pt x="1759284" y="1625947"/>
                  </a:lnTo>
                  <a:lnTo>
                    <a:pt x="1755045" y="1625947"/>
                  </a:lnTo>
                  <a:lnTo>
                    <a:pt x="1755045" y="1628070"/>
                  </a:lnTo>
                  <a:lnTo>
                    <a:pt x="1750805" y="1628070"/>
                  </a:lnTo>
                  <a:lnTo>
                    <a:pt x="1750805" y="1630544"/>
                  </a:lnTo>
                  <a:lnTo>
                    <a:pt x="1746566" y="1630544"/>
                  </a:lnTo>
                  <a:lnTo>
                    <a:pt x="1746566" y="1634786"/>
                  </a:lnTo>
                  <a:lnTo>
                    <a:pt x="1742327" y="1634786"/>
                  </a:lnTo>
                  <a:lnTo>
                    <a:pt x="1742327" y="1639026"/>
                  </a:lnTo>
                  <a:lnTo>
                    <a:pt x="1738088" y="1639026"/>
                  </a:lnTo>
                  <a:lnTo>
                    <a:pt x="1738088" y="1640086"/>
                  </a:lnTo>
                  <a:lnTo>
                    <a:pt x="1733848" y="1640086"/>
                  </a:lnTo>
                  <a:lnTo>
                    <a:pt x="1733848" y="1642557"/>
                  </a:lnTo>
                  <a:lnTo>
                    <a:pt x="1729609" y="1642557"/>
                  </a:lnTo>
                  <a:lnTo>
                    <a:pt x="1729609" y="1646086"/>
                  </a:lnTo>
                  <a:lnTo>
                    <a:pt x="1725370" y="1646086"/>
                  </a:lnTo>
                  <a:lnTo>
                    <a:pt x="1725370" y="1649261"/>
                  </a:lnTo>
                  <a:lnTo>
                    <a:pt x="1721131" y="1649261"/>
                  </a:lnTo>
                  <a:lnTo>
                    <a:pt x="1721131" y="1653141"/>
                  </a:lnTo>
                  <a:lnTo>
                    <a:pt x="1716892" y="1653141"/>
                  </a:lnTo>
                  <a:lnTo>
                    <a:pt x="1716892" y="1655962"/>
                  </a:lnTo>
                  <a:lnTo>
                    <a:pt x="1712652" y="1655962"/>
                  </a:lnTo>
                  <a:lnTo>
                    <a:pt x="1712652" y="1659487"/>
                  </a:lnTo>
                  <a:lnTo>
                    <a:pt x="1708413" y="1659487"/>
                  </a:lnTo>
                  <a:lnTo>
                    <a:pt x="1708413" y="1663012"/>
                  </a:lnTo>
                  <a:lnTo>
                    <a:pt x="1704174" y="1663012"/>
                  </a:lnTo>
                  <a:lnTo>
                    <a:pt x="1704174" y="1667241"/>
                  </a:lnTo>
                  <a:lnTo>
                    <a:pt x="1699935" y="1667241"/>
                  </a:lnTo>
                  <a:lnTo>
                    <a:pt x="1699935" y="1671821"/>
                  </a:lnTo>
                  <a:lnTo>
                    <a:pt x="1695695" y="1671821"/>
                  </a:lnTo>
                  <a:lnTo>
                    <a:pt x="1695695" y="1674992"/>
                  </a:lnTo>
                  <a:lnTo>
                    <a:pt x="1691456" y="1674992"/>
                  </a:lnTo>
                  <a:lnTo>
                    <a:pt x="1691456" y="1676752"/>
                  </a:lnTo>
                  <a:lnTo>
                    <a:pt x="1687217" y="1676752"/>
                  </a:lnTo>
                  <a:lnTo>
                    <a:pt x="1687217" y="1679920"/>
                  </a:lnTo>
                  <a:lnTo>
                    <a:pt x="1682978" y="1679920"/>
                  </a:lnTo>
                  <a:lnTo>
                    <a:pt x="1682978" y="1682736"/>
                  </a:lnTo>
                  <a:lnTo>
                    <a:pt x="1678738" y="1682736"/>
                  </a:lnTo>
                  <a:lnTo>
                    <a:pt x="1678738" y="1685551"/>
                  </a:lnTo>
                  <a:lnTo>
                    <a:pt x="1674499" y="1685551"/>
                  </a:lnTo>
                  <a:lnTo>
                    <a:pt x="1674499" y="1688365"/>
                  </a:lnTo>
                  <a:lnTo>
                    <a:pt x="1670260" y="1688365"/>
                  </a:lnTo>
                  <a:lnTo>
                    <a:pt x="1670260" y="1692585"/>
                  </a:lnTo>
                  <a:lnTo>
                    <a:pt x="1666021" y="1692585"/>
                  </a:lnTo>
                  <a:lnTo>
                    <a:pt x="1666021" y="1696453"/>
                  </a:lnTo>
                  <a:lnTo>
                    <a:pt x="1661781" y="1696453"/>
                  </a:lnTo>
                  <a:lnTo>
                    <a:pt x="1661781" y="1701726"/>
                  </a:lnTo>
                  <a:lnTo>
                    <a:pt x="1657542" y="1701726"/>
                  </a:lnTo>
                  <a:lnTo>
                    <a:pt x="1657542" y="1703483"/>
                  </a:lnTo>
                  <a:lnTo>
                    <a:pt x="1653303" y="1703483"/>
                  </a:lnTo>
                  <a:lnTo>
                    <a:pt x="1653303" y="1708402"/>
                  </a:lnTo>
                  <a:lnTo>
                    <a:pt x="1649064" y="1708402"/>
                  </a:lnTo>
                  <a:lnTo>
                    <a:pt x="1649064" y="1712266"/>
                  </a:lnTo>
                  <a:lnTo>
                    <a:pt x="1644824" y="1712266"/>
                  </a:lnTo>
                  <a:lnTo>
                    <a:pt x="1644824" y="1715779"/>
                  </a:lnTo>
                  <a:lnTo>
                    <a:pt x="1640585" y="1715779"/>
                  </a:lnTo>
                  <a:lnTo>
                    <a:pt x="1640585" y="1718589"/>
                  </a:lnTo>
                  <a:lnTo>
                    <a:pt x="1636346" y="1718589"/>
                  </a:lnTo>
                  <a:lnTo>
                    <a:pt x="1636346" y="1720345"/>
                  </a:lnTo>
                  <a:lnTo>
                    <a:pt x="1632107" y="1720345"/>
                  </a:lnTo>
                  <a:lnTo>
                    <a:pt x="1632107" y="1721749"/>
                  </a:lnTo>
                  <a:lnTo>
                    <a:pt x="1627867" y="1721749"/>
                  </a:lnTo>
                  <a:lnTo>
                    <a:pt x="1627867" y="1725611"/>
                  </a:lnTo>
                  <a:lnTo>
                    <a:pt x="1623628" y="1725611"/>
                  </a:lnTo>
                  <a:lnTo>
                    <a:pt x="1623628" y="1727717"/>
                  </a:lnTo>
                  <a:lnTo>
                    <a:pt x="1619389" y="1727717"/>
                  </a:lnTo>
                  <a:lnTo>
                    <a:pt x="1619389" y="1728769"/>
                  </a:lnTo>
                  <a:lnTo>
                    <a:pt x="1615150" y="1728769"/>
                  </a:lnTo>
                  <a:lnTo>
                    <a:pt x="1615150" y="1733681"/>
                  </a:lnTo>
                  <a:lnTo>
                    <a:pt x="1610911" y="1733681"/>
                  </a:lnTo>
                  <a:lnTo>
                    <a:pt x="1610911" y="1737189"/>
                  </a:lnTo>
                  <a:lnTo>
                    <a:pt x="1606671" y="1737189"/>
                  </a:lnTo>
                  <a:lnTo>
                    <a:pt x="1606671" y="1739643"/>
                  </a:lnTo>
                  <a:lnTo>
                    <a:pt x="1602432" y="1739643"/>
                  </a:lnTo>
                  <a:lnTo>
                    <a:pt x="1602432" y="1743847"/>
                  </a:lnTo>
                  <a:lnTo>
                    <a:pt x="1598193" y="1743847"/>
                  </a:lnTo>
                  <a:lnTo>
                    <a:pt x="1598193" y="1747350"/>
                  </a:lnTo>
                  <a:lnTo>
                    <a:pt x="1593954" y="1747350"/>
                  </a:lnTo>
                  <a:lnTo>
                    <a:pt x="1593954" y="1750852"/>
                  </a:lnTo>
                  <a:lnTo>
                    <a:pt x="1589714" y="1750852"/>
                  </a:lnTo>
                  <a:lnTo>
                    <a:pt x="1589714" y="1753653"/>
                  </a:lnTo>
                  <a:lnTo>
                    <a:pt x="1585475" y="1753653"/>
                  </a:lnTo>
                  <a:lnTo>
                    <a:pt x="1585475" y="1757853"/>
                  </a:lnTo>
                  <a:lnTo>
                    <a:pt x="1581236" y="1757853"/>
                  </a:lnTo>
                  <a:lnTo>
                    <a:pt x="1581236" y="1762051"/>
                  </a:lnTo>
                  <a:lnTo>
                    <a:pt x="1576997" y="1762051"/>
                  </a:lnTo>
                  <a:lnTo>
                    <a:pt x="1576997" y="1764849"/>
                  </a:lnTo>
                  <a:lnTo>
                    <a:pt x="1572757" y="1764849"/>
                  </a:lnTo>
                  <a:lnTo>
                    <a:pt x="1572757" y="1768344"/>
                  </a:lnTo>
                  <a:lnTo>
                    <a:pt x="1568518" y="1768344"/>
                  </a:lnTo>
                  <a:lnTo>
                    <a:pt x="1568518" y="1770440"/>
                  </a:lnTo>
                  <a:lnTo>
                    <a:pt x="1564279" y="1770440"/>
                  </a:lnTo>
                  <a:lnTo>
                    <a:pt x="1564279" y="1773585"/>
                  </a:lnTo>
                  <a:lnTo>
                    <a:pt x="1560040" y="1773585"/>
                  </a:lnTo>
                  <a:lnTo>
                    <a:pt x="1560040" y="1775680"/>
                  </a:lnTo>
                  <a:lnTo>
                    <a:pt x="1555800" y="1775680"/>
                  </a:lnTo>
                  <a:lnTo>
                    <a:pt x="1555800" y="1780220"/>
                  </a:lnTo>
                  <a:lnTo>
                    <a:pt x="1551561" y="1780220"/>
                  </a:lnTo>
                  <a:lnTo>
                    <a:pt x="1551561" y="1783013"/>
                  </a:lnTo>
                  <a:lnTo>
                    <a:pt x="1547322" y="1783013"/>
                  </a:lnTo>
                  <a:lnTo>
                    <a:pt x="1547322" y="1786154"/>
                  </a:lnTo>
                  <a:lnTo>
                    <a:pt x="1543083" y="1786154"/>
                  </a:lnTo>
                  <a:lnTo>
                    <a:pt x="1543083" y="1789293"/>
                  </a:lnTo>
                  <a:lnTo>
                    <a:pt x="1538843" y="1789293"/>
                  </a:lnTo>
                  <a:lnTo>
                    <a:pt x="1538843" y="1792432"/>
                  </a:lnTo>
                  <a:lnTo>
                    <a:pt x="1534604" y="1792432"/>
                  </a:lnTo>
                  <a:lnTo>
                    <a:pt x="1534604" y="1794175"/>
                  </a:lnTo>
                  <a:lnTo>
                    <a:pt x="1530365" y="1794175"/>
                  </a:lnTo>
                  <a:lnTo>
                    <a:pt x="1530365" y="1797661"/>
                  </a:lnTo>
                  <a:lnTo>
                    <a:pt x="1526126" y="1797661"/>
                  </a:lnTo>
                  <a:lnTo>
                    <a:pt x="1526126" y="1800101"/>
                  </a:lnTo>
                  <a:lnTo>
                    <a:pt x="1521886" y="1800101"/>
                  </a:lnTo>
                  <a:lnTo>
                    <a:pt x="1521886" y="1803238"/>
                  </a:lnTo>
                  <a:lnTo>
                    <a:pt x="1517647" y="1803238"/>
                  </a:lnTo>
                  <a:lnTo>
                    <a:pt x="1517647" y="1806026"/>
                  </a:lnTo>
                  <a:lnTo>
                    <a:pt x="1513408" y="1806026"/>
                  </a:lnTo>
                  <a:lnTo>
                    <a:pt x="1513408" y="1808463"/>
                  </a:lnTo>
                  <a:lnTo>
                    <a:pt x="1509169" y="1808463"/>
                  </a:lnTo>
                  <a:lnTo>
                    <a:pt x="1509169" y="1815425"/>
                  </a:lnTo>
                  <a:lnTo>
                    <a:pt x="1504930" y="1815425"/>
                  </a:lnTo>
                  <a:lnTo>
                    <a:pt x="1504930" y="1817861"/>
                  </a:lnTo>
                  <a:lnTo>
                    <a:pt x="1500690" y="1817861"/>
                  </a:lnTo>
                  <a:lnTo>
                    <a:pt x="1500690" y="1822036"/>
                  </a:lnTo>
                  <a:lnTo>
                    <a:pt x="1496451" y="1822036"/>
                  </a:lnTo>
                  <a:lnTo>
                    <a:pt x="1496451" y="1825167"/>
                  </a:lnTo>
                  <a:lnTo>
                    <a:pt x="1492212" y="1825167"/>
                  </a:lnTo>
                  <a:lnTo>
                    <a:pt x="1492212" y="1827949"/>
                  </a:lnTo>
                  <a:lnTo>
                    <a:pt x="1487973" y="1827949"/>
                  </a:lnTo>
                  <a:lnTo>
                    <a:pt x="1487973" y="1832119"/>
                  </a:lnTo>
                  <a:lnTo>
                    <a:pt x="1483733" y="1832119"/>
                  </a:lnTo>
                  <a:lnTo>
                    <a:pt x="1483733" y="1834898"/>
                  </a:lnTo>
                  <a:lnTo>
                    <a:pt x="1479494" y="1834898"/>
                  </a:lnTo>
                  <a:lnTo>
                    <a:pt x="1479494" y="1840801"/>
                  </a:lnTo>
                  <a:lnTo>
                    <a:pt x="1475255" y="1840801"/>
                  </a:lnTo>
                  <a:lnTo>
                    <a:pt x="1475255" y="1842190"/>
                  </a:lnTo>
                  <a:lnTo>
                    <a:pt x="1471016" y="1842190"/>
                  </a:lnTo>
                  <a:lnTo>
                    <a:pt x="1471016" y="1846008"/>
                  </a:lnTo>
                  <a:lnTo>
                    <a:pt x="1466776" y="1846008"/>
                  </a:lnTo>
                  <a:lnTo>
                    <a:pt x="1466776" y="1850174"/>
                  </a:lnTo>
                  <a:lnTo>
                    <a:pt x="1462537" y="1850174"/>
                  </a:lnTo>
                  <a:lnTo>
                    <a:pt x="1462537" y="1852949"/>
                  </a:lnTo>
                  <a:lnTo>
                    <a:pt x="1458298" y="1852949"/>
                  </a:lnTo>
                  <a:lnTo>
                    <a:pt x="1458298" y="1855724"/>
                  </a:lnTo>
                  <a:lnTo>
                    <a:pt x="1454059" y="1855724"/>
                  </a:lnTo>
                  <a:lnTo>
                    <a:pt x="1454059" y="1858151"/>
                  </a:lnTo>
                  <a:lnTo>
                    <a:pt x="1449819" y="1858151"/>
                  </a:lnTo>
                  <a:lnTo>
                    <a:pt x="1449819" y="1861619"/>
                  </a:lnTo>
                  <a:lnTo>
                    <a:pt x="1445580" y="1861619"/>
                  </a:lnTo>
                  <a:lnTo>
                    <a:pt x="1445580" y="1865777"/>
                  </a:lnTo>
                  <a:lnTo>
                    <a:pt x="1441341" y="1865777"/>
                  </a:lnTo>
                  <a:lnTo>
                    <a:pt x="1441341" y="1869243"/>
                  </a:lnTo>
                  <a:lnTo>
                    <a:pt x="1437102" y="1869243"/>
                  </a:lnTo>
                  <a:lnTo>
                    <a:pt x="1437102" y="1873401"/>
                  </a:lnTo>
                  <a:lnTo>
                    <a:pt x="1432862" y="1873401"/>
                  </a:lnTo>
                  <a:lnTo>
                    <a:pt x="1432862" y="1875134"/>
                  </a:lnTo>
                  <a:lnTo>
                    <a:pt x="1428623" y="1875134"/>
                  </a:lnTo>
                  <a:lnTo>
                    <a:pt x="1428623" y="1878252"/>
                  </a:lnTo>
                  <a:lnTo>
                    <a:pt x="1424384" y="1878252"/>
                  </a:lnTo>
                  <a:lnTo>
                    <a:pt x="1424384" y="1881021"/>
                  </a:lnTo>
                  <a:lnTo>
                    <a:pt x="1420145" y="1881021"/>
                  </a:lnTo>
                  <a:lnTo>
                    <a:pt x="1420145" y="1884482"/>
                  </a:lnTo>
                  <a:lnTo>
                    <a:pt x="1415906" y="1884482"/>
                  </a:lnTo>
                  <a:lnTo>
                    <a:pt x="1415906" y="1889324"/>
                  </a:lnTo>
                  <a:lnTo>
                    <a:pt x="1411666" y="1889324"/>
                  </a:lnTo>
                  <a:lnTo>
                    <a:pt x="1411666" y="1893474"/>
                  </a:lnTo>
                  <a:lnTo>
                    <a:pt x="1407427" y="1893474"/>
                  </a:lnTo>
                  <a:lnTo>
                    <a:pt x="1407427" y="1897277"/>
                  </a:lnTo>
                  <a:lnTo>
                    <a:pt x="1403188" y="1897277"/>
                  </a:lnTo>
                  <a:lnTo>
                    <a:pt x="1403188" y="1899005"/>
                  </a:lnTo>
                  <a:lnTo>
                    <a:pt x="1398949" y="1899005"/>
                  </a:lnTo>
                  <a:lnTo>
                    <a:pt x="1398949" y="1901770"/>
                  </a:lnTo>
                  <a:lnTo>
                    <a:pt x="1394709" y="1901770"/>
                  </a:lnTo>
                  <a:lnTo>
                    <a:pt x="1394709" y="1904879"/>
                  </a:lnTo>
                  <a:lnTo>
                    <a:pt x="1390470" y="1904879"/>
                  </a:lnTo>
                  <a:lnTo>
                    <a:pt x="1390470" y="1907987"/>
                  </a:lnTo>
                  <a:lnTo>
                    <a:pt x="1386231" y="1907987"/>
                  </a:lnTo>
                  <a:lnTo>
                    <a:pt x="1386231" y="1912475"/>
                  </a:lnTo>
                  <a:lnTo>
                    <a:pt x="1381992" y="1912475"/>
                  </a:lnTo>
                  <a:lnTo>
                    <a:pt x="1381992" y="1914892"/>
                  </a:lnTo>
                  <a:lnTo>
                    <a:pt x="1377752" y="1914892"/>
                  </a:lnTo>
                  <a:lnTo>
                    <a:pt x="1377752" y="1919725"/>
                  </a:lnTo>
                  <a:lnTo>
                    <a:pt x="1373513" y="1919725"/>
                  </a:lnTo>
                  <a:lnTo>
                    <a:pt x="1373513" y="1922141"/>
                  </a:lnTo>
                  <a:lnTo>
                    <a:pt x="1369274" y="1922141"/>
                  </a:lnTo>
                  <a:lnTo>
                    <a:pt x="1369274" y="1926973"/>
                  </a:lnTo>
                  <a:lnTo>
                    <a:pt x="1365035" y="1926973"/>
                  </a:lnTo>
                  <a:lnTo>
                    <a:pt x="1365035" y="1930078"/>
                  </a:lnTo>
                  <a:lnTo>
                    <a:pt x="1360795" y="1930078"/>
                  </a:lnTo>
                  <a:lnTo>
                    <a:pt x="1360795" y="1935596"/>
                  </a:lnTo>
                  <a:lnTo>
                    <a:pt x="1356556" y="1935596"/>
                  </a:lnTo>
                  <a:lnTo>
                    <a:pt x="1356556" y="1938010"/>
                  </a:lnTo>
                  <a:lnTo>
                    <a:pt x="1352317" y="1938010"/>
                  </a:lnTo>
                  <a:lnTo>
                    <a:pt x="1352317" y="1940423"/>
                  </a:lnTo>
                  <a:lnTo>
                    <a:pt x="1348078" y="1940423"/>
                  </a:lnTo>
                  <a:lnTo>
                    <a:pt x="1348078" y="1943526"/>
                  </a:lnTo>
                  <a:lnTo>
                    <a:pt x="1343838" y="1943526"/>
                  </a:lnTo>
                  <a:lnTo>
                    <a:pt x="1343838" y="1945594"/>
                  </a:lnTo>
                  <a:lnTo>
                    <a:pt x="1339599" y="1945594"/>
                  </a:lnTo>
                  <a:lnTo>
                    <a:pt x="1339599" y="1948695"/>
                  </a:lnTo>
                  <a:lnTo>
                    <a:pt x="1335360" y="1948695"/>
                  </a:lnTo>
                  <a:lnTo>
                    <a:pt x="1335360" y="1952483"/>
                  </a:lnTo>
                  <a:lnTo>
                    <a:pt x="1331121" y="1952483"/>
                  </a:lnTo>
                  <a:lnTo>
                    <a:pt x="1331121" y="1956269"/>
                  </a:lnTo>
                  <a:lnTo>
                    <a:pt x="1326881" y="1956269"/>
                  </a:lnTo>
                  <a:lnTo>
                    <a:pt x="1326881" y="1959712"/>
                  </a:lnTo>
                  <a:lnTo>
                    <a:pt x="1322642" y="1959712"/>
                  </a:lnTo>
                  <a:lnTo>
                    <a:pt x="1322642" y="1961433"/>
                  </a:lnTo>
                  <a:lnTo>
                    <a:pt x="1318403" y="1961433"/>
                  </a:lnTo>
                  <a:lnTo>
                    <a:pt x="1318403" y="1964874"/>
                  </a:lnTo>
                  <a:lnTo>
                    <a:pt x="1314164" y="1964874"/>
                  </a:lnTo>
                  <a:lnTo>
                    <a:pt x="1314164" y="1967971"/>
                  </a:lnTo>
                  <a:lnTo>
                    <a:pt x="1309925" y="1967971"/>
                  </a:lnTo>
                  <a:lnTo>
                    <a:pt x="1309925" y="1971756"/>
                  </a:lnTo>
                  <a:lnTo>
                    <a:pt x="1305685" y="1971756"/>
                  </a:lnTo>
                  <a:lnTo>
                    <a:pt x="1305685" y="1978290"/>
                  </a:lnTo>
                  <a:lnTo>
                    <a:pt x="1301446" y="1978290"/>
                  </a:lnTo>
                  <a:lnTo>
                    <a:pt x="1301446" y="1981041"/>
                  </a:lnTo>
                  <a:lnTo>
                    <a:pt x="1297207" y="1981041"/>
                  </a:lnTo>
                  <a:lnTo>
                    <a:pt x="1297207" y="1984135"/>
                  </a:lnTo>
                  <a:lnTo>
                    <a:pt x="1292968" y="1984135"/>
                  </a:lnTo>
                  <a:lnTo>
                    <a:pt x="1292968" y="1988259"/>
                  </a:lnTo>
                  <a:lnTo>
                    <a:pt x="1288728" y="1988259"/>
                  </a:lnTo>
                  <a:lnTo>
                    <a:pt x="1288728" y="1992040"/>
                  </a:lnTo>
                  <a:lnTo>
                    <a:pt x="1284489" y="1992040"/>
                  </a:lnTo>
                  <a:lnTo>
                    <a:pt x="1284489" y="1994445"/>
                  </a:lnTo>
                  <a:lnTo>
                    <a:pt x="1280250" y="1994445"/>
                  </a:lnTo>
                  <a:lnTo>
                    <a:pt x="1280250" y="1998568"/>
                  </a:lnTo>
                  <a:lnTo>
                    <a:pt x="1276011" y="1998568"/>
                  </a:lnTo>
                  <a:lnTo>
                    <a:pt x="1276011" y="2003375"/>
                  </a:lnTo>
                  <a:lnTo>
                    <a:pt x="1271771" y="2003375"/>
                  </a:lnTo>
                  <a:lnTo>
                    <a:pt x="1271771" y="2006465"/>
                  </a:lnTo>
                  <a:lnTo>
                    <a:pt x="1267532" y="2006465"/>
                  </a:lnTo>
                  <a:lnTo>
                    <a:pt x="1267532" y="2011956"/>
                  </a:lnTo>
                  <a:lnTo>
                    <a:pt x="1263293" y="2011956"/>
                  </a:lnTo>
                  <a:lnTo>
                    <a:pt x="1263293" y="2016074"/>
                  </a:lnTo>
                  <a:lnTo>
                    <a:pt x="1259054" y="2016074"/>
                  </a:lnTo>
                  <a:lnTo>
                    <a:pt x="1259054" y="2020533"/>
                  </a:lnTo>
                  <a:lnTo>
                    <a:pt x="1254814" y="2020533"/>
                  </a:lnTo>
                  <a:lnTo>
                    <a:pt x="1254814" y="2024306"/>
                  </a:lnTo>
                  <a:lnTo>
                    <a:pt x="1250575" y="2024306"/>
                  </a:lnTo>
                  <a:lnTo>
                    <a:pt x="1250575" y="2030478"/>
                  </a:lnTo>
                  <a:lnTo>
                    <a:pt x="1246336" y="2030478"/>
                  </a:lnTo>
                  <a:lnTo>
                    <a:pt x="1246336" y="2034933"/>
                  </a:lnTo>
                  <a:lnTo>
                    <a:pt x="1242097" y="2034933"/>
                  </a:lnTo>
                  <a:lnTo>
                    <a:pt x="1242097" y="2038701"/>
                  </a:lnTo>
                  <a:lnTo>
                    <a:pt x="1237857" y="2038701"/>
                  </a:lnTo>
                  <a:lnTo>
                    <a:pt x="1237857" y="2041441"/>
                  </a:lnTo>
                  <a:lnTo>
                    <a:pt x="1233618" y="2041441"/>
                  </a:lnTo>
                  <a:lnTo>
                    <a:pt x="1233618" y="2044523"/>
                  </a:lnTo>
                  <a:lnTo>
                    <a:pt x="1229379" y="2044523"/>
                  </a:lnTo>
                  <a:lnTo>
                    <a:pt x="1229379" y="2050001"/>
                  </a:lnTo>
                  <a:lnTo>
                    <a:pt x="1225140" y="2050001"/>
                  </a:lnTo>
                  <a:lnTo>
                    <a:pt x="1225140" y="2053081"/>
                  </a:lnTo>
                  <a:lnTo>
                    <a:pt x="1220900" y="2053081"/>
                  </a:lnTo>
                  <a:lnTo>
                    <a:pt x="1220900" y="2057531"/>
                  </a:lnTo>
                  <a:lnTo>
                    <a:pt x="1216661" y="2057531"/>
                  </a:lnTo>
                  <a:lnTo>
                    <a:pt x="1216661" y="2062664"/>
                  </a:lnTo>
                  <a:lnTo>
                    <a:pt x="1212422" y="2062664"/>
                  </a:lnTo>
                  <a:lnTo>
                    <a:pt x="1212422" y="2067112"/>
                  </a:lnTo>
                  <a:lnTo>
                    <a:pt x="1208183" y="2067112"/>
                  </a:lnTo>
                  <a:lnTo>
                    <a:pt x="1208183" y="2070191"/>
                  </a:lnTo>
                  <a:lnTo>
                    <a:pt x="1203944" y="2070191"/>
                  </a:lnTo>
                  <a:lnTo>
                    <a:pt x="1203944" y="2074296"/>
                  </a:lnTo>
                  <a:lnTo>
                    <a:pt x="1199704" y="2074296"/>
                  </a:lnTo>
                  <a:lnTo>
                    <a:pt x="1199704" y="2078401"/>
                  </a:lnTo>
                  <a:lnTo>
                    <a:pt x="1195465" y="2078401"/>
                  </a:lnTo>
                  <a:lnTo>
                    <a:pt x="1195465" y="2084557"/>
                  </a:lnTo>
                  <a:lnTo>
                    <a:pt x="1191226" y="2084557"/>
                  </a:lnTo>
                  <a:lnTo>
                    <a:pt x="1191226" y="2087293"/>
                  </a:lnTo>
                  <a:lnTo>
                    <a:pt x="1186987" y="2087293"/>
                  </a:lnTo>
                  <a:lnTo>
                    <a:pt x="1186987" y="2090027"/>
                  </a:lnTo>
                  <a:lnTo>
                    <a:pt x="1182747" y="2090027"/>
                  </a:lnTo>
                  <a:lnTo>
                    <a:pt x="1182747" y="2094127"/>
                  </a:lnTo>
                  <a:lnTo>
                    <a:pt x="1178508" y="2094127"/>
                  </a:lnTo>
                  <a:lnTo>
                    <a:pt x="1178508" y="2099592"/>
                  </a:lnTo>
                  <a:lnTo>
                    <a:pt x="1174269" y="2099592"/>
                  </a:lnTo>
                  <a:lnTo>
                    <a:pt x="1174269" y="2104373"/>
                  </a:lnTo>
                  <a:lnTo>
                    <a:pt x="1170030" y="2104373"/>
                  </a:lnTo>
                  <a:lnTo>
                    <a:pt x="1170030" y="2107446"/>
                  </a:lnTo>
                  <a:lnTo>
                    <a:pt x="1165790" y="2107446"/>
                  </a:lnTo>
                  <a:lnTo>
                    <a:pt x="1165790" y="2112227"/>
                  </a:lnTo>
                  <a:lnTo>
                    <a:pt x="1161551" y="2112227"/>
                  </a:lnTo>
                  <a:lnTo>
                    <a:pt x="1161551" y="2116664"/>
                  </a:lnTo>
                  <a:lnTo>
                    <a:pt x="1157312" y="2116664"/>
                  </a:lnTo>
                  <a:lnTo>
                    <a:pt x="1157312" y="2121782"/>
                  </a:lnTo>
                  <a:lnTo>
                    <a:pt x="1153073" y="2121782"/>
                  </a:lnTo>
                  <a:lnTo>
                    <a:pt x="1153073" y="2125876"/>
                  </a:lnTo>
                  <a:lnTo>
                    <a:pt x="1148833" y="2125876"/>
                  </a:lnTo>
                  <a:lnTo>
                    <a:pt x="1148833" y="2129626"/>
                  </a:lnTo>
                  <a:lnTo>
                    <a:pt x="1144594" y="2129626"/>
                  </a:lnTo>
                  <a:lnTo>
                    <a:pt x="1144594" y="2135762"/>
                  </a:lnTo>
                  <a:lnTo>
                    <a:pt x="1140355" y="2135762"/>
                  </a:lnTo>
                  <a:lnTo>
                    <a:pt x="1140355" y="2139512"/>
                  </a:lnTo>
                  <a:lnTo>
                    <a:pt x="1136116" y="2139512"/>
                  </a:lnTo>
                  <a:lnTo>
                    <a:pt x="1136116" y="2144282"/>
                  </a:lnTo>
                  <a:lnTo>
                    <a:pt x="1131876" y="2144282"/>
                  </a:lnTo>
                  <a:lnTo>
                    <a:pt x="1131876" y="2150073"/>
                  </a:lnTo>
                  <a:lnTo>
                    <a:pt x="1127637" y="2150073"/>
                  </a:lnTo>
                  <a:lnTo>
                    <a:pt x="1127637" y="2155181"/>
                  </a:lnTo>
                  <a:lnTo>
                    <a:pt x="1123398" y="2155181"/>
                  </a:lnTo>
                  <a:lnTo>
                    <a:pt x="1123398" y="2158586"/>
                  </a:lnTo>
                  <a:lnTo>
                    <a:pt x="1119159" y="2158586"/>
                  </a:lnTo>
                  <a:lnTo>
                    <a:pt x="1119159" y="2161308"/>
                  </a:lnTo>
                  <a:lnTo>
                    <a:pt x="1114919" y="2161308"/>
                  </a:lnTo>
                  <a:lnTo>
                    <a:pt x="1114919" y="2165732"/>
                  </a:lnTo>
                  <a:lnTo>
                    <a:pt x="1110680" y="2165732"/>
                  </a:lnTo>
                  <a:lnTo>
                    <a:pt x="1110680" y="2168455"/>
                  </a:lnTo>
                  <a:lnTo>
                    <a:pt x="1106441" y="2168455"/>
                  </a:lnTo>
                  <a:lnTo>
                    <a:pt x="1106441" y="2172537"/>
                  </a:lnTo>
                  <a:lnTo>
                    <a:pt x="1102202" y="2172537"/>
                  </a:lnTo>
                  <a:lnTo>
                    <a:pt x="1102202" y="2175259"/>
                  </a:lnTo>
                  <a:lnTo>
                    <a:pt x="1097963" y="2175259"/>
                  </a:lnTo>
                  <a:lnTo>
                    <a:pt x="1097963" y="2178659"/>
                  </a:lnTo>
                  <a:lnTo>
                    <a:pt x="1093723" y="2178659"/>
                  </a:lnTo>
                  <a:lnTo>
                    <a:pt x="1093723" y="2183078"/>
                  </a:lnTo>
                  <a:lnTo>
                    <a:pt x="1089484" y="2183078"/>
                  </a:lnTo>
                  <a:lnTo>
                    <a:pt x="1089484" y="2186816"/>
                  </a:lnTo>
                  <a:lnTo>
                    <a:pt x="1085245" y="2186816"/>
                  </a:lnTo>
                  <a:lnTo>
                    <a:pt x="1085245" y="2190893"/>
                  </a:lnTo>
                  <a:lnTo>
                    <a:pt x="1081006" y="2190893"/>
                  </a:lnTo>
                  <a:lnTo>
                    <a:pt x="1081006" y="2194631"/>
                  </a:lnTo>
                  <a:lnTo>
                    <a:pt x="1076766" y="2194631"/>
                  </a:lnTo>
                  <a:lnTo>
                    <a:pt x="1076766" y="2200744"/>
                  </a:lnTo>
                  <a:lnTo>
                    <a:pt x="1072527" y="2200744"/>
                  </a:lnTo>
                  <a:lnTo>
                    <a:pt x="1072527" y="2203461"/>
                  </a:lnTo>
                  <a:lnTo>
                    <a:pt x="1068288" y="2203461"/>
                  </a:lnTo>
                  <a:lnTo>
                    <a:pt x="1068288" y="2207874"/>
                  </a:lnTo>
                  <a:lnTo>
                    <a:pt x="1064049" y="2207874"/>
                  </a:lnTo>
                  <a:lnTo>
                    <a:pt x="1064049" y="2213303"/>
                  </a:lnTo>
                  <a:lnTo>
                    <a:pt x="1059809" y="2213303"/>
                  </a:lnTo>
                  <a:lnTo>
                    <a:pt x="1059809" y="2219410"/>
                  </a:lnTo>
                  <a:lnTo>
                    <a:pt x="1055570" y="2219410"/>
                  </a:lnTo>
                  <a:lnTo>
                    <a:pt x="1055570" y="2222463"/>
                  </a:lnTo>
                  <a:lnTo>
                    <a:pt x="1051331" y="2222463"/>
                  </a:lnTo>
                  <a:lnTo>
                    <a:pt x="1051331" y="2228569"/>
                  </a:lnTo>
                  <a:lnTo>
                    <a:pt x="1047092" y="2228569"/>
                  </a:lnTo>
                  <a:lnTo>
                    <a:pt x="1047092" y="2231621"/>
                  </a:lnTo>
                  <a:lnTo>
                    <a:pt x="1042852" y="2231621"/>
                  </a:lnTo>
                  <a:lnTo>
                    <a:pt x="1042852" y="2236028"/>
                  </a:lnTo>
                  <a:lnTo>
                    <a:pt x="1038613" y="2236028"/>
                  </a:lnTo>
                  <a:lnTo>
                    <a:pt x="1038613" y="2238061"/>
                  </a:lnTo>
                  <a:lnTo>
                    <a:pt x="1034374" y="2238061"/>
                  </a:lnTo>
                  <a:lnTo>
                    <a:pt x="1034374" y="2242805"/>
                  </a:lnTo>
                  <a:lnTo>
                    <a:pt x="1030135" y="2242805"/>
                  </a:lnTo>
                  <a:lnTo>
                    <a:pt x="1030135" y="2246869"/>
                  </a:lnTo>
                  <a:lnTo>
                    <a:pt x="1025895" y="2246869"/>
                  </a:lnTo>
                  <a:lnTo>
                    <a:pt x="1025895" y="2251610"/>
                  </a:lnTo>
                  <a:lnTo>
                    <a:pt x="1021656" y="2251610"/>
                  </a:lnTo>
                  <a:lnTo>
                    <a:pt x="1021656" y="2255674"/>
                  </a:lnTo>
                  <a:lnTo>
                    <a:pt x="1017417" y="2255674"/>
                  </a:lnTo>
                  <a:lnTo>
                    <a:pt x="1017417" y="2258044"/>
                  </a:lnTo>
                  <a:lnTo>
                    <a:pt x="1013178" y="2258044"/>
                  </a:lnTo>
                  <a:lnTo>
                    <a:pt x="1013178" y="2262782"/>
                  </a:lnTo>
                  <a:lnTo>
                    <a:pt x="1008939" y="2262782"/>
                  </a:lnTo>
                  <a:lnTo>
                    <a:pt x="1008939" y="2271238"/>
                  </a:lnTo>
                  <a:lnTo>
                    <a:pt x="1004699" y="2271238"/>
                  </a:lnTo>
                  <a:lnTo>
                    <a:pt x="1004699" y="2274281"/>
                  </a:lnTo>
                  <a:lnTo>
                    <a:pt x="1000460" y="2274281"/>
                  </a:lnTo>
                  <a:lnTo>
                    <a:pt x="1000460" y="2276647"/>
                  </a:lnTo>
                  <a:lnTo>
                    <a:pt x="996221" y="2276647"/>
                  </a:lnTo>
                  <a:lnTo>
                    <a:pt x="996221" y="2281717"/>
                  </a:lnTo>
                  <a:lnTo>
                    <a:pt x="991982" y="2281717"/>
                  </a:lnTo>
                  <a:lnTo>
                    <a:pt x="991982" y="2287124"/>
                  </a:lnTo>
                  <a:lnTo>
                    <a:pt x="987742" y="2287124"/>
                  </a:lnTo>
                  <a:lnTo>
                    <a:pt x="987742" y="2289489"/>
                  </a:lnTo>
                  <a:lnTo>
                    <a:pt x="983503" y="2289489"/>
                  </a:lnTo>
                  <a:lnTo>
                    <a:pt x="983503" y="2294892"/>
                  </a:lnTo>
                  <a:lnTo>
                    <a:pt x="979264" y="2294892"/>
                  </a:lnTo>
                  <a:lnTo>
                    <a:pt x="979264" y="2299617"/>
                  </a:lnTo>
                  <a:lnTo>
                    <a:pt x="975025" y="2299617"/>
                  </a:lnTo>
                  <a:lnTo>
                    <a:pt x="975025" y="2303666"/>
                  </a:lnTo>
                  <a:lnTo>
                    <a:pt x="970785" y="2303666"/>
                  </a:lnTo>
                  <a:lnTo>
                    <a:pt x="970785" y="2307039"/>
                  </a:lnTo>
                  <a:lnTo>
                    <a:pt x="966546" y="2307039"/>
                  </a:lnTo>
                  <a:lnTo>
                    <a:pt x="966546" y="2310075"/>
                  </a:lnTo>
                  <a:lnTo>
                    <a:pt x="962307" y="2310075"/>
                  </a:lnTo>
                  <a:lnTo>
                    <a:pt x="962307" y="2313785"/>
                  </a:lnTo>
                  <a:lnTo>
                    <a:pt x="958068" y="2313785"/>
                  </a:lnTo>
                  <a:lnTo>
                    <a:pt x="958068" y="2318506"/>
                  </a:lnTo>
                  <a:lnTo>
                    <a:pt x="953828" y="2318506"/>
                  </a:lnTo>
                  <a:lnTo>
                    <a:pt x="953828" y="2322213"/>
                  </a:lnTo>
                  <a:lnTo>
                    <a:pt x="949589" y="2322213"/>
                  </a:lnTo>
                  <a:lnTo>
                    <a:pt x="949589" y="2326255"/>
                  </a:lnTo>
                  <a:lnTo>
                    <a:pt x="945350" y="2326255"/>
                  </a:lnTo>
                  <a:lnTo>
                    <a:pt x="945350" y="2330633"/>
                  </a:lnTo>
                  <a:lnTo>
                    <a:pt x="941111" y="2330633"/>
                  </a:lnTo>
                  <a:lnTo>
                    <a:pt x="941111" y="2335684"/>
                  </a:lnTo>
                  <a:lnTo>
                    <a:pt x="936871" y="2335684"/>
                  </a:lnTo>
                  <a:lnTo>
                    <a:pt x="936871" y="2340397"/>
                  </a:lnTo>
                  <a:lnTo>
                    <a:pt x="932632" y="2340397"/>
                  </a:lnTo>
                  <a:lnTo>
                    <a:pt x="932632" y="2346457"/>
                  </a:lnTo>
                  <a:lnTo>
                    <a:pt x="928393" y="2346457"/>
                  </a:lnTo>
                  <a:lnTo>
                    <a:pt x="928393" y="2349486"/>
                  </a:lnTo>
                  <a:lnTo>
                    <a:pt x="924154" y="2349486"/>
                  </a:lnTo>
                  <a:lnTo>
                    <a:pt x="924154" y="2354871"/>
                  </a:lnTo>
                  <a:lnTo>
                    <a:pt x="919914" y="2354871"/>
                  </a:lnTo>
                  <a:lnTo>
                    <a:pt x="919914" y="2358907"/>
                  </a:lnTo>
                  <a:lnTo>
                    <a:pt x="915675" y="2358907"/>
                  </a:lnTo>
                  <a:lnTo>
                    <a:pt x="915675" y="2363278"/>
                  </a:lnTo>
                  <a:lnTo>
                    <a:pt x="911436" y="2363278"/>
                  </a:lnTo>
                  <a:lnTo>
                    <a:pt x="911436" y="2368993"/>
                  </a:lnTo>
                  <a:lnTo>
                    <a:pt x="907197" y="2368993"/>
                  </a:lnTo>
                  <a:lnTo>
                    <a:pt x="907197" y="2374035"/>
                  </a:lnTo>
                  <a:lnTo>
                    <a:pt x="902958" y="2374035"/>
                  </a:lnTo>
                  <a:lnTo>
                    <a:pt x="902958" y="2379414"/>
                  </a:lnTo>
                  <a:lnTo>
                    <a:pt x="898718" y="2379414"/>
                  </a:lnTo>
                  <a:lnTo>
                    <a:pt x="898718" y="2385127"/>
                  </a:lnTo>
                  <a:lnTo>
                    <a:pt x="894479" y="2385127"/>
                  </a:lnTo>
                  <a:lnTo>
                    <a:pt x="894479" y="2392183"/>
                  </a:lnTo>
                  <a:lnTo>
                    <a:pt x="890240" y="2392183"/>
                  </a:lnTo>
                  <a:lnTo>
                    <a:pt x="890240" y="2397889"/>
                  </a:lnTo>
                  <a:lnTo>
                    <a:pt x="886001" y="2397889"/>
                  </a:lnTo>
                  <a:lnTo>
                    <a:pt x="886001" y="2403259"/>
                  </a:lnTo>
                  <a:lnTo>
                    <a:pt x="881761" y="2403259"/>
                  </a:lnTo>
                  <a:lnTo>
                    <a:pt x="881761" y="2408964"/>
                  </a:lnTo>
                  <a:lnTo>
                    <a:pt x="877522" y="2408964"/>
                  </a:lnTo>
                  <a:lnTo>
                    <a:pt x="877522" y="2412653"/>
                  </a:lnTo>
                  <a:lnTo>
                    <a:pt x="873283" y="2412653"/>
                  </a:lnTo>
                  <a:lnTo>
                    <a:pt x="873283" y="2416007"/>
                  </a:lnTo>
                  <a:lnTo>
                    <a:pt x="869044" y="2416007"/>
                  </a:lnTo>
                  <a:lnTo>
                    <a:pt x="869044" y="2422042"/>
                  </a:lnTo>
                  <a:lnTo>
                    <a:pt x="864804" y="2422042"/>
                  </a:lnTo>
                  <a:lnTo>
                    <a:pt x="864804" y="2427071"/>
                  </a:lnTo>
                  <a:lnTo>
                    <a:pt x="860565" y="2427071"/>
                  </a:lnTo>
                  <a:lnTo>
                    <a:pt x="860565" y="2431428"/>
                  </a:lnTo>
                  <a:lnTo>
                    <a:pt x="856326" y="2431428"/>
                  </a:lnTo>
                  <a:lnTo>
                    <a:pt x="856326" y="2439470"/>
                  </a:lnTo>
                  <a:lnTo>
                    <a:pt x="852087" y="2439470"/>
                  </a:lnTo>
                  <a:lnTo>
                    <a:pt x="852087" y="2445835"/>
                  </a:lnTo>
                  <a:lnTo>
                    <a:pt x="847847" y="2445835"/>
                  </a:lnTo>
                  <a:lnTo>
                    <a:pt x="847847" y="2452870"/>
                  </a:lnTo>
                  <a:lnTo>
                    <a:pt x="843608" y="2452870"/>
                  </a:lnTo>
                  <a:lnTo>
                    <a:pt x="843608" y="2458564"/>
                  </a:lnTo>
                  <a:lnTo>
                    <a:pt x="839369" y="2458564"/>
                  </a:lnTo>
                  <a:lnTo>
                    <a:pt x="839369" y="2462583"/>
                  </a:lnTo>
                  <a:lnTo>
                    <a:pt x="835130" y="2462583"/>
                  </a:lnTo>
                  <a:lnTo>
                    <a:pt x="835130" y="2466935"/>
                  </a:lnTo>
                  <a:lnTo>
                    <a:pt x="830890" y="2466935"/>
                  </a:lnTo>
                  <a:lnTo>
                    <a:pt x="830890" y="2473627"/>
                  </a:lnTo>
                  <a:lnTo>
                    <a:pt x="826651" y="2473627"/>
                  </a:lnTo>
                  <a:lnTo>
                    <a:pt x="826651" y="2480318"/>
                  </a:lnTo>
                  <a:lnTo>
                    <a:pt x="822412" y="2480318"/>
                  </a:lnTo>
                  <a:lnTo>
                    <a:pt x="822412" y="2485335"/>
                  </a:lnTo>
                  <a:lnTo>
                    <a:pt x="818173" y="2485335"/>
                  </a:lnTo>
                  <a:lnTo>
                    <a:pt x="818173" y="2491690"/>
                  </a:lnTo>
                  <a:lnTo>
                    <a:pt x="813933" y="2491690"/>
                  </a:lnTo>
                  <a:lnTo>
                    <a:pt x="813933" y="2497041"/>
                  </a:lnTo>
                  <a:lnTo>
                    <a:pt x="809694" y="2497041"/>
                  </a:lnTo>
                  <a:lnTo>
                    <a:pt x="809694" y="2504062"/>
                  </a:lnTo>
                  <a:lnTo>
                    <a:pt x="805455" y="2504062"/>
                  </a:lnTo>
                  <a:lnTo>
                    <a:pt x="805455" y="2508409"/>
                  </a:lnTo>
                  <a:lnTo>
                    <a:pt x="801216" y="2508409"/>
                  </a:lnTo>
                  <a:lnTo>
                    <a:pt x="801216" y="2513755"/>
                  </a:lnTo>
                  <a:lnTo>
                    <a:pt x="796977" y="2513755"/>
                  </a:lnTo>
                  <a:lnTo>
                    <a:pt x="796977" y="2516761"/>
                  </a:lnTo>
                  <a:lnTo>
                    <a:pt x="792737" y="2516761"/>
                  </a:lnTo>
                  <a:lnTo>
                    <a:pt x="792737" y="2523104"/>
                  </a:lnTo>
                  <a:lnTo>
                    <a:pt x="788498" y="2523104"/>
                  </a:lnTo>
                  <a:lnTo>
                    <a:pt x="788498" y="2527444"/>
                  </a:lnTo>
                  <a:lnTo>
                    <a:pt x="784259" y="2527444"/>
                  </a:lnTo>
                  <a:lnTo>
                    <a:pt x="784259" y="2534454"/>
                  </a:lnTo>
                  <a:lnTo>
                    <a:pt x="780020" y="2534454"/>
                  </a:lnTo>
                  <a:lnTo>
                    <a:pt x="780020" y="2539125"/>
                  </a:lnTo>
                  <a:lnTo>
                    <a:pt x="775780" y="2539125"/>
                  </a:lnTo>
                  <a:lnTo>
                    <a:pt x="775780" y="2545465"/>
                  </a:lnTo>
                  <a:lnTo>
                    <a:pt x="771541" y="2545465"/>
                  </a:lnTo>
                  <a:lnTo>
                    <a:pt x="771541" y="2549466"/>
                  </a:lnTo>
                  <a:lnTo>
                    <a:pt x="767302" y="2549466"/>
                  </a:lnTo>
                  <a:lnTo>
                    <a:pt x="767302" y="2555800"/>
                  </a:lnTo>
                  <a:lnTo>
                    <a:pt x="763063" y="2555800"/>
                  </a:lnTo>
                  <a:lnTo>
                    <a:pt x="763063" y="2559800"/>
                  </a:lnTo>
                  <a:lnTo>
                    <a:pt x="758823" y="2559800"/>
                  </a:lnTo>
                  <a:lnTo>
                    <a:pt x="758823" y="2564132"/>
                  </a:lnTo>
                  <a:lnTo>
                    <a:pt x="754584" y="2564132"/>
                  </a:lnTo>
                  <a:lnTo>
                    <a:pt x="754584" y="2571795"/>
                  </a:lnTo>
                  <a:lnTo>
                    <a:pt x="750345" y="2571795"/>
                  </a:lnTo>
                  <a:lnTo>
                    <a:pt x="750345" y="2577791"/>
                  </a:lnTo>
                  <a:lnTo>
                    <a:pt x="746106" y="2577791"/>
                  </a:lnTo>
                  <a:lnTo>
                    <a:pt x="746106" y="2583784"/>
                  </a:lnTo>
                  <a:lnTo>
                    <a:pt x="741866" y="2583784"/>
                  </a:lnTo>
                  <a:lnTo>
                    <a:pt x="741866" y="2586778"/>
                  </a:lnTo>
                  <a:lnTo>
                    <a:pt x="737627" y="2586778"/>
                  </a:lnTo>
                  <a:lnTo>
                    <a:pt x="737627" y="2592433"/>
                  </a:lnTo>
                  <a:lnTo>
                    <a:pt x="733388" y="2592433"/>
                  </a:lnTo>
                  <a:lnTo>
                    <a:pt x="733388" y="2597753"/>
                  </a:lnTo>
                  <a:lnTo>
                    <a:pt x="729149" y="2597753"/>
                  </a:lnTo>
                  <a:lnTo>
                    <a:pt x="729149" y="2602074"/>
                  </a:lnTo>
                  <a:lnTo>
                    <a:pt x="724909" y="2602074"/>
                  </a:lnTo>
                  <a:lnTo>
                    <a:pt x="724909" y="2606063"/>
                  </a:lnTo>
                  <a:lnTo>
                    <a:pt x="720670" y="2606063"/>
                  </a:lnTo>
                  <a:lnTo>
                    <a:pt x="720670" y="2611048"/>
                  </a:lnTo>
                  <a:lnTo>
                    <a:pt x="716431" y="2611048"/>
                  </a:lnTo>
                  <a:lnTo>
                    <a:pt x="716431" y="2616363"/>
                  </a:lnTo>
                  <a:lnTo>
                    <a:pt x="712192" y="2616363"/>
                  </a:lnTo>
                  <a:lnTo>
                    <a:pt x="712192" y="2622337"/>
                  </a:lnTo>
                  <a:lnTo>
                    <a:pt x="707953" y="2622337"/>
                  </a:lnTo>
                  <a:lnTo>
                    <a:pt x="707953" y="2626318"/>
                  </a:lnTo>
                  <a:lnTo>
                    <a:pt x="703713" y="2626318"/>
                  </a:lnTo>
                  <a:lnTo>
                    <a:pt x="703713" y="2630630"/>
                  </a:lnTo>
                  <a:lnTo>
                    <a:pt x="699474" y="2630630"/>
                  </a:lnTo>
                  <a:lnTo>
                    <a:pt x="699474" y="2636599"/>
                  </a:lnTo>
                  <a:lnTo>
                    <a:pt x="695235" y="2636599"/>
                  </a:lnTo>
                  <a:lnTo>
                    <a:pt x="695235" y="2642235"/>
                  </a:lnTo>
                  <a:lnTo>
                    <a:pt x="690996" y="2642235"/>
                  </a:lnTo>
                  <a:lnTo>
                    <a:pt x="690996" y="2650190"/>
                  </a:lnTo>
                  <a:lnTo>
                    <a:pt x="686756" y="2650190"/>
                  </a:lnTo>
                  <a:lnTo>
                    <a:pt x="686756" y="2655823"/>
                  </a:lnTo>
                  <a:lnTo>
                    <a:pt x="682517" y="2655823"/>
                  </a:lnTo>
                  <a:lnTo>
                    <a:pt x="682517" y="2662779"/>
                  </a:lnTo>
                  <a:lnTo>
                    <a:pt x="678278" y="2662779"/>
                  </a:lnTo>
                  <a:lnTo>
                    <a:pt x="678278" y="2670395"/>
                  </a:lnTo>
                  <a:lnTo>
                    <a:pt x="674039" y="2670395"/>
                  </a:lnTo>
                  <a:lnTo>
                    <a:pt x="674039" y="2676023"/>
                  </a:lnTo>
                  <a:lnTo>
                    <a:pt x="669799" y="2676023"/>
                  </a:lnTo>
                  <a:lnTo>
                    <a:pt x="669799" y="2683636"/>
                  </a:lnTo>
                  <a:lnTo>
                    <a:pt x="665560" y="2683636"/>
                  </a:lnTo>
                  <a:lnTo>
                    <a:pt x="665560" y="2689593"/>
                  </a:lnTo>
                  <a:lnTo>
                    <a:pt x="661321" y="2689593"/>
                  </a:lnTo>
                  <a:lnTo>
                    <a:pt x="661321" y="2694887"/>
                  </a:lnTo>
                  <a:lnTo>
                    <a:pt x="657082" y="2694887"/>
                  </a:lnTo>
                  <a:lnTo>
                    <a:pt x="657082" y="2701502"/>
                  </a:lnTo>
                  <a:lnTo>
                    <a:pt x="652842" y="2701502"/>
                  </a:lnTo>
                  <a:lnTo>
                    <a:pt x="652842" y="2706127"/>
                  </a:lnTo>
                  <a:lnTo>
                    <a:pt x="648603" y="2706127"/>
                  </a:lnTo>
                  <a:lnTo>
                    <a:pt x="648603" y="2712733"/>
                  </a:lnTo>
                  <a:lnTo>
                    <a:pt x="644364" y="2712733"/>
                  </a:lnTo>
                  <a:lnTo>
                    <a:pt x="644364" y="2720658"/>
                  </a:lnTo>
                  <a:lnTo>
                    <a:pt x="640125" y="2720658"/>
                  </a:lnTo>
                  <a:lnTo>
                    <a:pt x="640125" y="2727591"/>
                  </a:lnTo>
                  <a:lnTo>
                    <a:pt x="635885" y="2727591"/>
                  </a:lnTo>
                  <a:lnTo>
                    <a:pt x="635885" y="2734193"/>
                  </a:lnTo>
                  <a:lnTo>
                    <a:pt x="631646" y="2734193"/>
                  </a:lnTo>
                  <a:lnTo>
                    <a:pt x="631646" y="2736833"/>
                  </a:lnTo>
                  <a:lnTo>
                    <a:pt x="627407" y="2736833"/>
                  </a:lnTo>
                  <a:lnTo>
                    <a:pt x="627407" y="2743431"/>
                  </a:lnTo>
                  <a:lnTo>
                    <a:pt x="623168" y="2743431"/>
                  </a:lnTo>
                  <a:lnTo>
                    <a:pt x="623168" y="2749695"/>
                  </a:lnTo>
                  <a:lnTo>
                    <a:pt x="618928" y="2749695"/>
                  </a:lnTo>
                  <a:lnTo>
                    <a:pt x="618928" y="2756617"/>
                  </a:lnTo>
                  <a:lnTo>
                    <a:pt x="614689" y="2756617"/>
                  </a:lnTo>
                  <a:lnTo>
                    <a:pt x="614689" y="2761230"/>
                  </a:lnTo>
                  <a:lnTo>
                    <a:pt x="610450" y="2761230"/>
                  </a:lnTo>
                  <a:lnTo>
                    <a:pt x="610450" y="2766502"/>
                  </a:lnTo>
                  <a:lnTo>
                    <a:pt x="606211" y="2766502"/>
                  </a:lnTo>
                  <a:lnTo>
                    <a:pt x="606211" y="2773749"/>
                  </a:lnTo>
                  <a:lnTo>
                    <a:pt x="601972" y="2773749"/>
                  </a:lnTo>
                  <a:lnTo>
                    <a:pt x="601972" y="2781982"/>
                  </a:lnTo>
                  <a:lnTo>
                    <a:pt x="597732" y="2781982"/>
                  </a:lnTo>
                  <a:lnTo>
                    <a:pt x="597732" y="2789554"/>
                  </a:lnTo>
                  <a:lnTo>
                    <a:pt x="593493" y="2789554"/>
                  </a:lnTo>
                  <a:lnTo>
                    <a:pt x="593493" y="2797779"/>
                  </a:lnTo>
                  <a:lnTo>
                    <a:pt x="589254" y="2797779"/>
                  </a:lnTo>
                  <a:lnTo>
                    <a:pt x="589254" y="2802712"/>
                  </a:lnTo>
                  <a:lnTo>
                    <a:pt x="585015" y="2802712"/>
                  </a:lnTo>
                  <a:lnTo>
                    <a:pt x="585015" y="2811263"/>
                  </a:lnTo>
                  <a:lnTo>
                    <a:pt x="580775" y="2811263"/>
                  </a:lnTo>
                  <a:lnTo>
                    <a:pt x="580775" y="2817510"/>
                  </a:lnTo>
                  <a:lnTo>
                    <a:pt x="576536" y="2817510"/>
                  </a:lnTo>
                  <a:lnTo>
                    <a:pt x="576536" y="2823756"/>
                  </a:lnTo>
                  <a:lnTo>
                    <a:pt x="572297" y="2823756"/>
                  </a:lnTo>
                  <a:lnTo>
                    <a:pt x="572297" y="2831644"/>
                  </a:lnTo>
                  <a:lnTo>
                    <a:pt x="568058" y="2831644"/>
                  </a:lnTo>
                  <a:lnTo>
                    <a:pt x="568058" y="2839202"/>
                  </a:lnTo>
                  <a:lnTo>
                    <a:pt x="563818" y="2839202"/>
                  </a:lnTo>
                  <a:lnTo>
                    <a:pt x="563818" y="2844782"/>
                  </a:lnTo>
                  <a:lnTo>
                    <a:pt x="559579" y="2844782"/>
                  </a:lnTo>
                  <a:lnTo>
                    <a:pt x="559579" y="2851018"/>
                  </a:lnTo>
                  <a:lnTo>
                    <a:pt x="555340" y="2851018"/>
                  </a:lnTo>
                  <a:lnTo>
                    <a:pt x="555340" y="2855282"/>
                  </a:lnTo>
                  <a:lnTo>
                    <a:pt x="551101" y="2855282"/>
                  </a:lnTo>
                  <a:lnTo>
                    <a:pt x="551101" y="2863152"/>
                  </a:lnTo>
                  <a:lnTo>
                    <a:pt x="546861" y="2863152"/>
                  </a:lnTo>
                  <a:lnTo>
                    <a:pt x="546861" y="2871349"/>
                  </a:lnTo>
                  <a:lnTo>
                    <a:pt x="542622" y="2871349"/>
                  </a:lnTo>
                  <a:lnTo>
                    <a:pt x="542622" y="2878231"/>
                  </a:lnTo>
                  <a:lnTo>
                    <a:pt x="538383" y="2878231"/>
                  </a:lnTo>
                  <a:lnTo>
                    <a:pt x="538383" y="2884129"/>
                  </a:lnTo>
                  <a:lnTo>
                    <a:pt x="534144" y="2884129"/>
                  </a:lnTo>
                  <a:lnTo>
                    <a:pt x="534144" y="2891658"/>
                  </a:lnTo>
                  <a:lnTo>
                    <a:pt x="529904" y="2891658"/>
                  </a:lnTo>
                  <a:lnTo>
                    <a:pt x="529904" y="2897220"/>
                  </a:lnTo>
                  <a:lnTo>
                    <a:pt x="525665" y="2897220"/>
                  </a:lnTo>
                  <a:lnTo>
                    <a:pt x="525665" y="2905069"/>
                  </a:lnTo>
                  <a:lnTo>
                    <a:pt x="521426" y="2905069"/>
                  </a:lnTo>
                  <a:lnTo>
                    <a:pt x="521426" y="2910955"/>
                  </a:lnTo>
                  <a:lnTo>
                    <a:pt x="517187" y="2910955"/>
                  </a:lnTo>
                  <a:lnTo>
                    <a:pt x="517187" y="2917820"/>
                  </a:lnTo>
                  <a:lnTo>
                    <a:pt x="512947" y="2917820"/>
                  </a:lnTo>
                  <a:lnTo>
                    <a:pt x="512947" y="2925010"/>
                  </a:lnTo>
                  <a:lnTo>
                    <a:pt x="508708" y="2925010"/>
                  </a:lnTo>
                  <a:lnTo>
                    <a:pt x="508708" y="2931216"/>
                  </a:lnTo>
                  <a:lnTo>
                    <a:pt x="504469" y="2931216"/>
                  </a:lnTo>
                  <a:lnTo>
                    <a:pt x="504469" y="2936440"/>
                  </a:lnTo>
                  <a:lnTo>
                    <a:pt x="500230" y="2936440"/>
                  </a:lnTo>
                  <a:lnTo>
                    <a:pt x="500230" y="2941336"/>
                  </a:lnTo>
                  <a:lnTo>
                    <a:pt x="495991" y="2941336"/>
                  </a:lnTo>
                  <a:lnTo>
                    <a:pt x="495991" y="2947863"/>
                  </a:lnTo>
                  <a:lnTo>
                    <a:pt x="491751" y="2947863"/>
                  </a:lnTo>
                  <a:lnTo>
                    <a:pt x="491751" y="2953735"/>
                  </a:lnTo>
                  <a:lnTo>
                    <a:pt x="487512" y="2953735"/>
                  </a:lnTo>
                  <a:lnTo>
                    <a:pt x="487512" y="2959278"/>
                  </a:lnTo>
                  <a:lnTo>
                    <a:pt x="483273" y="2959278"/>
                  </a:lnTo>
                  <a:lnTo>
                    <a:pt x="483273" y="2967428"/>
                  </a:lnTo>
                  <a:lnTo>
                    <a:pt x="479034" y="2967428"/>
                  </a:lnTo>
                  <a:lnTo>
                    <a:pt x="479034" y="2972316"/>
                  </a:lnTo>
                  <a:lnTo>
                    <a:pt x="474794" y="2972316"/>
                  </a:lnTo>
                  <a:lnTo>
                    <a:pt x="474794" y="2978502"/>
                  </a:lnTo>
                  <a:lnTo>
                    <a:pt x="470555" y="2978502"/>
                  </a:lnTo>
                  <a:lnTo>
                    <a:pt x="470555" y="2986314"/>
                  </a:lnTo>
                  <a:lnTo>
                    <a:pt x="466316" y="2986314"/>
                  </a:lnTo>
                  <a:lnTo>
                    <a:pt x="466316" y="2991520"/>
                  </a:lnTo>
                  <a:lnTo>
                    <a:pt x="462077" y="2991520"/>
                  </a:lnTo>
                  <a:lnTo>
                    <a:pt x="462077" y="2998352"/>
                  </a:lnTo>
                  <a:lnTo>
                    <a:pt x="457837" y="2998352"/>
                  </a:lnTo>
                  <a:lnTo>
                    <a:pt x="457837" y="3004532"/>
                  </a:lnTo>
                  <a:lnTo>
                    <a:pt x="453598" y="3004532"/>
                  </a:lnTo>
                  <a:lnTo>
                    <a:pt x="453598" y="3013310"/>
                  </a:lnTo>
                  <a:lnTo>
                    <a:pt x="449359" y="3013310"/>
                  </a:lnTo>
                  <a:lnTo>
                    <a:pt x="449359" y="3019487"/>
                  </a:lnTo>
                  <a:lnTo>
                    <a:pt x="445120" y="3019487"/>
                  </a:lnTo>
                  <a:lnTo>
                    <a:pt x="445120" y="3025979"/>
                  </a:lnTo>
                  <a:lnTo>
                    <a:pt x="440880" y="3025979"/>
                  </a:lnTo>
                  <a:lnTo>
                    <a:pt x="440880" y="3030198"/>
                  </a:lnTo>
                  <a:lnTo>
                    <a:pt x="436641" y="3030198"/>
                  </a:lnTo>
                  <a:lnTo>
                    <a:pt x="436641" y="3039927"/>
                  </a:lnTo>
                  <a:lnTo>
                    <a:pt x="432402" y="3039927"/>
                  </a:lnTo>
                  <a:lnTo>
                    <a:pt x="432402" y="3048031"/>
                  </a:lnTo>
                  <a:lnTo>
                    <a:pt x="428163" y="3048031"/>
                  </a:lnTo>
                  <a:lnTo>
                    <a:pt x="428163" y="3053865"/>
                  </a:lnTo>
                  <a:lnTo>
                    <a:pt x="423923" y="3053865"/>
                  </a:lnTo>
                  <a:lnTo>
                    <a:pt x="423923" y="3061966"/>
                  </a:lnTo>
                  <a:lnTo>
                    <a:pt x="419684" y="3061966"/>
                  </a:lnTo>
                  <a:lnTo>
                    <a:pt x="419684" y="3068769"/>
                  </a:lnTo>
                  <a:lnTo>
                    <a:pt x="415445" y="3068769"/>
                  </a:lnTo>
                  <a:lnTo>
                    <a:pt x="415445" y="3074271"/>
                  </a:lnTo>
                  <a:lnTo>
                    <a:pt x="411206" y="3074271"/>
                  </a:lnTo>
                  <a:lnTo>
                    <a:pt x="411206" y="3083008"/>
                  </a:lnTo>
                  <a:lnTo>
                    <a:pt x="406966" y="3083008"/>
                  </a:lnTo>
                  <a:lnTo>
                    <a:pt x="406966" y="3090124"/>
                  </a:lnTo>
                  <a:lnTo>
                    <a:pt x="402727" y="3090124"/>
                  </a:lnTo>
                  <a:lnTo>
                    <a:pt x="402727" y="3098534"/>
                  </a:lnTo>
                  <a:lnTo>
                    <a:pt x="398488" y="3098534"/>
                  </a:lnTo>
                  <a:lnTo>
                    <a:pt x="398488" y="3107910"/>
                  </a:lnTo>
                  <a:lnTo>
                    <a:pt x="394249" y="3107910"/>
                  </a:lnTo>
                  <a:lnTo>
                    <a:pt x="394249" y="3115990"/>
                  </a:lnTo>
                  <a:lnTo>
                    <a:pt x="390010" y="3115990"/>
                  </a:lnTo>
                  <a:lnTo>
                    <a:pt x="390010" y="3122129"/>
                  </a:lnTo>
                  <a:lnTo>
                    <a:pt x="385770" y="3122129"/>
                  </a:lnTo>
                  <a:lnTo>
                    <a:pt x="385770" y="3133432"/>
                  </a:lnTo>
                  <a:lnTo>
                    <a:pt x="381531" y="3133432"/>
                  </a:lnTo>
                  <a:lnTo>
                    <a:pt x="381531" y="3138919"/>
                  </a:lnTo>
                  <a:lnTo>
                    <a:pt x="377292" y="3138919"/>
                  </a:lnTo>
                  <a:lnTo>
                    <a:pt x="377292" y="3143760"/>
                  </a:lnTo>
                  <a:lnTo>
                    <a:pt x="373053" y="3143760"/>
                  </a:lnTo>
                  <a:lnTo>
                    <a:pt x="373053" y="3151825"/>
                  </a:lnTo>
                  <a:lnTo>
                    <a:pt x="368813" y="3151825"/>
                  </a:lnTo>
                  <a:lnTo>
                    <a:pt x="368813" y="3156018"/>
                  </a:lnTo>
                  <a:lnTo>
                    <a:pt x="364574" y="3156018"/>
                  </a:lnTo>
                  <a:lnTo>
                    <a:pt x="364574" y="3163434"/>
                  </a:lnTo>
                  <a:lnTo>
                    <a:pt x="360335" y="3163434"/>
                  </a:lnTo>
                  <a:lnTo>
                    <a:pt x="360335" y="3171811"/>
                  </a:lnTo>
                  <a:lnTo>
                    <a:pt x="356096" y="3171811"/>
                  </a:lnTo>
                  <a:lnTo>
                    <a:pt x="356096" y="3182431"/>
                  </a:lnTo>
                  <a:lnTo>
                    <a:pt x="351856" y="3182431"/>
                  </a:lnTo>
                  <a:lnTo>
                    <a:pt x="351856" y="3191435"/>
                  </a:lnTo>
                  <a:lnTo>
                    <a:pt x="347617" y="3191435"/>
                  </a:lnTo>
                  <a:lnTo>
                    <a:pt x="347617" y="3199147"/>
                  </a:lnTo>
                  <a:lnTo>
                    <a:pt x="343378" y="3199147"/>
                  </a:lnTo>
                  <a:lnTo>
                    <a:pt x="343378" y="3210068"/>
                  </a:lnTo>
                  <a:lnTo>
                    <a:pt x="339139" y="3210068"/>
                  </a:lnTo>
                  <a:lnTo>
                    <a:pt x="339139" y="3216168"/>
                  </a:lnTo>
                  <a:lnTo>
                    <a:pt x="334899" y="3216168"/>
                  </a:lnTo>
                  <a:lnTo>
                    <a:pt x="334899" y="3224189"/>
                  </a:lnTo>
                  <a:lnTo>
                    <a:pt x="330660" y="3224189"/>
                  </a:lnTo>
                  <a:lnTo>
                    <a:pt x="330660" y="3231567"/>
                  </a:lnTo>
                  <a:lnTo>
                    <a:pt x="326421" y="3231567"/>
                  </a:lnTo>
                  <a:lnTo>
                    <a:pt x="326421" y="3240545"/>
                  </a:lnTo>
                  <a:lnTo>
                    <a:pt x="322182" y="3240545"/>
                  </a:lnTo>
                  <a:lnTo>
                    <a:pt x="322182" y="3248880"/>
                  </a:lnTo>
                  <a:lnTo>
                    <a:pt x="317942" y="3248880"/>
                  </a:lnTo>
                  <a:lnTo>
                    <a:pt x="317942" y="3256569"/>
                  </a:lnTo>
                  <a:lnTo>
                    <a:pt x="313703" y="3256569"/>
                  </a:lnTo>
                  <a:lnTo>
                    <a:pt x="313703" y="3266817"/>
                  </a:lnTo>
                  <a:lnTo>
                    <a:pt x="309464" y="3266817"/>
                  </a:lnTo>
                  <a:lnTo>
                    <a:pt x="309464" y="3276099"/>
                  </a:lnTo>
                  <a:lnTo>
                    <a:pt x="305225" y="3276099"/>
                  </a:lnTo>
                  <a:lnTo>
                    <a:pt x="305225" y="3283138"/>
                  </a:lnTo>
                  <a:lnTo>
                    <a:pt x="300986" y="3283138"/>
                  </a:lnTo>
                  <a:lnTo>
                    <a:pt x="300986" y="3291455"/>
                  </a:lnTo>
                  <a:lnTo>
                    <a:pt x="296746" y="3291455"/>
                  </a:lnTo>
                  <a:lnTo>
                    <a:pt x="296746" y="3300723"/>
                  </a:lnTo>
                  <a:lnTo>
                    <a:pt x="292507" y="3300723"/>
                  </a:lnTo>
                  <a:lnTo>
                    <a:pt x="292507" y="3309986"/>
                  </a:lnTo>
                  <a:lnTo>
                    <a:pt x="288268" y="3309986"/>
                  </a:lnTo>
                  <a:lnTo>
                    <a:pt x="288268" y="3316689"/>
                  </a:lnTo>
                  <a:lnTo>
                    <a:pt x="284029" y="3316689"/>
                  </a:lnTo>
                  <a:lnTo>
                    <a:pt x="284029" y="3325622"/>
                  </a:lnTo>
                  <a:lnTo>
                    <a:pt x="279789" y="3325622"/>
                  </a:lnTo>
                  <a:lnTo>
                    <a:pt x="279789" y="3332000"/>
                  </a:lnTo>
                  <a:lnTo>
                    <a:pt x="275550" y="3332000"/>
                  </a:lnTo>
                  <a:lnTo>
                    <a:pt x="275550" y="3343794"/>
                  </a:lnTo>
                  <a:lnTo>
                    <a:pt x="271311" y="3343794"/>
                  </a:lnTo>
                  <a:lnTo>
                    <a:pt x="271311" y="3353030"/>
                  </a:lnTo>
                  <a:lnTo>
                    <a:pt x="267072" y="3353030"/>
                  </a:lnTo>
                  <a:lnTo>
                    <a:pt x="267072" y="3362571"/>
                  </a:lnTo>
                  <a:lnTo>
                    <a:pt x="262832" y="3362571"/>
                  </a:lnTo>
                  <a:lnTo>
                    <a:pt x="262832" y="3370199"/>
                  </a:lnTo>
                  <a:lnTo>
                    <a:pt x="258593" y="3370199"/>
                  </a:lnTo>
                  <a:lnTo>
                    <a:pt x="258593" y="3378775"/>
                  </a:lnTo>
                  <a:lnTo>
                    <a:pt x="254354" y="3378775"/>
                  </a:lnTo>
                  <a:lnTo>
                    <a:pt x="254354" y="3388300"/>
                  </a:lnTo>
                  <a:lnTo>
                    <a:pt x="250115" y="3388300"/>
                  </a:lnTo>
                  <a:lnTo>
                    <a:pt x="250115" y="3393378"/>
                  </a:lnTo>
                  <a:lnTo>
                    <a:pt x="245875" y="3393378"/>
                  </a:lnTo>
                  <a:lnTo>
                    <a:pt x="245875" y="3401308"/>
                  </a:lnTo>
                  <a:lnTo>
                    <a:pt x="241636" y="3401308"/>
                  </a:lnTo>
                  <a:lnTo>
                    <a:pt x="241636" y="3411770"/>
                  </a:lnTo>
                  <a:lnTo>
                    <a:pt x="237397" y="3411770"/>
                  </a:lnTo>
                  <a:lnTo>
                    <a:pt x="237397" y="3421267"/>
                  </a:lnTo>
                  <a:lnTo>
                    <a:pt x="233158" y="3421267"/>
                  </a:lnTo>
                  <a:lnTo>
                    <a:pt x="233158" y="3431395"/>
                  </a:lnTo>
                  <a:lnTo>
                    <a:pt x="228918" y="3431395"/>
                  </a:lnTo>
                  <a:lnTo>
                    <a:pt x="228918" y="3439935"/>
                  </a:lnTo>
                  <a:lnTo>
                    <a:pt x="224679" y="3439935"/>
                  </a:lnTo>
                  <a:lnTo>
                    <a:pt x="224679" y="3451000"/>
                  </a:lnTo>
                  <a:lnTo>
                    <a:pt x="220440" y="3451000"/>
                  </a:lnTo>
                  <a:lnTo>
                    <a:pt x="220440" y="3460795"/>
                  </a:lnTo>
                  <a:lnTo>
                    <a:pt x="216201" y="3460795"/>
                  </a:lnTo>
                  <a:lnTo>
                    <a:pt x="216201" y="3471535"/>
                  </a:lnTo>
                  <a:lnTo>
                    <a:pt x="211961" y="3471535"/>
                  </a:lnTo>
                  <a:lnTo>
                    <a:pt x="211961" y="3480056"/>
                  </a:lnTo>
                  <a:lnTo>
                    <a:pt x="207722" y="3480056"/>
                  </a:lnTo>
                  <a:lnTo>
                    <a:pt x="207722" y="3489515"/>
                  </a:lnTo>
                  <a:lnTo>
                    <a:pt x="203483" y="3489515"/>
                  </a:lnTo>
                  <a:lnTo>
                    <a:pt x="203483" y="3502120"/>
                  </a:lnTo>
                  <a:lnTo>
                    <a:pt x="199244" y="3502120"/>
                  </a:lnTo>
                  <a:lnTo>
                    <a:pt x="199244" y="3512199"/>
                  </a:lnTo>
                  <a:lnTo>
                    <a:pt x="195005" y="3512199"/>
                  </a:lnTo>
                  <a:lnTo>
                    <a:pt x="195005" y="3521325"/>
                  </a:lnTo>
                  <a:lnTo>
                    <a:pt x="190765" y="3521325"/>
                  </a:lnTo>
                  <a:lnTo>
                    <a:pt x="190765" y="3532330"/>
                  </a:lnTo>
                  <a:lnTo>
                    <a:pt x="186526" y="3532330"/>
                  </a:lnTo>
                  <a:lnTo>
                    <a:pt x="186526" y="3540184"/>
                  </a:lnTo>
                  <a:lnTo>
                    <a:pt x="182287" y="3540184"/>
                  </a:lnTo>
                  <a:lnTo>
                    <a:pt x="182287" y="3549601"/>
                  </a:lnTo>
                  <a:lnTo>
                    <a:pt x="178048" y="3549601"/>
                  </a:lnTo>
                  <a:lnTo>
                    <a:pt x="178048" y="3558056"/>
                  </a:lnTo>
                  <a:lnTo>
                    <a:pt x="173808" y="3558056"/>
                  </a:lnTo>
                  <a:lnTo>
                    <a:pt x="173808" y="3566816"/>
                  </a:lnTo>
                  <a:lnTo>
                    <a:pt x="169569" y="3566816"/>
                  </a:lnTo>
                  <a:lnTo>
                    <a:pt x="169569" y="3574632"/>
                  </a:lnTo>
                  <a:lnTo>
                    <a:pt x="165330" y="3574632"/>
                  </a:lnTo>
                  <a:lnTo>
                    <a:pt x="165330" y="3585251"/>
                  </a:lnTo>
                  <a:lnTo>
                    <a:pt x="161091" y="3585251"/>
                  </a:lnTo>
                  <a:lnTo>
                    <a:pt x="161091" y="3595863"/>
                  </a:lnTo>
                  <a:lnTo>
                    <a:pt x="156851" y="3595863"/>
                  </a:lnTo>
                  <a:lnTo>
                    <a:pt x="156851" y="3604283"/>
                  </a:lnTo>
                  <a:lnTo>
                    <a:pt x="152612" y="3604283"/>
                  </a:lnTo>
                  <a:lnTo>
                    <a:pt x="152612" y="3612072"/>
                  </a:lnTo>
                  <a:lnTo>
                    <a:pt x="148373" y="3612072"/>
                  </a:lnTo>
                  <a:lnTo>
                    <a:pt x="148373" y="3623277"/>
                  </a:lnTo>
                  <a:lnTo>
                    <a:pt x="144134" y="3623277"/>
                  </a:lnTo>
                  <a:lnTo>
                    <a:pt x="144134" y="3632605"/>
                  </a:lnTo>
                  <a:lnTo>
                    <a:pt x="139894" y="3632605"/>
                  </a:lnTo>
                  <a:lnTo>
                    <a:pt x="139894" y="3639751"/>
                  </a:lnTo>
                  <a:lnTo>
                    <a:pt x="135655" y="3639751"/>
                  </a:lnTo>
                  <a:lnTo>
                    <a:pt x="135655" y="3650304"/>
                  </a:lnTo>
                  <a:lnTo>
                    <a:pt x="131416" y="3650304"/>
                  </a:lnTo>
                  <a:lnTo>
                    <a:pt x="131416" y="3660535"/>
                  </a:lnTo>
                  <a:lnTo>
                    <a:pt x="127177" y="3660535"/>
                  </a:lnTo>
                  <a:lnTo>
                    <a:pt x="127177" y="3669206"/>
                  </a:lnTo>
                  <a:lnTo>
                    <a:pt x="122937" y="3669206"/>
                  </a:lnTo>
                  <a:lnTo>
                    <a:pt x="122937" y="3683119"/>
                  </a:lnTo>
                  <a:lnTo>
                    <a:pt x="118698" y="3683119"/>
                  </a:lnTo>
                  <a:lnTo>
                    <a:pt x="118698" y="3694839"/>
                  </a:lnTo>
                  <a:lnTo>
                    <a:pt x="114459" y="3694839"/>
                  </a:lnTo>
                  <a:lnTo>
                    <a:pt x="114459" y="3701923"/>
                  </a:lnTo>
                  <a:lnTo>
                    <a:pt x="110220" y="3701923"/>
                  </a:lnTo>
                  <a:lnTo>
                    <a:pt x="110220" y="3713917"/>
                  </a:lnTo>
                  <a:lnTo>
                    <a:pt x="105980" y="3713917"/>
                  </a:lnTo>
                  <a:lnTo>
                    <a:pt x="105980" y="3723130"/>
                  </a:lnTo>
                  <a:lnTo>
                    <a:pt x="101741" y="3723130"/>
                  </a:lnTo>
                  <a:lnTo>
                    <a:pt x="101741" y="3730794"/>
                  </a:lnTo>
                  <a:lnTo>
                    <a:pt x="97502" y="3730794"/>
                  </a:lnTo>
                  <a:lnTo>
                    <a:pt x="97502" y="3739366"/>
                  </a:lnTo>
                  <a:lnTo>
                    <a:pt x="93263" y="3739366"/>
                  </a:lnTo>
                  <a:lnTo>
                    <a:pt x="93263" y="3748532"/>
                  </a:lnTo>
                  <a:lnTo>
                    <a:pt x="89024" y="3748532"/>
                  </a:lnTo>
                  <a:lnTo>
                    <a:pt x="89024" y="3755234"/>
                  </a:lnTo>
                  <a:lnTo>
                    <a:pt x="84784" y="3755234"/>
                  </a:lnTo>
                  <a:lnTo>
                    <a:pt x="84784" y="3766480"/>
                  </a:lnTo>
                  <a:lnTo>
                    <a:pt x="80545" y="3766480"/>
                  </a:lnTo>
                  <a:lnTo>
                    <a:pt x="80545" y="3774360"/>
                  </a:lnTo>
                  <a:lnTo>
                    <a:pt x="76306" y="3774360"/>
                  </a:lnTo>
                  <a:lnTo>
                    <a:pt x="76306" y="3784336"/>
                  </a:lnTo>
                  <a:lnTo>
                    <a:pt x="72067" y="3784336"/>
                  </a:lnTo>
                  <a:lnTo>
                    <a:pt x="72067" y="3793378"/>
                  </a:lnTo>
                  <a:lnTo>
                    <a:pt x="67827" y="3793378"/>
                  </a:lnTo>
                  <a:lnTo>
                    <a:pt x="67827" y="3802390"/>
                  </a:lnTo>
                  <a:lnTo>
                    <a:pt x="63588" y="3802390"/>
                  </a:lnTo>
                  <a:lnTo>
                    <a:pt x="63588" y="3810770"/>
                  </a:lnTo>
                  <a:lnTo>
                    <a:pt x="59349" y="3810770"/>
                  </a:lnTo>
                  <a:lnTo>
                    <a:pt x="59349" y="3818512"/>
                  </a:lnTo>
                  <a:lnTo>
                    <a:pt x="55110" y="3818512"/>
                  </a:lnTo>
                  <a:lnTo>
                    <a:pt x="55110" y="3824146"/>
                  </a:lnTo>
                  <a:lnTo>
                    <a:pt x="50870" y="3824146"/>
                  </a:lnTo>
                  <a:lnTo>
                    <a:pt x="50870" y="3830937"/>
                  </a:lnTo>
                  <a:lnTo>
                    <a:pt x="46631" y="3830937"/>
                  </a:lnTo>
                  <a:lnTo>
                    <a:pt x="46631" y="3836811"/>
                  </a:lnTo>
                  <a:lnTo>
                    <a:pt x="42392" y="3836811"/>
                  </a:lnTo>
                  <a:lnTo>
                    <a:pt x="42392" y="3843232"/>
                  </a:lnTo>
                  <a:lnTo>
                    <a:pt x="38153" y="3843232"/>
                  </a:lnTo>
                  <a:lnTo>
                    <a:pt x="38153" y="3848735"/>
                  </a:lnTo>
                  <a:lnTo>
                    <a:pt x="33913" y="3848735"/>
                  </a:lnTo>
                  <a:lnTo>
                    <a:pt x="33913" y="3855896"/>
                  </a:lnTo>
                  <a:lnTo>
                    <a:pt x="29674" y="3855896"/>
                  </a:lnTo>
                  <a:lnTo>
                    <a:pt x="29674" y="3861533"/>
                  </a:lnTo>
                  <a:lnTo>
                    <a:pt x="25435" y="3861533"/>
                  </a:lnTo>
                  <a:lnTo>
                    <a:pt x="25435" y="3865683"/>
                  </a:lnTo>
                  <a:lnTo>
                    <a:pt x="21196" y="3865683"/>
                  </a:lnTo>
                  <a:lnTo>
                    <a:pt x="21196" y="3868933"/>
                  </a:lnTo>
                  <a:lnTo>
                    <a:pt x="16956" y="3868933"/>
                  </a:lnTo>
                  <a:lnTo>
                    <a:pt x="16956" y="3873103"/>
                  </a:lnTo>
                  <a:lnTo>
                    <a:pt x="12717" y="3873103"/>
                  </a:lnTo>
                  <a:lnTo>
                    <a:pt x="12717" y="3874342"/>
                  </a:lnTo>
                  <a:lnTo>
                    <a:pt x="8478" y="3874342"/>
                  </a:lnTo>
                  <a:lnTo>
                    <a:pt x="8478" y="3876198"/>
                  </a:lnTo>
                  <a:lnTo>
                    <a:pt x="4239" y="3876198"/>
                  </a:lnTo>
                  <a:lnTo>
                    <a:pt x="4239" y="3877500"/>
                  </a:lnTo>
                  <a:lnTo>
                    <a:pt x="0" y="3877500"/>
                  </a:lnTo>
                  <a:close/>
                </a:path>
              </a:pathLst>
            </a:custGeom>
            <a:solidFill>
              <a:srgbClr val="33333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9568" y="803294"/>
              <a:ext cx="7736612" cy="3875356"/>
            </a:xfrm>
            <a:custGeom>
              <a:avLst/>
              <a:pathLst>
                <a:path w="7736612" h="3875356">
                  <a:moveTo>
                    <a:pt x="0" y="3875356"/>
                  </a:moveTo>
                  <a:lnTo>
                    <a:pt x="4239" y="3875356"/>
                  </a:lnTo>
                  <a:lnTo>
                    <a:pt x="4239" y="3872304"/>
                  </a:lnTo>
                  <a:lnTo>
                    <a:pt x="8478" y="3872304"/>
                  </a:lnTo>
                  <a:lnTo>
                    <a:pt x="8478" y="3869102"/>
                  </a:lnTo>
                  <a:lnTo>
                    <a:pt x="12717" y="3869102"/>
                  </a:lnTo>
                  <a:lnTo>
                    <a:pt x="12717" y="3867174"/>
                  </a:lnTo>
                  <a:lnTo>
                    <a:pt x="16956" y="3867174"/>
                  </a:lnTo>
                  <a:lnTo>
                    <a:pt x="16956" y="3861200"/>
                  </a:lnTo>
                  <a:lnTo>
                    <a:pt x="21196" y="3861200"/>
                  </a:lnTo>
                  <a:lnTo>
                    <a:pt x="21196" y="3856835"/>
                  </a:lnTo>
                  <a:lnTo>
                    <a:pt x="25435" y="3856835"/>
                  </a:lnTo>
                  <a:lnTo>
                    <a:pt x="25435" y="3851465"/>
                  </a:lnTo>
                  <a:lnTo>
                    <a:pt x="29674" y="3851465"/>
                  </a:lnTo>
                  <a:lnTo>
                    <a:pt x="29674" y="3844404"/>
                  </a:lnTo>
                  <a:lnTo>
                    <a:pt x="33913" y="3844404"/>
                  </a:lnTo>
                  <a:lnTo>
                    <a:pt x="33913" y="3835681"/>
                  </a:lnTo>
                  <a:lnTo>
                    <a:pt x="38153" y="3835681"/>
                  </a:lnTo>
                  <a:lnTo>
                    <a:pt x="38153" y="3829107"/>
                  </a:lnTo>
                  <a:lnTo>
                    <a:pt x="42392" y="3829107"/>
                  </a:lnTo>
                  <a:lnTo>
                    <a:pt x="42392" y="3821542"/>
                  </a:lnTo>
                  <a:lnTo>
                    <a:pt x="46631" y="3821542"/>
                  </a:lnTo>
                  <a:lnTo>
                    <a:pt x="46631" y="3814700"/>
                  </a:lnTo>
                  <a:lnTo>
                    <a:pt x="50870" y="3814700"/>
                  </a:lnTo>
                  <a:lnTo>
                    <a:pt x="50870" y="3806865"/>
                  </a:lnTo>
                  <a:lnTo>
                    <a:pt x="55110" y="3806865"/>
                  </a:lnTo>
                  <a:lnTo>
                    <a:pt x="55110" y="3800415"/>
                  </a:lnTo>
                  <a:lnTo>
                    <a:pt x="59349" y="3800415"/>
                  </a:lnTo>
                  <a:lnTo>
                    <a:pt x="59349" y="3791615"/>
                  </a:lnTo>
                  <a:lnTo>
                    <a:pt x="63588" y="3791615"/>
                  </a:lnTo>
                  <a:lnTo>
                    <a:pt x="63588" y="3782159"/>
                  </a:lnTo>
                  <a:lnTo>
                    <a:pt x="67827" y="3782159"/>
                  </a:lnTo>
                  <a:lnTo>
                    <a:pt x="67827" y="3772056"/>
                  </a:lnTo>
                  <a:lnTo>
                    <a:pt x="72067" y="3772056"/>
                  </a:lnTo>
                  <a:lnTo>
                    <a:pt x="72067" y="3761981"/>
                  </a:lnTo>
                  <a:lnTo>
                    <a:pt x="76306" y="3761981"/>
                  </a:lnTo>
                  <a:lnTo>
                    <a:pt x="76306" y="3750923"/>
                  </a:lnTo>
                  <a:lnTo>
                    <a:pt x="80545" y="3750923"/>
                  </a:lnTo>
                  <a:lnTo>
                    <a:pt x="80545" y="3742228"/>
                  </a:lnTo>
                  <a:lnTo>
                    <a:pt x="84784" y="3742228"/>
                  </a:lnTo>
                  <a:lnTo>
                    <a:pt x="84784" y="3729870"/>
                  </a:lnTo>
                  <a:lnTo>
                    <a:pt x="89024" y="3729870"/>
                  </a:lnTo>
                  <a:lnTo>
                    <a:pt x="89024" y="3722530"/>
                  </a:lnTo>
                  <a:lnTo>
                    <a:pt x="93263" y="3722530"/>
                  </a:lnTo>
                  <a:lnTo>
                    <a:pt x="93263" y="3712519"/>
                  </a:lnTo>
                  <a:lnTo>
                    <a:pt x="97502" y="3712519"/>
                  </a:lnTo>
                  <a:lnTo>
                    <a:pt x="97502" y="3703184"/>
                  </a:lnTo>
                  <a:lnTo>
                    <a:pt x="101741" y="3703184"/>
                  </a:lnTo>
                  <a:lnTo>
                    <a:pt x="101741" y="3694857"/>
                  </a:lnTo>
                  <a:lnTo>
                    <a:pt x="105980" y="3694857"/>
                  </a:lnTo>
                  <a:lnTo>
                    <a:pt x="105980" y="3684872"/>
                  </a:lnTo>
                  <a:lnTo>
                    <a:pt x="110220" y="3684872"/>
                  </a:lnTo>
                  <a:lnTo>
                    <a:pt x="110220" y="3671907"/>
                  </a:lnTo>
                  <a:lnTo>
                    <a:pt x="114459" y="3671907"/>
                  </a:lnTo>
                  <a:lnTo>
                    <a:pt x="114459" y="3664267"/>
                  </a:lnTo>
                  <a:lnTo>
                    <a:pt x="118698" y="3664267"/>
                  </a:lnTo>
                  <a:lnTo>
                    <a:pt x="118698" y="3651650"/>
                  </a:lnTo>
                  <a:lnTo>
                    <a:pt x="122937" y="3651650"/>
                  </a:lnTo>
                  <a:lnTo>
                    <a:pt x="122937" y="3636712"/>
                  </a:lnTo>
                  <a:lnTo>
                    <a:pt x="127177" y="3636712"/>
                  </a:lnTo>
                  <a:lnTo>
                    <a:pt x="127177" y="3627422"/>
                  </a:lnTo>
                  <a:lnTo>
                    <a:pt x="131416" y="3627422"/>
                  </a:lnTo>
                  <a:lnTo>
                    <a:pt x="131416" y="3616477"/>
                  </a:lnTo>
                  <a:lnTo>
                    <a:pt x="135655" y="3616477"/>
                  </a:lnTo>
                  <a:lnTo>
                    <a:pt x="135655" y="3605205"/>
                  </a:lnTo>
                  <a:lnTo>
                    <a:pt x="139894" y="3605205"/>
                  </a:lnTo>
                  <a:lnTo>
                    <a:pt x="139894" y="3597584"/>
                  </a:lnTo>
                  <a:lnTo>
                    <a:pt x="144134" y="3597584"/>
                  </a:lnTo>
                  <a:lnTo>
                    <a:pt x="144134" y="3587647"/>
                  </a:lnTo>
                  <a:lnTo>
                    <a:pt x="148373" y="3587647"/>
                  </a:lnTo>
                  <a:lnTo>
                    <a:pt x="148373" y="3575728"/>
                  </a:lnTo>
                  <a:lnTo>
                    <a:pt x="152612" y="3575728"/>
                  </a:lnTo>
                  <a:lnTo>
                    <a:pt x="152612" y="3567451"/>
                  </a:lnTo>
                  <a:lnTo>
                    <a:pt x="156851" y="3567451"/>
                  </a:lnTo>
                  <a:lnTo>
                    <a:pt x="156851" y="3558514"/>
                  </a:lnTo>
                  <a:lnTo>
                    <a:pt x="161091" y="3558514"/>
                  </a:lnTo>
                  <a:lnTo>
                    <a:pt x="161091" y="3547264"/>
                  </a:lnTo>
                  <a:lnTo>
                    <a:pt x="165330" y="3547264"/>
                  </a:lnTo>
                  <a:lnTo>
                    <a:pt x="165330" y="3536018"/>
                  </a:lnTo>
                  <a:lnTo>
                    <a:pt x="169569" y="3536018"/>
                  </a:lnTo>
                  <a:lnTo>
                    <a:pt x="169569" y="3527749"/>
                  </a:lnTo>
                  <a:lnTo>
                    <a:pt x="173808" y="3527749"/>
                  </a:lnTo>
                  <a:lnTo>
                    <a:pt x="173808" y="3518490"/>
                  </a:lnTo>
                  <a:lnTo>
                    <a:pt x="178048" y="3518490"/>
                  </a:lnTo>
                  <a:lnTo>
                    <a:pt x="178048" y="3509561"/>
                  </a:lnTo>
                  <a:lnTo>
                    <a:pt x="182287" y="3509561"/>
                  </a:lnTo>
                  <a:lnTo>
                    <a:pt x="182287" y="3499622"/>
                  </a:lnTo>
                  <a:lnTo>
                    <a:pt x="186526" y="3499622"/>
                  </a:lnTo>
                  <a:lnTo>
                    <a:pt x="186526" y="3491341"/>
                  </a:lnTo>
                  <a:lnTo>
                    <a:pt x="190765" y="3491341"/>
                  </a:lnTo>
                  <a:lnTo>
                    <a:pt x="190765" y="3479745"/>
                  </a:lnTo>
                  <a:lnTo>
                    <a:pt x="195005" y="3479745"/>
                  </a:lnTo>
                  <a:lnTo>
                    <a:pt x="195005" y="3470139"/>
                  </a:lnTo>
                  <a:lnTo>
                    <a:pt x="199244" y="3470139"/>
                  </a:lnTo>
                  <a:lnTo>
                    <a:pt x="199244" y="3459538"/>
                  </a:lnTo>
                  <a:lnTo>
                    <a:pt x="203483" y="3459538"/>
                  </a:lnTo>
                  <a:lnTo>
                    <a:pt x="203483" y="3446291"/>
                  </a:lnTo>
                  <a:lnTo>
                    <a:pt x="207722" y="3446291"/>
                  </a:lnTo>
                  <a:lnTo>
                    <a:pt x="207722" y="3436359"/>
                  </a:lnTo>
                  <a:lnTo>
                    <a:pt x="211961" y="3436359"/>
                  </a:lnTo>
                  <a:lnTo>
                    <a:pt x="211961" y="3427418"/>
                  </a:lnTo>
                  <a:lnTo>
                    <a:pt x="216201" y="3427418"/>
                  </a:lnTo>
                  <a:lnTo>
                    <a:pt x="216201" y="3416157"/>
                  </a:lnTo>
                  <a:lnTo>
                    <a:pt x="220440" y="3416157"/>
                  </a:lnTo>
                  <a:lnTo>
                    <a:pt x="220440" y="3405893"/>
                  </a:lnTo>
                  <a:lnTo>
                    <a:pt x="224679" y="3405893"/>
                  </a:lnTo>
                  <a:lnTo>
                    <a:pt x="224679" y="3394307"/>
                  </a:lnTo>
                  <a:lnTo>
                    <a:pt x="228918" y="3394307"/>
                  </a:lnTo>
                  <a:lnTo>
                    <a:pt x="228918" y="3385370"/>
                  </a:lnTo>
                  <a:lnTo>
                    <a:pt x="233158" y="3385370"/>
                  </a:lnTo>
                  <a:lnTo>
                    <a:pt x="233158" y="3374779"/>
                  </a:lnTo>
                  <a:lnTo>
                    <a:pt x="237397" y="3374779"/>
                  </a:lnTo>
                  <a:lnTo>
                    <a:pt x="237397" y="3364854"/>
                  </a:lnTo>
                  <a:lnTo>
                    <a:pt x="241636" y="3364854"/>
                  </a:lnTo>
                  <a:lnTo>
                    <a:pt x="241636" y="3353925"/>
                  </a:lnTo>
                  <a:lnTo>
                    <a:pt x="245875" y="3353925"/>
                  </a:lnTo>
                  <a:lnTo>
                    <a:pt x="245875" y="3345647"/>
                  </a:lnTo>
                  <a:lnTo>
                    <a:pt x="250115" y="3345647"/>
                  </a:lnTo>
                  <a:lnTo>
                    <a:pt x="250115" y="3340347"/>
                  </a:lnTo>
                  <a:lnTo>
                    <a:pt x="254354" y="3340347"/>
                  </a:lnTo>
                  <a:lnTo>
                    <a:pt x="254354" y="3330411"/>
                  </a:lnTo>
                  <a:lnTo>
                    <a:pt x="258593" y="3330411"/>
                  </a:lnTo>
                  <a:lnTo>
                    <a:pt x="258593" y="3321468"/>
                  </a:lnTo>
                  <a:lnTo>
                    <a:pt x="262832" y="3321468"/>
                  </a:lnTo>
                  <a:lnTo>
                    <a:pt x="262832" y="3313518"/>
                  </a:lnTo>
                  <a:lnTo>
                    <a:pt x="267072" y="3313518"/>
                  </a:lnTo>
                  <a:lnTo>
                    <a:pt x="267072" y="3303579"/>
                  </a:lnTo>
                  <a:lnTo>
                    <a:pt x="271311" y="3303579"/>
                  </a:lnTo>
                  <a:lnTo>
                    <a:pt x="271311" y="3293961"/>
                  </a:lnTo>
                  <a:lnTo>
                    <a:pt x="275550" y="3293961"/>
                  </a:lnTo>
                  <a:lnTo>
                    <a:pt x="275550" y="3281686"/>
                  </a:lnTo>
                  <a:lnTo>
                    <a:pt x="279789" y="3281686"/>
                  </a:lnTo>
                  <a:lnTo>
                    <a:pt x="279789" y="3275051"/>
                  </a:lnTo>
                  <a:lnTo>
                    <a:pt x="284029" y="3275051"/>
                  </a:lnTo>
                  <a:lnTo>
                    <a:pt x="284029" y="3265761"/>
                  </a:lnTo>
                  <a:lnTo>
                    <a:pt x="288268" y="3265761"/>
                  </a:lnTo>
                  <a:lnTo>
                    <a:pt x="288268" y="3258793"/>
                  </a:lnTo>
                  <a:lnTo>
                    <a:pt x="292507" y="3258793"/>
                  </a:lnTo>
                  <a:lnTo>
                    <a:pt x="292507" y="3249167"/>
                  </a:lnTo>
                  <a:lnTo>
                    <a:pt x="296746" y="3249167"/>
                  </a:lnTo>
                  <a:lnTo>
                    <a:pt x="296746" y="3239540"/>
                  </a:lnTo>
                  <a:lnTo>
                    <a:pt x="300986" y="3239540"/>
                  </a:lnTo>
                  <a:lnTo>
                    <a:pt x="300986" y="3230904"/>
                  </a:lnTo>
                  <a:lnTo>
                    <a:pt x="305225" y="3230904"/>
                  </a:lnTo>
                  <a:lnTo>
                    <a:pt x="305225" y="3223597"/>
                  </a:lnTo>
                  <a:lnTo>
                    <a:pt x="309464" y="3223597"/>
                  </a:lnTo>
                  <a:lnTo>
                    <a:pt x="309464" y="3213965"/>
                  </a:lnTo>
                  <a:lnTo>
                    <a:pt x="313703" y="3213965"/>
                  </a:lnTo>
                  <a:lnTo>
                    <a:pt x="313703" y="3203335"/>
                  </a:lnTo>
                  <a:lnTo>
                    <a:pt x="317942" y="3203335"/>
                  </a:lnTo>
                  <a:lnTo>
                    <a:pt x="317942" y="3195363"/>
                  </a:lnTo>
                  <a:lnTo>
                    <a:pt x="322182" y="3195363"/>
                  </a:lnTo>
                  <a:lnTo>
                    <a:pt x="322182" y="3186724"/>
                  </a:lnTo>
                  <a:lnTo>
                    <a:pt x="326421" y="3186724"/>
                  </a:lnTo>
                  <a:lnTo>
                    <a:pt x="326421" y="3177421"/>
                  </a:lnTo>
                  <a:lnTo>
                    <a:pt x="330660" y="3177421"/>
                  </a:lnTo>
                  <a:lnTo>
                    <a:pt x="330660" y="3169779"/>
                  </a:lnTo>
                  <a:lnTo>
                    <a:pt x="334899" y="3169779"/>
                  </a:lnTo>
                  <a:lnTo>
                    <a:pt x="334899" y="3161472"/>
                  </a:lnTo>
                  <a:lnTo>
                    <a:pt x="339139" y="3161472"/>
                  </a:lnTo>
                  <a:lnTo>
                    <a:pt x="339139" y="3155157"/>
                  </a:lnTo>
                  <a:lnTo>
                    <a:pt x="343378" y="3155157"/>
                  </a:lnTo>
                  <a:lnTo>
                    <a:pt x="343378" y="3143855"/>
                  </a:lnTo>
                  <a:lnTo>
                    <a:pt x="347617" y="3143855"/>
                  </a:lnTo>
                  <a:lnTo>
                    <a:pt x="347617" y="3135876"/>
                  </a:lnTo>
                  <a:lnTo>
                    <a:pt x="351856" y="3135876"/>
                  </a:lnTo>
                  <a:lnTo>
                    <a:pt x="351856" y="3126564"/>
                  </a:lnTo>
                  <a:lnTo>
                    <a:pt x="356096" y="3126564"/>
                  </a:lnTo>
                  <a:lnTo>
                    <a:pt x="356096" y="3115584"/>
                  </a:lnTo>
                  <a:lnTo>
                    <a:pt x="360335" y="3115584"/>
                  </a:lnTo>
                  <a:lnTo>
                    <a:pt x="360335" y="3106925"/>
                  </a:lnTo>
                  <a:lnTo>
                    <a:pt x="364574" y="3106925"/>
                  </a:lnTo>
                  <a:lnTo>
                    <a:pt x="364574" y="3099261"/>
                  </a:lnTo>
                  <a:lnTo>
                    <a:pt x="368813" y="3099261"/>
                  </a:lnTo>
                  <a:lnTo>
                    <a:pt x="368813" y="3094929"/>
                  </a:lnTo>
                  <a:lnTo>
                    <a:pt x="373053" y="3094929"/>
                  </a:lnTo>
                  <a:lnTo>
                    <a:pt x="373053" y="3086599"/>
                  </a:lnTo>
                  <a:lnTo>
                    <a:pt x="377292" y="3086599"/>
                  </a:lnTo>
                  <a:lnTo>
                    <a:pt x="377292" y="3081600"/>
                  </a:lnTo>
                  <a:lnTo>
                    <a:pt x="381531" y="3081600"/>
                  </a:lnTo>
                  <a:lnTo>
                    <a:pt x="381531" y="3075934"/>
                  </a:lnTo>
                  <a:lnTo>
                    <a:pt x="385770" y="3075934"/>
                  </a:lnTo>
                  <a:lnTo>
                    <a:pt x="385770" y="3064267"/>
                  </a:lnTo>
                  <a:lnTo>
                    <a:pt x="390010" y="3064267"/>
                  </a:lnTo>
                  <a:lnTo>
                    <a:pt x="390010" y="3057931"/>
                  </a:lnTo>
                  <a:lnTo>
                    <a:pt x="394249" y="3057931"/>
                  </a:lnTo>
                  <a:lnTo>
                    <a:pt x="394249" y="3049594"/>
                  </a:lnTo>
                  <a:lnTo>
                    <a:pt x="398488" y="3049594"/>
                  </a:lnTo>
                  <a:lnTo>
                    <a:pt x="398488" y="3039923"/>
                  </a:lnTo>
                  <a:lnTo>
                    <a:pt x="402727" y="3039923"/>
                  </a:lnTo>
                  <a:lnTo>
                    <a:pt x="402727" y="3031252"/>
                  </a:lnTo>
                  <a:lnTo>
                    <a:pt x="406966" y="3031252"/>
                  </a:lnTo>
                  <a:lnTo>
                    <a:pt x="406966" y="3023915"/>
                  </a:lnTo>
                  <a:lnTo>
                    <a:pt x="411206" y="3023915"/>
                  </a:lnTo>
                  <a:lnTo>
                    <a:pt x="411206" y="3014910"/>
                  </a:lnTo>
                  <a:lnTo>
                    <a:pt x="415445" y="3014910"/>
                  </a:lnTo>
                  <a:lnTo>
                    <a:pt x="415445" y="3009241"/>
                  </a:lnTo>
                  <a:lnTo>
                    <a:pt x="419684" y="3009241"/>
                  </a:lnTo>
                  <a:lnTo>
                    <a:pt x="419684" y="3002232"/>
                  </a:lnTo>
                  <a:lnTo>
                    <a:pt x="423923" y="3002232"/>
                  </a:lnTo>
                  <a:lnTo>
                    <a:pt x="423923" y="2993887"/>
                  </a:lnTo>
                  <a:lnTo>
                    <a:pt x="428163" y="2993887"/>
                  </a:lnTo>
                  <a:lnTo>
                    <a:pt x="428163" y="2987879"/>
                  </a:lnTo>
                  <a:lnTo>
                    <a:pt x="432402" y="2987879"/>
                  </a:lnTo>
                  <a:lnTo>
                    <a:pt x="432402" y="2979534"/>
                  </a:lnTo>
                  <a:lnTo>
                    <a:pt x="436641" y="2979534"/>
                  </a:lnTo>
                  <a:lnTo>
                    <a:pt x="436641" y="2969519"/>
                  </a:lnTo>
                  <a:lnTo>
                    <a:pt x="440880" y="2969519"/>
                  </a:lnTo>
                  <a:lnTo>
                    <a:pt x="440880" y="2965178"/>
                  </a:lnTo>
                  <a:lnTo>
                    <a:pt x="445120" y="2965178"/>
                  </a:lnTo>
                  <a:lnTo>
                    <a:pt x="445120" y="2958496"/>
                  </a:lnTo>
                  <a:lnTo>
                    <a:pt x="449359" y="2958496"/>
                  </a:lnTo>
                  <a:lnTo>
                    <a:pt x="449359" y="2952142"/>
                  </a:lnTo>
                  <a:lnTo>
                    <a:pt x="453598" y="2952142"/>
                  </a:lnTo>
                  <a:lnTo>
                    <a:pt x="453598" y="2943111"/>
                  </a:lnTo>
                  <a:lnTo>
                    <a:pt x="457837" y="2943111"/>
                  </a:lnTo>
                  <a:lnTo>
                    <a:pt x="457837" y="2936755"/>
                  </a:lnTo>
                  <a:lnTo>
                    <a:pt x="462077" y="2936755"/>
                  </a:lnTo>
                  <a:lnTo>
                    <a:pt x="462077" y="2929730"/>
                  </a:lnTo>
                  <a:lnTo>
                    <a:pt x="466316" y="2929730"/>
                  </a:lnTo>
                  <a:lnTo>
                    <a:pt x="466316" y="2924377"/>
                  </a:lnTo>
                  <a:lnTo>
                    <a:pt x="470555" y="2924377"/>
                  </a:lnTo>
                  <a:lnTo>
                    <a:pt x="470555" y="2916346"/>
                  </a:lnTo>
                  <a:lnTo>
                    <a:pt x="474794" y="2916346"/>
                  </a:lnTo>
                  <a:lnTo>
                    <a:pt x="474794" y="2909988"/>
                  </a:lnTo>
                  <a:lnTo>
                    <a:pt x="479034" y="2909988"/>
                  </a:lnTo>
                  <a:lnTo>
                    <a:pt x="479034" y="2904965"/>
                  </a:lnTo>
                  <a:lnTo>
                    <a:pt x="483273" y="2904965"/>
                  </a:lnTo>
                  <a:lnTo>
                    <a:pt x="483273" y="2896591"/>
                  </a:lnTo>
                  <a:lnTo>
                    <a:pt x="487512" y="2896591"/>
                  </a:lnTo>
                  <a:lnTo>
                    <a:pt x="487512" y="2890897"/>
                  </a:lnTo>
                  <a:lnTo>
                    <a:pt x="491751" y="2890897"/>
                  </a:lnTo>
                  <a:lnTo>
                    <a:pt x="491751" y="2884864"/>
                  </a:lnTo>
                  <a:lnTo>
                    <a:pt x="495991" y="2884864"/>
                  </a:lnTo>
                  <a:lnTo>
                    <a:pt x="495991" y="2878162"/>
                  </a:lnTo>
                  <a:lnTo>
                    <a:pt x="500230" y="2878162"/>
                  </a:lnTo>
                  <a:lnTo>
                    <a:pt x="500230" y="2873134"/>
                  </a:lnTo>
                  <a:lnTo>
                    <a:pt x="504469" y="2873134"/>
                  </a:lnTo>
                  <a:lnTo>
                    <a:pt x="504469" y="2867770"/>
                  </a:lnTo>
                  <a:lnTo>
                    <a:pt x="508708" y="2867770"/>
                  </a:lnTo>
                  <a:lnTo>
                    <a:pt x="508708" y="2861398"/>
                  </a:lnTo>
                  <a:lnTo>
                    <a:pt x="512947" y="2861398"/>
                  </a:lnTo>
                  <a:lnTo>
                    <a:pt x="512947" y="2854018"/>
                  </a:lnTo>
                  <a:lnTo>
                    <a:pt x="517187" y="2854018"/>
                  </a:lnTo>
                  <a:lnTo>
                    <a:pt x="517187" y="2846972"/>
                  </a:lnTo>
                  <a:lnTo>
                    <a:pt x="521426" y="2846972"/>
                  </a:lnTo>
                  <a:lnTo>
                    <a:pt x="521426" y="2840933"/>
                  </a:lnTo>
                  <a:lnTo>
                    <a:pt x="525665" y="2840933"/>
                  </a:lnTo>
                  <a:lnTo>
                    <a:pt x="525665" y="2832880"/>
                  </a:lnTo>
                  <a:lnTo>
                    <a:pt x="529904" y="2832880"/>
                  </a:lnTo>
                  <a:lnTo>
                    <a:pt x="529904" y="2827175"/>
                  </a:lnTo>
                  <a:lnTo>
                    <a:pt x="534144" y="2827175"/>
                  </a:lnTo>
                  <a:lnTo>
                    <a:pt x="534144" y="2819452"/>
                  </a:lnTo>
                  <a:lnTo>
                    <a:pt x="538383" y="2819452"/>
                  </a:lnTo>
                  <a:lnTo>
                    <a:pt x="538383" y="2813403"/>
                  </a:lnTo>
                  <a:lnTo>
                    <a:pt x="542622" y="2813403"/>
                  </a:lnTo>
                  <a:lnTo>
                    <a:pt x="542622" y="2806347"/>
                  </a:lnTo>
                  <a:lnTo>
                    <a:pt x="546861" y="2806347"/>
                  </a:lnTo>
                  <a:lnTo>
                    <a:pt x="546861" y="2797943"/>
                  </a:lnTo>
                  <a:lnTo>
                    <a:pt x="551101" y="2797943"/>
                  </a:lnTo>
                  <a:lnTo>
                    <a:pt x="551101" y="2789876"/>
                  </a:lnTo>
                  <a:lnTo>
                    <a:pt x="555340" y="2789876"/>
                  </a:lnTo>
                  <a:lnTo>
                    <a:pt x="555340" y="2785506"/>
                  </a:lnTo>
                  <a:lnTo>
                    <a:pt x="559579" y="2785506"/>
                  </a:lnTo>
                  <a:lnTo>
                    <a:pt x="559579" y="2779116"/>
                  </a:lnTo>
                  <a:lnTo>
                    <a:pt x="563818" y="2779116"/>
                  </a:lnTo>
                  <a:lnTo>
                    <a:pt x="563818" y="2773398"/>
                  </a:lnTo>
                  <a:lnTo>
                    <a:pt x="568058" y="2773398"/>
                  </a:lnTo>
                  <a:lnTo>
                    <a:pt x="568058" y="2765655"/>
                  </a:lnTo>
                  <a:lnTo>
                    <a:pt x="572297" y="2765655"/>
                  </a:lnTo>
                  <a:lnTo>
                    <a:pt x="572297" y="2757575"/>
                  </a:lnTo>
                  <a:lnTo>
                    <a:pt x="576536" y="2757575"/>
                  </a:lnTo>
                  <a:lnTo>
                    <a:pt x="576536" y="2751178"/>
                  </a:lnTo>
                  <a:lnTo>
                    <a:pt x="580775" y="2751178"/>
                  </a:lnTo>
                  <a:lnTo>
                    <a:pt x="580775" y="2744780"/>
                  </a:lnTo>
                  <a:lnTo>
                    <a:pt x="585015" y="2744780"/>
                  </a:lnTo>
                  <a:lnTo>
                    <a:pt x="585015" y="2736026"/>
                  </a:lnTo>
                  <a:lnTo>
                    <a:pt x="589254" y="2736026"/>
                  </a:lnTo>
                  <a:lnTo>
                    <a:pt x="589254" y="2730975"/>
                  </a:lnTo>
                  <a:lnTo>
                    <a:pt x="593493" y="2730975"/>
                  </a:lnTo>
                  <a:lnTo>
                    <a:pt x="593493" y="2722557"/>
                  </a:lnTo>
                  <a:lnTo>
                    <a:pt x="597732" y="2722557"/>
                  </a:lnTo>
                  <a:lnTo>
                    <a:pt x="597732" y="2714807"/>
                  </a:lnTo>
                  <a:lnTo>
                    <a:pt x="601972" y="2714807"/>
                  </a:lnTo>
                  <a:lnTo>
                    <a:pt x="601972" y="2706383"/>
                  </a:lnTo>
                  <a:lnTo>
                    <a:pt x="606211" y="2706383"/>
                  </a:lnTo>
                  <a:lnTo>
                    <a:pt x="606211" y="2698968"/>
                  </a:lnTo>
                  <a:lnTo>
                    <a:pt x="610450" y="2698968"/>
                  </a:lnTo>
                  <a:lnTo>
                    <a:pt x="610450" y="2693576"/>
                  </a:lnTo>
                  <a:lnTo>
                    <a:pt x="614689" y="2693576"/>
                  </a:lnTo>
                  <a:lnTo>
                    <a:pt x="614689" y="2688857"/>
                  </a:lnTo>
                  <a:lnTo>
                    <a:pt x="618928" y="2688857"/>
                  </a:lnTo>
                  <a:lnTo>
                    <a:pt x="618928" y="2681777"/>
                  </a:lnTo>
                  <a:lnTo>
                    <a:pt x="623168" y="2681777"/>
                  </a:lnTo>
                  <a:lnTo>
                    <a:pt x="623168" y="2675372"/>
                  </a:lnTo>
                  <a:lnTo>
                    <a:pt x="627407" y="2675372"/>
                  </a:lnTo>
                  <a:lnTo>
                    <a:pt x="627407" y="2668625"/>
                  </a:lnTo>
                  <a:lnTo>
                    <a:pt x="631646" y="2668625"/>
                  </a:lnTo>
                  <a:lnTo>
                    <a:pt x="631646" y="2665926"/>
                  </a:lnTo>
                  <a:lnTo>
                    <a:pt x="635885" y="2665926"/>
                  </a:lnTo>
                  <a:lnTo>
                    <a:pt x="635885" y="2659177"/>
                  </a:lnTo>
                  <a:lnTo>
                    <a:pt x="640125" y="2659177"/>
                  </a:lnTo>
                  <a:lnTo>
                    <a:pt x="640125" y="2652090"/>
                  </a:lnTo>
                  <a:lnTo>
                    <a:pt x="644364" y="2652090"/>
                  </a:lnTo>
                  <a:lnTo>
                    <a:pt x="644364" y="2643991"/>
                  </a:lnTo>
                  <a:lnTo>
                    <a:pt x="648603" y="2643991"/>
                  </a:lnTo>
                  <a:lnTo>
                    <a:pt x="648603" y="2637241"/>
                  </a:lnTo>
                  <a:lnTo>
                    <a:pt x="652842" y="2637241"/>
                  </a:lnTo>
                  <a:lnTo>
                    <a:pt x="652842" y="2632514"/>
                  </a:lnTo>
                  <a:lnTo>
                    <a:pt x="657082" y="2632514"/>
                  </a:lnTo>
                  <a:lnTo>
                    <a:pt x="657082" y="2625756"/>
                  </a:lnTo>
                  <a:lnTo>
                    <a:pt x="661321" y="2625756"/>
                  </a:lnTo>
                  <a:lnTo>
                    <a:pt x="661321" y="2620348"/>
                  </a:lnTo>
                  <a:lnTo>
                    <a:pt x="665560" y="2620348"/>
                  </a:lnTo>
                  <a:lnTo>
                    <a:pt x="665560" y="2614264"/>
                  </a:lnTo>
                  <a:lnTo>
                    <a:pt x="669799" y="2614264"/>
                  </a:lnTo>
                  <a:lnTo>
                    <a:pt x="669799" y="2606488"/>
                  </a:lnTo>
                  <a:lnTo>
                    <a:pt x="674039" y="2606488"/>
                  </a:lnTo>
                  <a:lnTo>
                    <a:pt x="674039" y="2600741"/>
                  </a:lnTo>
                  <a:lnTo>
                    <a:pt x="678278" y="2600741"/>
                  </a:lnTo>
                  <a:lnTo>
                    <a:pt x="678278" y="2592964"/>
                  </a:lnTo>
                  <a:lnTo>
                    <a:pt x="682517" y="2592964"/>
                  </a:lnTo>
                  <a:lnTo>
                    <a:pt x="682517" y="2585863"/>
                  </a:lnTo>
                  <a:lnTo>
                    <a:pt x="686756" y="2585863"/>
                  </a:lnTo>
                  <a:lnTo>
                    <a:pt x="686756" y="2580113"/>
                  </a:lnTo>
                  <a:lnTo>
                    <a:pt x="690996" y="2580113"/>
                  </a:lnTo>
                  <a:lnTo>
                    <a:pt x="690996" y="2571993"/>
                  </a:lnTo>
                  <a:lnTo>
                    <a:pt x="695235" y="2571993"/>
                  </a:lnTo>
                  <a:lnTo>
                    <a:pt x="695235" y="2566240"/>
                  </a:lnTo>
                  <a:lnTo>
                    <a:pt x="699474" y="2566240"/>
                  </a:lnTo>
                  <a:lnTo>
                    <a:pt x="699474" y="2560149"/>
                  </a:lnTo>
                  <a:lnTo>
                    <a:pt x="703713" y="2560149"/>
                  </a:lnTo>
                  <a:lnTo>
                    <a:pt x="703713" y="2555750"/>
                  </a:lnTo>
                  <a:lnTo>
                    <a:pt x="707953" y="2555750"/>
                  </a:lnTo>
                  <a:lnTo>
                    <a:pt x="707953" y="2551688"/>
                  </a:lnTo>
                  <a:lnTo>
                    <a:pt x="712192" y="2551688"/>
                  </a:lnTo>
                  <a:lnTo>
                    <a:pt x="712192" y="2545593"/>
                  </a:lnTo>
                  <a:lnTo>
                    <a:pt x="716431" y="2545593"/>
                  </a:lnTo>
                  <a:lnTo>
                    <a:pt x="716431" y="2540171"/>
                  </a:lnTo>
                  <a:lnTo>
                    <a:pt x="720670" y="2540171"/>
                  </a:lnTo>
                  <a:lnTo>
                    <a:pt x="720670" y="2535086"/>
                  </a:lnTo>
                  <a:lnTo>
                    <a:pt x="724909" y="2535086"/>
                  </a:lnTo>
                  <a:lnTo>
                    <a:pt x="724909" y="2531018"/>
                  </a:lnTo>
                  <a:lnTo>
                    <a:pt x="729149" y="2531018"/>
                  </a:lnTo>
                  <a:lnTo>
                    <a:pt x="729149" y="2526611"/>
                  </a:lnTo>
                  <a:lnTo>
                    <a:pt x="733388" y="2526611"/>
                  </a:lnTo>
                  <a:lnTo>
                    <a:pt x="733388" y="2521186"/>
                  </a:lnTo>
                  <a:lnTo>
                    <a:pt x="737627" y="2521186"/>
                  </a:lnTo>
                  <a:lnTo>
                    <a:pt x="737627" y="2515419"/>
                  </a:lnTo>
                  <a:lnTo>
                    <a:pt x="741866" y="2515419"/>
                  </a:lnTo>
                  <a:lnTo>
                    <a:pt x="741866" y="2512366"/>
                  </a:lnTo>
                  <a:lnTo>
                    <a:pt x="746106" y="2512366"/>
                  </a:lnTo>
                  <a:lnTo>
                    <a:pt x="746106" y="2506255"/>
                  </a:lnTo>
                  <a:lnTo>
                    <a:pt x="750345" y="2506255"/>
                  </a:lnTo>
                  <a:lnTo>
                    <a:pt x="750345" y="2500143"/>
                  </a:lnTo>
                  <a:lnTo>
                    <a:pt x="754584" y="2500143"/>
                  </a:lnTo>
                  <a:lnTo>
                    <a:pt x="754584" y="2492331"/>
                  </a:lnTo>
                  <a:lnTo>
                    <a:pt x="758823" y="2492331"/>
                  </a:lnTo>
                  <a:lnTo>
                    <a:pt x="758823" y="2487916"/>
                  </a:lnTo>
                  <a:lnTo>
                    <a:pt x="763063" y="2487916"/>
                  </a:lnTo>
                  <a:lnTo>
                    <a:pt x="763063" y="2483840"/>
                  </a:lnTo>
                  <a:lnTo>
                    <a:pt x="767302" y="2483840"/>
                  </a:lnTo>
                  <a:lnTo>
                    <a:pt x="767302" y="2477385"/>
                  </a:lnTo>
                  <a:lnTo>
                    <a:pt x="771541" y="2477385"/>
                  </a:lnTo>
                  <a:lnTo>
                    <a:pt x="771541" y="2473307"/>
                  </a:lnTo>
                  <a:lnTo>
                    <a:pt x="775780" y="2473307"/>
                  </a:lnTo>
                  <a:lnTo>
                    <a:pt x="775780" y="2466848"/>
                  </a:lnTo>
                  <a:lnTo>
                    <a:pt x="780020" y="2466848"/>
                  </a:lnTo>
                  <a:lnTo>
                    <a:pt x="780020" y="2462089"/>
                  </a:lnTo>
                  <a:lnTo>
                    <a:pt x="784259" y="2462089"/>
                  </a:lnTo>
                  <a:lnTo>
                    <a:pt x="784259" y="2454947"/>
                  </a:lnTo>
                  <a:lnTo>
                    <a:pt x="788498" y="2454947"/>
                  </a:lnTo>
                  <a:lnTo>
                    <a:pt x="788498" y="2450526"/>
                  </a:lnTo>
                  <a:lnTo>
                    <a:pt x="792737" y="2450526"/>
                  </a:lnTo>
                  <a:lnTo>
                    <a:pt x="792737" y="2444066"/>
                  </a:lnTo>
                  <a:lnTo>
                    <a:pt x="796977" y="2444066"/>
                  </a:lnTo>
                  <a:lnTo>
                    <a:pt x="796977" y="2441004"/>
                  </a:lnTo>
                  <a:lnTo>
                    <a:pt x="801216" y="2441004"/>
                  </a:lnTo>
                  <a:lnTo>
                    <a:pt x="801216" y="2435559"/>
                  </a:lnTo>
                  <a:lnTo>
                    <a:pt x="805455" y="2435559"/>
                  </a:lnTo>
                  <a:lnTo>
                    <a:pt x="805455" y="2431133"/>
                  </a:lnTo>
                  <a:lnTo>
                    <a:pt x="809694" y="2431133"/>
                  </a:lnTo>
                  <a:lnTo>
                    <a:pt x="809694" y="2423983"/>
                  </a:lnTo>
                  <a:lnTo>
                    <a:pt x="813933" y="2423983"/>
                  </a:lnTo>
                  <a:lnTo>
                    <a:pt x="813933" y="2418536"/>
                  </a:lnTo>
                  <a:lnTo>
                    <a:pt x="818173" y="2418536"/>
                  </a:lnTo>
                  <a:lnTo>
                    <a:pt x="818173" y="2412067"/>
                  </a:lnTo>
                  <a:lnTo>
                    <a:pt x="822412" y="2412067"/>
                  </a:lnTo>
                  <a:lnTo>
                    <a:pt x="822412" y="2406960"/>
                  </a:lnTo>
                  <a:lnTo>
                    <a:pt x="826651" y="2406960"/>
                  </a:lnTo>
                  <a:lnTo>
                    <a:pt x="826651" y="2400149"/>
                  </a:lnTo>
                  <a:lnTo>
                    <a:pt x="830890" y="2400149"/>
                  </a:lnTo>
                  <a:lnTo>
                    <a:pt x="830890" y="2393339"/>
                  </a:lnTo>
                  <a:lnTo>
                    <a:pt x="835130" y="2393339"/>
                  </a:lnTo>
                  <a:lnTo>
                    <a:pt x="835130" y="2388909"/>
                  </a:lnTo>
                  <a:lnTo>
                    <a:pt x="839369" y="2388909"/>
                  </a:lnTo>
                  <a:lnTo>
                    <a:pt x="839369" y="2384819"/>
                  </a:lnTo>
                  <a:lnTo>
                    <a:pt x="843608" y="2384819"/>
                  </a:lnTo>
                  <a:lnTo>
                    <a:pt x="843608" y="2379026"/>
                  </a:lnTo>
                  <a:lnTo>
                    <a:pt x="847847" y="2379026"/>
                  </a:lnTo>
                  <a:lnTo>
                    <a:pt x="847847" y="2371869"/>
                  </a:lnTo>
                  <a:lnTo>
                    <a:pt x="852087" y="2371869"/>
                  </a:lnTo>
                  <a:lnTo>
                    <a:pt x="852087" y="2365394"/>
                  </a:lnTo>
                  <a:lnTo>
                    <a:pt x="856326" y="2365394"/>
                  </a:lnTo>
                  <a:lnTo>
                    <a:pt x="856326" y="2357214"/>
                  </a:lnTo>
                  <a:lnTo>
                    <a:pt x="860565" y="2357214"/>
                  </a:lnTo>
                  <a:lnTo>
                    <a:pt x="860565" y="2352782"/>
                  </a:lnTo>
                  <a:lnTo>
                    <a:pt x="864804" y="2352782"/>
                  </a:lnTo>
                  <a:lnTo>
                    <a:pt x="864804" y="2347668"/>
                  </a:lnTo>
                  <a:lnTo>
                    <a:pt x="869044" y="2347668"/>
                  </a:lnTo>
                  <a:lnTo>
                    <a:pt x="869044" y="2341531"/>
                  </a:lnTo>
                  <a:lnTo>
                    <a:pt x="873283" y="2341531"/>
                  </a:lnTo>
                  <a:lnTo>
                    <a:pt x="873283" y="2338120"/>
                  </a:lnTo>
                  <a:lnTo>
                    <a:pt x="877522" y="2338120"/>
                  </a:lnTo>
                  <a:lnTo>
                    <a:pt x="877522" y="2334369"/>
                  </a:lnTo>
                  <a:lnTo>
                    <a:pt x="881761" y="2334369"/>
                  </a:lnTo>
                  <a:lnTo>
                    <a:pt x="881761" y="2328569"/>
                  </a:lnTo>
                  <a:lnTo>
                    <a:pt x="886001" y="2328569"/>
                  </a:lnTo>
                  <a:lnTo>
                    <a:pt x="886001" y="2323110"/>
                  </a:lnTo>
                  <a:lnTo>
                    <a:pt x="890240" y="2323110"/>
                  </a:lnTo>
                  <a:lnTo>
                    <a:pt x="890240" y="2317309"/>
                  </a:lnTo>
                  <a:lnTo>
                    <a:pt x="894479" y="2317309"/>
                  </a:lnTo>
                  <a:lnTo>
                    <a:pt x="894479" y="2310137"/>
                  </a:lnTo>
                  <a:lnTo>
                    <a:pt x="898718" y="2310137"/>
                  </a:lnTo>
                  <a:lnTo>
                    <a:pt x="898718" y="2304330"/>
                  </a:lnTo>
                  <a:lnTo>
                    <a:pt x="902958" y="2304330"/>
                  </a:lnTo>
                  <a:lnTo>
                    <a:pt x="902958" y="2298864"/>
                  </a:lnTo>
                  <a:lnTo>
                    <a:pt x="907197" y="2298864"/>
                  </a:lnTo>
                  <a:lnTo>
                    <a:pt x="907197" y="2293740"/>
                  </a:lnTo>
                  <a:lnTo>
                    <a:pt x="911436" y="2293740"/>
                  </a:lnTo>
                  <a:lnTo>
                    <a:pt x="911436" y="2287933"/>
                  </a:lnTo>
                  <a:lnTo>
                    <a:pt x="915675" y="2287933"/>
                  </a:lnTo>
                  <a:lnTo>
                    <a:pt x="915675" y="2283492"/>
                  </a:lnTo>
                  <a:lnTo>
                    <a:pt x="919914" y="2283492"/>
                  </a:lnTo>
                  <a:lnTo>
                    <a:pt x="919914" y="2279391"/>
                  </a:lnTo>
                  <a:lnTo>
                    <a:pt x="924154" y="2279391"/>
                  </a:lnTo>
                  <a:lnTo>
                    <a:pt x="924154" y="2273921"/>
                  </a:lnTo>
                  <a:lnTo>
                    <a:pt x="928393" y="2273921"/>
                  </a:lnTo>
                  <a:lnTo>
                    <a:pt x="928393" y="2270844"/>
                  </a:lnTo>
                  <a:lnTo>
                    <a:pt x="932632" y="2270844"/>
                  </a:lnTo>
                  <a:lnTo>
                    <a:pt x="932632" y="2264688"/>
                  </a:lnTo>
                  <a:lnTo>
                    <a:pt x="936871" y="2264688"/>
                  </a:lnTo>
                  <a:lnTo>
                    <a:pt x="936871" y="2259901"/>
                  </a:lnTo>
                  <a:lnTo>
                    <a:pt x="941111" y="2259901"/>
                  </a:lnTo>
                  <a:lnTo>
                    <a:pt x="941111" y="2254771"/>
                  </a:lnTo>
                  <a:lnTo>
                    <a:pt x="945350" y="2254771"/>
                  </a:lnTo>
                  <a:lnTo>
                    <a:pt x="945350" y="2250325"/>
                  </a:lnTo>
                  <a:lnTo>
                    <a:pt x="949589" y="2250325"/>
                  </a:lnTo>
                  <a:lnTo>
                    <a:pt x="949589" y="2246220"/>
                  </a:lnTo>
                  <a:lnTo>
                    <a:pt x="953828" y="2246220"/>
                  </a:lnTo>
                  <a:lnTo>
                    <a:pt x="953828" y="2242456"/>
                  </a:lnTo>
                  <a:lnTo>
                    <a:pt x="958068" y="2242456"/>
                  </a:lnTo>
                  <a:lnTo>
                    <a:pt x="958068" y="2237662"/>
                  </a:lnTo>
                  <a:lnTo>
                    <a:pt x="962307" y="2237662"/>
                  </a:lnTo>
                  <a:lnTo>
                    <a:pt x="962307" y="2233895"/>
                  </a:lnTo>
                  <a:lnTo>
                    <a:pt x="966546" y="2233895"/>
                  </a:lnTo>
                  <a:lnTo>
                    <a:pt x="966546" y="2230813"/>
                  </a:lnTo>
                  <a:lnTo>
                    <a:pt x="970785" y="2230813"/>
                  </a:lnTo>
                  <a:lnTo>
                    <a:pt x="970785" y="2227388"/>
                  </a:lnTo>
                  <a:lnTo>
                    <a:pt x="975025" y="2227388"/>
                  </a:lnTo>
                  <a:lnTo>
                    <a:pt x="975025" y="2223278"/>
                  </a:lnTo>
                  <a:lnTo>
                    <a:pt x="979264" y="2223278"/>
                  </a:lnTo>
                  <a:lnTo>
                    <a:pt x="979264" y="2218482"/>
                  </a:lnTo>
                  <a:lnTo>
                    <a:pt x="983503" y="2218482"/>
                  </a:lnTo>
                  <a:lnTo>
                    <a:pt x="983503" y="2212997"/>
                  </a:lnTo>
                  <a:lnTo>
                    <a:pt x="987742" y="2212997"/>
                  </a:lnTo>
                  <a:lnTo>
                    <a:pt x="987742" y="2210596"/>
                  </a:lnTo>
                  <a:lnTo>
                    <a:pt x="991982" y="2210596"/>
                  </a:lnTo>
                  <a:lnTo>
                    <a:pt x="991982" y="2205108"/>
                  </a:lnTo>
                  <a:lnTo>
                    <a:pt x="996221" y="2205108"/>
                  </a:lnTo>
                  <a:lnTo>
                    <a:pt x="996221" y="2199963"/>
                  </a:lnTo>
                  <a:lnTo>
                    <a:pt x="1000460" y="2199963"/>
                  </a:lnTo>
                  <a:lnTo>
                    <a:pt x="1000460" y="2197562"/>
                  </a:lnTo>
                  <a:lnTo>
                    <a:pt x="1004699" y="2197562"/>
                  </a:lnTo>
                  <a:lnTo>
                    <a:pt x="1004699" y="2194473"/>
                  </a:lnTo>
                  <a:lnTo>
                    <a:pt x="1008939" y="2194473"/>
                  </a:lnTo>
                  <a:lnTo>
                    <a:pt x="1008939" y="2185893"/>
                  </a:lnTo>
                  <a:lnTo>
                    <a:pt x="1013178" y="2185893"/>
                  </a:lnTo>
                  <a:lnTo>
                    <a:pt x="1013178" y="2181086"/>
                  </a:lnTo>
                  <a:lnTo>
                    <a:pt x="1017417" y="2181086"/>
                  </a:lnTo>
                  <a:lnTo>
                    <a:pt x="1017417" y="2178681"/>
                  </a:lnTo>
                  <a:lnTo>
                    <a:pt x="1021656" y="2178681"/>
                  </a:lnTo>
                  <a:lnTo>
                    <a:pt x="1021656" y="2174558"/>
                  </a:lnTo>
                  <a:lnTo>
                    <a:pt x="1025895" y="2174558"/>
                  </a:lnTo>
                  <a:lnTo>
                    <a:pt x="1025895" y="2169748"/>
                  </a:lnTo>
                  <a:lnTo>
                    <a:pt x="1030135" y="2169748"/>
                  </a:lnTo>
                  <a:lnTo>
                    <a:pt x="1030135" y="2165625"/>
                  </a:lnTo>
                  <a:lnTo>
                    <a:pt x="1034374" y="2165625"/>
                  </a:lnTo>
                  <a:lnTo>
                    <a:pt x="1034374" y="2160814"/>
                  </a:lnTo>
                  <a:lnTo>
                    <a:pt x="1038613" y="2160814"/>
                  </a:lnTo>
                  <a:lnTo>
                    <a:pt x="1038613" y="2158751"/>
                  </a:lnTo>
                  <a:lnTo>
                    <a:pt x="1042852" y="2158751"/>
                  </a:lnTo>
                  <a:lnTo>
                    <a:pt x="1042852" y="2154281"/>
                  </a:lnTo>
                  <a:lnTo>
                    <a:pt x="1047092" y="2154281"/>
                  </a:lnTo>
                  <a:lnTo>
                    <a:pt x="1047092" y="2151185"/>
                  </a:lnTo>
                  <a:lnTo>
                    <a:pt x="1051331" y="2151185"/>
                  </a:lnTo>
                  <a:lnTo>
                    <a:pt x="1051331" y="2144993"/>
                  </a:lnTo>
                  <a:lnTo>
                    <a:pt x="1055570" y="2144993"/>
                  </a:lnTo>
                  <a:lnTo>
                    <a:pt x="1055570" y="2141897"/>
                  </a:lnTo>
                  <a:lnTo>
                    <a:pt x="1059809" y="2141897"/>
                  </a:lnTo>
                  <a:lnTo>
                    <a:pt x="1059809" y="2135704"/>
                  </a:lnTo>
                  <a:lnTo>
                    <a:pt x="1064049" y="2135704"/>
                  </a:lnTo>
                  <a:lnTo>
                    <a:pt x="1064049" y="2130199"/>
                  </a:lnTo>
                  <a:lnTo>
                    <a:pt x="1068288" y="2130199"/>
                  </a:lnTo>
                  <a:lnTo>
                    <a:pt x="1068288" y="2125725"/>
                  </a:lnTo>
                  <a:lnTo>
                    <a:pt x="1072527" y="2125725"/>
                  </a:lnTo>
                  <a:lnTo>
                    <a:pt x="1072527" y="2122971"/>
                  </a:lnTo>
                  <a:lnTo>
                    <a:pt x="1076766" y="2122971"/>
                  </a:lnTo>
                  <a:lnTo>
                    <a:pt x="1076766" y="2116772"/>
                  </a:lnTo>
                  <a:lnTo>
                    <a:pt x="1081006" y="2116772"/>
                  </a:lnTo>
                  <a:lnTo>
                    <a:pt x="1081006" y="2112984"/>
                  </a:lnTo>
                  <a:lnTo>
                    <a:pt x="1085245" y="2112984"/>
                  </a:lnTo>
                  <a:lnTo>
                    <a:pt x="1085245" y="2108851"/>
                  </a:lnTo>
                  <a:lnTo>
                    <a:pt x="1089484" y="2108851"/>
                  </a:lnTo>
                  <a:lnTo>
                    <a:pt x="1089484" y="2105062"/>
                  </a:lnTo>
                  <a:lnTo>
                    <a:pt x="1093723" y="2105062"/>
                  </a:lnTo>
                  <a:lnTo>
                    <a:pt x="1093723" y="2100583"/>
                  </a:lnTo>
                  <a:lnTo>
                    <a:pt x="1097963" y="2100583"/>
                  </a:lnTo>
                  <a:lnTo>
                    <a:pt x="1097963" y="2097137"/>
                  </a:lnTo>
                  <a:lnTo>
                    <a:pt x="1102202" y="2097137"/>
                  </a:lnTo>
                  <a:lnTo>
                    <a:pt x="1102202" y="2094379"/>
                  </a:lnTo>
                  <a:lnTo>
                    <a:pt x="1106441" y="2094379"/>
                  </a:lnTo>
                  <a:lnTo>
                    <a:pt x="1106441" y="2090241"/>
                  </a:lnTo>
                  <a:lnTo>
                    <a:pt x="1110680" y="2090241"/>
                  </a:lnTo>
                  <a:lnTo>
                    <a:pt x="1110680" y="2087482"/>
                  </a:lnTo>
                  <a:lnTo>
                    <a:pt x="1114919" y="2087482"/>
                  </a:lnTo>
                  <a:lnTo>
                    <a:pt x="1114919" y="2082999"/>
                  </a:lnTo>
                  <a:lnTo>
                    <a:pt x="1119159" y="2082999"/>
                  </a:lnTo>
                  <a:lnTo>
                    <a:pt x="1119159" y="2080240"/>
                  </a:lnTo>
                  <a:lnTo>
                    <a:pt x="1123398" y="2080240"/>
                  </a:lnTo>
                  <a:lnTo>
                    <a:pt x="1123398" y="2076790"/>
                  </a:lnTo>
                  <a:lnTo>
                    <a:pt x="1127637" y="2076790"/>
                  </a:lnTo>
                  <a:lnTo>
                    <a:pt x="1127637" y="2071615"/>
                  </a:lnTo>
                  <a:lnTo>
                    <a:pt x="1131876" y="2071615"/>
                  </a:lnTo>
                  <a:lnTo>
                    <a:pt x="1131876" y="2065747"/>
                  </a:lnTo>
                  <a:lnTo>
                    <a:pt x="1136116" y="2065747"/>
                  </a:lnTo>
                  <a:lnTo>
                    <a:pt x="1136116" y="2060915"/>
                  </a:lnTo>
                  <a:lnTo>
                    <a:pt x="1140355" y="2060915"/>
                  </a:lnTo>
                  <a:lnTo>
                    <a:pt x="1140355" y="2057117"/>
                  </a:lnTo>
                  <a:lnTo>
                    <a:pt x="1144594" y="2057117"/>
                  </a:lnTo>
                  <a:lnTo>
                    <a:pt x="1144594" y="2050901"/>
                  </a:lnTo>
                  <a:lnTo>
                    <a:pt x="1148833" y="2050901"/>
                  </a:lnTo>
                  <a:lnTo>
                    <a:pt x="1148833" y="2047102"/>
                  </a:lnTo>
                  <a:lnTo>
                    <a:pt x="1153073" y="2047102"/>
                  </a:lnTo>
                  <a:lnTo>
                    <a:pt x="1153073" y="2042956"/>
                  </a:lnTo>
                  <a:lnTo>
                    <a:pt x="1157312" y="2042956"/>
                  </a:lnTo>
                  <a:lnTo>
                    <a:pt x="1157312" y="2037773"/>
                  </a:lnTo>
                  <a:lnTo>
                    <a:pt x="1161551" y="2037773"/>
                  </a:lnTo>
                  <a:lnTo>
                    <a:pt x="1161551" y="2033279"/>
                  </a:lnTo>
                  <a:lnTo>
                    <a:pt x="1165790" y="2033279"/>
                  </a:lnTo>
                  <a:lnTo>
                    <a:pt x="1165790" y="2028438"/>
                  </a:lnTo>
                  <a:lnTo>
                    <a:pt x="1170030" y="2028438"/>
                  </a:lnTo>
                  <a:lnTo>
                    <a:pt x="1170030" y="2025326"/>
                  </a:lnTo>
                  <a:lnTo>
                    <a:pt x="1174269" y="2025326"/>
                  </a:lnTo>
                  <a:lnTo>
                    <a:pt x="1174269" y="2020485"/>
                  </a:lnTo>
                  <a:lnTo>
                    <a:pt x="1178508" y="2020485"/>
                  </a:lnTo>
                  <a:lnTo>
                    <a:pt x="1178508" y="2014951"/>
                  </a:lnTo>
                  <a:lnTo>
                    <a:pt x="1182747" y="2014951"/>
                  </a:lnTo>
                  <a:lnTo>
                    <a:pt x="1182747" y="2010800"/>
                  </a:lnTo>
                  <a:lnTo>
                    <a:pt x="1186987" y="2010800"/>
                  </a:lnTo>
                  <a:lnTo>
                    <a:pt x="1186987" y="2008032"/>
                  </a:lnTo>
                  <a:lnTo>
                    <a:pt x="1191226" y="2008032"/>
                  </a:lnTo>
                  <a:lnTo>
                    <a:pt x="1191226" y="2005263"/>
                  </a:lnTo>
                  <a:lnTo>
                    <a:pt x="1195465" y="2005263"/>
                  </a:lnTo>
                  <a:lnTo>
                    <a:pt x="1195465" y="1999031"/>
                  </a:lnTo>
                  <a:lnTo>
                    <a:pt x="1199704" y="1999031"/>
                  </a:lnTo>
                  <a:lnTo>
                    <a:pt x="1199704" y="1994876"/>
                  </a:lnTo>
                  <a:lnTo>
                    <a:pt x="1203944" y="1994876"/>
                  </a:lnTo>
                  <a:lnTo>
                    <a:pt x="1203944" y="1990721"/>
                  </a:lnTo>
                  <a:lnTo>
                    <a:pt x="1208183" y="1990721"/>
                  </a:lnTo>
                  <a:lnTo>
                    <a:pt x="1208183" y="1987605"/>
                  </a:lnTo>
                  <a:lnTo>
                    <a:pt x="1212422" y="1987605"/>
                  </a:lnTo>
                  <a:lnTo>
                    <a:pt x="1212422" y="1983103"/>
                  </a:lnTo>
                  <a:lnTo>
                    <a:pt x="1216661" y="1983103"/>
                  </a:lnTo>
                  <a:lnTo>
                    <a:pt x="1216661" y="1977908"/>
                  </a:lnTo>
                  <a:lnTo>
                    <a:pt x="1220900" y="1977908"/>
                  </a:lnTo>
                  <a:lnTo>
                    <a:pt x="1220900" y="1973405"/>
                  </a:lnTo>
                  <a:lnTo>
                    <a:pt x="1225140" y="1973405"/>
                  </a:lnTo>
                  <a:lnTo>
                    <a:pt x="1225140" y="1970287"/>
                  </a:lnTo>
                  <a:lnTo>
                    <a:pt x="1229379" y="1970287"/>
                  </a:lnTo>
                  <a:lnTo>
                    <a:pt x="1229379" y="1964744"/>
                  </a:lnTo>
                  <a:lnTo>
                    <a:pt x="1233618" y="1964744"/>
                  </a:lnTo>
                  <a:lnTo>
                    <a:pt x="1233618" y="1961626"/>
                  </a:lnTo>
                  <a:lnTo>
                    <a:pt x="1237857" y="1961626"/>
                  </a:lnTo>
                  <a:lnTo>
                    <a:pt x="1237857" y="1958854"/>
                  </a:lnTo>
                  <a:lnTo>
                    <a:pt x="1242097" y="1958854"/>
                  </a:lnTo>
                  <a:lnTo>
                    <a:pt x="1242097" y="1955041"/>
                  </a:lnTo>
                  <a:lnTo>
                    <a:pt x="1246336" y="1955041"/>
                  </a:lnTo>
                  <a:lnTo>
                    <a:pt x="1246336" y="1950535"/>
                  </a:lnTo>
                  <a:lnTo>
                    <a:pt x="1250575" y="1950535"/>
                  </a:lnTo>
                  <a:lnTo>
                    <a:pt x="1250575" y="1944291"/>
                  </a:lnTo>
                  <a:lnTo>
                    <a:pt x="1254814" y="1944291"/>
                  </a:lnTo>
                  <a:lnTo>
                    <a:pt x="1254814" y="1940474"/>
                  </a:lnTo>
                  <a:lnTo>
                    <a:pt x="1259054" y="1940474"/>
                  </a:lnTo>
                  <a:lnTo>
                    <a:pt x="1259054" y="1935964"/>
                  </a:lnTo>
                  <a:lnTo>
                    <a:pt x="1263293" y="1935964"/>
                  </a:lnTo>
                  <a:lnTo>
                    <a:pt x="1263293" y="1931799"/>
                  </a:lnTo>
                  <a:lnTo>
                    <a:pt x="1267532" y="1931799"/>
                  </a:lnTo>
                  <a:lnTo>
                    <a:pt x="1267532" y="1926245"/>
                  </a:lnTo>
                  <a:lnTo>
                    <a:pt x="1271771" y="1926245"/>
                  </a:lnTo>
                  <a:lnTo>
                    <a:pt x="1271771" y="1923121"/>
                  </a:lnTo>
                  <a:lnTo>
                    <a:pt x="1276011" y="1923121"/>
                  </a:lnTo>
                  <a:lnTo>
                    <a:pt x="1276011" y="1918259"/>
                  </a:lnTo>
                  <a:lnTo>
                    <a:pt x="1280250" y="1918259"/>
                  </a:lnTo>
                  <a:lnTo>
                    <a:pt x="1280250" y="1914090"/>
                  </a:lnTo>
                  <a:lnTo>
                    <a:pt x="1284489" y="1914090"/>
                  </a:lnTo>
                  <a:lnTo>
                    <a:pt x="1284489" y="1911657"/>
                  </a:lnTo>
                  <a:lnTo>
                    <a:pt x="1288728" y="1911657"/>
                  </a:lnTo>
                  <a:lnTo>
                    <a:pt x="1288728" y="1907834"/>
                  </a:lnTo>
                  <a:lnTo>
                    <a:pt x="1292968" y="1907834"/>
                  </a:lnTo>
                  <a:lnTo>
                    <a:pt x="1292968" y="1903664"/>
                  </a:lnTo>
                  <a:lnTo>
                    <a:pt x="1297207" y="1903664"/>
                  </a:lnTo>
                  <a:lnTo>
                    <a:pt x="1297207" y="1900536"/>
                  </a:lnTo>
                  <a:lnTo>
                    <a:pt x="1301446" y="1900536"/>
                  </a:lnTo>
                  <a:lnTo>
                    <a:pt x="1301446" y="1897755"/>
                  </a:lnTo>
                  <a:lnTo>
                    <a:pt x="1305685" y="1897755"/>
                  </a:lnTo>
                  <a:lnTo>
                    <a:pt x="1305685" y="1891148"/>
                  </a:lnTo>
                  <a:lnTo>
                    <a:pt x="1309925" y="1891148"/>
                  </a:lnTo>
                  <a:lnTo>
                    <a:pt x="1309925" y="1887323"/>
                  </a:lnTo>
                  <a:lnTo>
                    <a:pt x="1314164" y="1887323"/>
                  </a:lnTo>
                  <a:lnTo>
                    <a:pt x="1314164" y="1884192"/>
                  </a:lnTo>
                  <a:lnTo>
                    <a:pt x="1318403" y="1884192"/>
                  </a:lnTo>
                  <a:lnTo>
                    <a:pt x="1318403" y="1880713"/>
                  </a:lnTo>
                  <a:lnTo>
                    <a:pt x="1322642" y="1880713"/>
                  </a:lnTo>
                  <a:lnTo>
                    <a:pt x="1322642" y="1878973"/>
                  </a:lnTo>
                  <a:lnTo>
                    <a:pt x="1326881" y="1878973"/>
                  </a:lnTo>
                  <a:lnTo>
                    <a:pt x="1326881" y="1875494"/>
                  </a:lnTo>
                  <a:lnTo>
                    <a:pt x="1331121" y="1875494"/>
                  </a:lnTo>
                  <a:lnTo>
                    <a:pt x="1331121" y="1871667"/>
                  </a:lnTo>
                  <a:lnTo>
                    <a:pt x="1335360" y="1871667"/>
                  </a:lnTo>
                  <a:lnTo>
                    <a:pt x="1335360" y="1867838"/>
                  </a:lnTo>
                  <a:lnTo>
                    <a:pt x="1339599" y="1867838"/>
                  </a:lnTo>
                  <a:lnTo>
                    <a:pt x="1339599" y="1864704"/>
                  </a:lnTo>
                  <a:lnTo>
                    <a:pt x="1343838" y="1864704"/>
                  </a:lnTo>
                  <a:lnTo>
                    <a:pt x="1343838" y="1862614"/>
                  </a:lnTo>
                  <a:lnTo>
                    <a:pt x="1348078" y="1862614"/>
                  </a:lnTo>
                  <a:lnTo>
                    <a:pt x="1348078" y="1859479"/>
                  </a:lnTo>
                  <a:lnTo>
                    <a:pt x="1352317" y="1859479"/>
                  </a:lnTo>
                  <a:lnTo>
                    <a:pt x="1352317" y="1857040"/>
                  </a:lnTo>
                  <a:lnTo>
                    <a:pt x="1356556" y="1857040"/>
                  </a:lnTo>
                  <a:lnTo>
                    <a:pt x="1356556" y="1854600"/>
                  </a:lnTo>
                  <a:lnTo>
                    <a:pt x="1360795" y="1854600"/>
                  </a:lnTo>
                  <a:lnTo>
                    <a:pt x="1360795" y="1849024"/>
                  </a:lnTo>
                  <a:lnTo>
                    <a:pt x="1365035" y="1849024"/>
                  </a:lnTo>
                  <a:lnTo>
                    <a:pt x="1365035" y="1845887"/>
                  </a:lnTo>
                  <a:lnTo>
                    <a:pt x="1369274" y="1845887"/>
                  </a:lnTo>
                  <a:lnTo>
                    <a:pt x="1369274" y="1841004"/>
                  </a:lnTo>
                  <a:lnTo>
                    <a:pt x="1373513" y="1841004"/>
                  </a:lnTo>
                  <a:lnTo>
                    <a:pt x="1373513" y="1838563"/>
                  </a:lnTo>
                  <a:lnTo>
                    <a:pt x="1377752" y="1838563"/>
                  </a:lnTo>
                  <a:lnTo>
                    <a:pt x="1377752" y="1833681"/>
                  </a:lnTo>
                  <a:lnTo>
                    <a:pt x="1381992" y="1833681"/>
                  </a:lnTo>
                  <a:lnTo>
                    <a:pt x="1381992" y="1831239"/>
                  </a:lnTo>
                  <a:lnTo>
                    <a:pt x="1386231" y="1831239"/>
                  </a:lnTo>
                  <a:lnTo>
                    <a:pt x="1386231" y="1826705"/>
                  </a:lnTo>
                  <a:lnTo>
                    <a:pt x="1390470" y="1826705"/>
                  </a:lnTo>
                  <a:lnTo>
                    <a:pt x="1390470" y="1823565"/>
                  </a:lnTo>
                  <a:lnTo>
                    <a:pt x="1394709" y="1823565"/>
                  </a:lnTo>
                  <a:lnTo>
                    <a:pt x="1394709" y="1820425"/>
                  </a:lnTo>
                  <a:lnTo>
                    <a:pt x="1398949" y="1820425"/>
                  </a:lnTo>
                  <a:lnTo>
                    <a:pt x="1398949" y="1817632"/>
                  </a:lnTo>
                  <a:lnTo>
                    <a:pt x="1403188" y="1817632"/>
                  </a:lnTo>
                  <a:lnTo>
                    <a:pt x="1403188" y="1815886"/>
                  </a:lnTo>
                  <a:lnTo>
                    <a:pt x="1407427" y="1815886"/>
                  </a:lnTo>
                  <a:lnTo>
                    <a:pt x="1407427" y="1812045"/>
                  </a:lnTo>
                  <a:lnTo>
                    <a:pt x="1411666" y="1812045"/>
                  </a:lnTo>
                  <a:lnTo>
                    <a:pt x="1411666" y="1807854"/>
                  </a:lnTo>
                  <a:lnTo>
                    <a:pt x="1415906" y="1807854"/>
                  </a:lnTo>
                  <a:lnTo>
                    <a:pt x="1415906" y="1802963"/>
                  </a:lnTo>
                  <a:lnTo>
                    <a:pt x="1420145" y="1802963"/>
                  </a:lnTo>
                  <a:lnTo>
                    <a:pt x="1420145" y="1799468"/>
                  </a:lnTo>
                  <a:lnTo>
                    <a:pt x="1424384" y="1799468"/>
                  </a:lnTo>
                  <a:lnTo>
                    <a:pt x="1424384" y="1796671"/>
                  </a:lnTo>
                  <a:lnTo>
                    <a:pt x="1428623" y="1796671"/>
                  </a:lnTo>
                  <a:lnTo>
                    <a:pt x="1428623" y="1793522"/>
                  </a:lnTo>
                  <a:lnTo>
                    <a:pt x="1432862" y="1793522"/>
                  </a:lnTo>
                  <a:lnTo>
                    <a:pt x="1432862" y="1791773"/>
                  </a:lnTo>
                  <a:lnTo>
                    <a:pt x="1437102" y="1791773"/>
                  </a:lnTo>
                  <a:lnTo>
                    <a:pt x="1437102" y="1787574"/>
                  </a:lnTo>
                  <a:lnTo>
                    <a:pt x="1441341" y="1787574"/>
                  </a:lnTo>
                  <a:lnTo>
                    <a:pt x="1441341" y="1784074"/>
                  </a:lnTo>
                  <a:lnTo>
                    <a:pt x="1445580" y="1784074"/>
                  </a:lnTo>
                  <a:lnTo>
                    <a:pt x="1445580" y="1779875"/>
                  </a:lnTo>
                  <a:lnTo>
                    <a:pt x="1449819" y="1779875"/>
                  </a:lnTo>
                  <a:lnTo>
                    <a:pt x="1449819" y="1776374"/>
                  </a:lnTo>
                  <a:lnTo>
                    <a:pt x="1454059" y="1776374"/>
                  </a:lnTo>
                  <a:lnTo>
                    <a:pt x="1454059" y="1773924"/>
                  </a:lnTo>
                  <a:lnTo>
                    <a:pt x="1458298" y="1773924"/>
                  </a:lnTo>
                  <a:lnTo>
                    <a:pt x="1458298" y="1771122"/>
                  </a:lnTo>
                  <a:lnTo>
                    <a:pt x="1462537" y="1771122"/>
                  </a:lnTo>
                  <a:lnTo>
                    <a:pt x="1462537" y="1768320"/>
                  </a:lnTo>
                  <a:lnTo>
                    <a:pt x="1466776" y="1768320"/>
                  </a:lnTo>
                  <a:lnTo>
                    <a:pt x="1466776" y="1764115"/>
                  </a:lnTo>
                  <a:lnTo>
                    <a:pt x="1471016" y="1764115"/>
                  </a:lnTo>
                  <a:lnTo>
                    <a:pt x="1471016" y="1760260"/>
                  </a:lnTo>
                  <a:lnTo>
                    <a:pt x="1475255" y="1760260"/>
                  </a:lnTo>
                  <a:lnTo>
                    <a:pt x="1475255" y="1758858"/>
                  </a:lnTo>
                  <a:lnTo>
                    <a:pt x="1479494" y="1758858"/>
                  </a:lnTo>
                  <a:lnTo>
                    <a:pt x="1479494" y="1752899"/>
                  </a:lnTo>
                  <a:lnTo>
                    <a:pt x="1483733" y="1752899"/>
                  </a:lnTo>
                  <a:lnTo>
                    <a:pt x="1483733" y="1750095"/>
                  </a:lnTo>
                  <a:lnTo>
                    <a:pt x="1487973" y="1750095"/>
                  </a:lnTo>
                  <a:lnTo>
                    <a:pt x="1487973" y="1745885"/>
                  </a:lnTo>
                  <a:lnTo>
                    <a:pt x="1492212" y="1745885"/>
                  </a:lnTo>
                  <a:lnTo>
                    <a:pt x="1492212" y="1743077"/>
                  </a:lnTo>
                  <a:lnTo>
                    <a:pt x="1496451" y="1743077"/>
                  </a:lnTo>
                  <a:lnTo>
                    <a:pt x="1496451" y="1739917"/>
                  </a:lnTo>
                  <a:lnTo>
                    <a:pt x="1500690" y="1739917"/>
                  </a:lnTo>
                  <a:lnTo>
                    <a:pt x="1500690" y="1735703"/>
                  </a:lnTo>
                  <a:lnTo>
                    <a:pt x="1504930" y="1735703"/>
                  </a:lnTo>
                  <a:lnTo>
                    <a:pt x="1504930" y="1733245"/>
                  </a:lnTo>
                  <a:lnTo>
                    <a:pt x="1509169" y="1733245"/>
                  </a:lnTo>
                  <a:lnTo>
                    <a:pt x="1509169" y="1726219"/>
                  </a:lnTo>
                  <a:lnTo>
                    <a:pt x="1513408" y="1726219"/>
                  </a:lnTo>
                  <a:lnTo>
                    <a:pt x="1513408" y="1723760"/>
                  </a:lnTo>
                  <a:lnTo>
                    <a:pt x="1517647" y="1723760"/>
                  </a:lnTo>
                  <a:lnTo>
                    <a:pt x="1517647" y="1720947"/>
                  </a:lnTo>
                  <a:lnTo>
                    <a:pt x="1521886" y="1720947"/>
                  </a:lnTo>
                  <a:lnTo>
                    <a:pt x="1521886" y="1717781"/>
                  </a:lnTo>
                  <a:lnTo>
                    <a:pt x="1526126" y="1717781"/>
                  </a:lnTo>
                  <a:lnTo>
                    <a:pt x="1526126" y="1715320"/>
                  </a:lnTo>
                  <a:lnTo>
                    <a:pt x="1530365" y="1715320"/>
                  </a:lnTo>
                  <a:lnTo>
                    <a:pt x="1530365" y="1711802"/>
                  </a:lnTo>
                  <a:lnTo>
                    <a:pt x="1534604" y="1711802"/>
                  </a:lnTo>
                  <a:lnTo>
                    <a:pt x="1534604" y="1710043"/>
                  </a:lnTo>
                  <a:lnTo>
                    <a:pt x="1538843" y="1710043"/>
                  </a:lnTo>
                  <a:lnTo>
                    <a:pt x="1538843" y="1706876"/>
                  </a:lnTo>
                  <a:lnTo>
                    <a:pt x="1543083" y="1706876"/>
                  </a:lnTo>
                  <a:lnTo>
                    <a:pt x="1543083" y="1703709"/>
                  </a:lnTo>
                  <a:lnTo>
                    <a:pt x="1547322" y="1703709"/>
                  </a:lnTo>
                  <a:lnTo>
                    <a:pt x="1547322" y="1700540"/>
                  </a:lnTo>
                  <a:lnTo>
                    <a:pt x="1551561" y="1700540"/>
                  </a:lnTo>
                  <a:lnTo>
                    <a:pt x="1551561" y="1697722"/>
                  </a:lnTo>
                  <a:lnTo>
                    <a:pt x="1555800" y="1697722"/>
                  </a:lnTo>
                  <a:lnTo>
                    <a:pt x="1555800" y="1693142"/>
                  </a:lnTo>
                  <a:lnTo>
                    <a:pt x="1560040" y="1693142"/>
                  </a:lnTo>
                  <a:lnTo>
                    <a:pt x="1560040" y="1691028"/>
                  </a:lnTo>
                  <a:lnTo>
                    <a:pt x="1564279" y="1691028"/>
                  </a:lnTo>
                  <a:lnTo>
                    <a:pt x="1564279" y="1687857"/>
                  </a:lnTo>
                  <a:lnTo>
                    <a:pt x="1568518" y="1687857"/>
                  </a:lnTo>
                  <a:lnTo>
                    <a:pt x="1568518" y="1685742"/>
                  </a:lnTo>
                  <a:lnTo>
                    <a:pt x="1572757" y="1685742"/>
                  </a:lnTo>
                  <a:lnTo>
                    <a:pt x="1572757" y="1682216"/>
                  </a:lnTo>
                  <a:lnTo>
                    <a:pt x="1576997" y="1682216"/>
                  </a:lnTo>
                  <a:lnTo>
                    <a:pt x="1576997" y="1679394"/>
                  </a:lnTo>
                  <a:lnTo>
                    <a:pt x="1581236" y="1679394"/>
                  </a:lnTo>
                  <a:lnTo>
                    <a:pt x="1581236" y="1675160"/>
                  </a:lnTo>
                  <a:lnTo>
                    <a:pt x="1585475" y="1675160"/>
                  </a:lnTo>
                  <a:lnTo>
                    <a:pt x="1585475" y="1670924"/>
                  </a:lnTo>
                  <a:lnTo>
                    <a:pt x="1589714" y="1670924"/>
                  </a:lnTo>
                  <a:lnTo>
                    <a:pt x="1589714" y="1668098"/>
                  </a:lnTo>
                  <a:lnTo>
                    <a:pt x="1593954" y="1668098"/>
                  </a:lnTo>
                  <a:lnTo>
                    <a:pt x="1593954" y="1664567"/>
                  </a:lnTo>
                  <a:lnTo>
                    <a:pt x="1598193" y="1664567"/>
                  </a:lnTo>
                  <a:lnTo>
                    <a:pt x="1598193" y="1661034"/>
                  </a:lnTo>
                  <a:lnTo>
                    <a:pt x="1602432" y="1661034"/>
                  </a:lnTo>
                  <a:lnTo>
                    <a:pt x="1602432" y="1656795"/>
                  </a:lnTo>
                  <a:lnTo>
                    <a:pt x="1606671" y="1656795"/>
                  </a:lnTo>
                  <a:lnTo>
                    <a:pt x="1606671" y="1654320"/>
                  </a:lnTo>
                  <a:lnTo>
                    <a:pt x="1610911" y="1654320"/>
                  </a:lnTo>
                  <a:lnTo>
                    <a:pt x="1610911" y="1650783"/>
                  </a:lnTo>
                  <a:lnTo>
                    <a:pt x="1615150" y="1650783"/>
                  </a:lnTo>
                  <a:lnTo>
                    <a:pt x="1615150" y="1645830"/>
                  </a:lnTo>
                  <a:lnTo>
                    <a:pt x="1619389" y="1645830"/>
                  </a:lnTo>
                  <a:lnTo>
                    <a:pt x="1619389" y="1644768"/>
                  </a:lnTo>
                  <a:lnTo>
                    <a:pt x="1623628" y="1644768"/>
                  </a:lnTo>
                  <a:lnTo>
                    <a:pt x="1623628" y="1642645"/>
                  </a:lnTo>
                  <a:lnTo>
                    <a:pt x="1627867" y="1642645"/>
                  </a:lnTo>
                  <a:lnTo>
                    <a:pt x="1627867" y="1638752"/>
                  </a:lnTo>
                  <a:lnTo>
                    <a:pt x="1632107" y="1638752"/>
                  </a:lnTo>
                  <a:lnTo>
                    <a:pt x="1632107" y="1637336"/>
                  </a:lnTo>
                  <a:lnTo>
                    <a:pt x="1636346" y="1637336"/>
                  </a:lnTo>
                  <a:lnTo>
                    <a:pt x="1636346" y="1635565"/>
                  </a:lnTo>
                  <a:lnTo>
                    <a:pt x="1640585" y="1635565"/>
                  </a:lnTo>
                  <a:lnTo>
                    <a:pt x="1640585" y="1632732"/>
                  </a:lnTo>
                  <a:lnTo>
                    <a:pt x="1644824" y="1632732"/>
                  </a:lnTo>
                  <a:lnTo>
                    <a:pt x="1644824" y="1629191"/>
                  </a:lnTo>
                  <a:lnTo>
                    <a:pt x="1649064" y="1629191"/>
                  </a:lnTo>
                  <a:lnTo>
                    <a:pt x="1649064" y="1625295"/>
                  </a:lnTo>
                  <a:lnTo>
                    <a:pt x="1653303" y="1625295"/>
                  </a:lnTo>
                  <a:lnTo>
                    <a:pt x="1653303" y="1620336"/>
                  </a:lnTo>
                  <a:lnTo>
                    <a:pt x="1657542" y="1620336"/>
                  </a:lnTo>
                  <a:lnTo>
                    <a:pt x="1657542" y="1618565"/>
                  </a:lnTo>
                  <a:lnTo>
                    <a:pt x="1661781" y="1618565"/>
                  </a:lnTo>
                  <a:lnTo>
                    <a:pt x="1661781" y="1613250"/>
                  </a:lnTo>
                  <a:lnTo>
                    <a:pt x="1666021" y="1613250"/>
                  </a:lnTo>
                  <a:lnTo>
                    <a:pt x="1666021" y="1609351"/>
                  </a:lnTo>
                  <a:lnTo>
                    <a:pt x="1670260" y="1609351"/>
                  </a:lnTo>
                  <a:lnTo>
                    <a:pt x="1670260" y="1605098"/>
                  </a:lnTo>
                  <a:lnTo>
                    <a:pt x="1674499" y="1605098"/>
                  </a:lnTo>
                  <a:lnTo>
                    <a:pt x="1674499" y="1602262"/>
                  </a:lnTo>
                  <a:lnTo>
                    <a:pt x="1678738" y="1602262"/>
                  </a:lnTo>
                  <a:lnTo>
                    <a:pt x="1678738" y="1599425"/>
                  </a:lnTo>
                  <a:lnTo>
                    <a:pt x="1682978" y="1599425"/>
                  </a:lnTo>
                  <a:lnTo>
                    <a:pt x="1682978" y="1596587"/>
                  </a:lnTo>
                  <a:lnTo>
                    <a:pt x="1687217" y="1596587"/>
                  </a:lnTo>
                  <a:lnTo>
                    <a:pt x="1687217" y="1593395"/>
                  </a:lnTo>
                  <a:lnTo>
                    <a:pt x="1691456" y="1593395"/>
                  </a:lnTo>
                  <a:lnTo>
                    <a:pt x="1691456" y="1591621"/>
                  </a:lnTo>
                  <a:lnTo>
                    <a:pt x="1695695" y="1591621"/>
                  </a:lnTo>
                  <a:lnTo>
                    <a:pt x="1695695" y="1588426"/>
                  </a:lnTo>
                  <a:lnTo>
                    <a:pt x="1699935" y="1588426"/>
                  </a:lnTo>
                  <a:lnTo>
                    <a:pt x="1699935" y="1583810"/>
                  </a:lnTo>
                  <a:lnTo>
                    <a:pt x="1704174" y="1583810"/>
                  </a:lnTo>
                  <a:lnTo>
                    <a:pt x="1704174" y="1579549"/>
                  </a:lnTo>
                  <a:lnTo>
                    <a:pt x="1708413" y="1579549"/>
                  </a:lnTo>
                  <a:lnTo>
                    <a:pt x="1708413" y="1575997"/>
                  </a:lnTo>
                  <a:lnTo>
                    <a:pt x="1712652" y="1575997"/>
                  </a:lnTo>
                  <a:lnTo>
                    <a:pt x="1712652" y="1572445"/>
                  </a:lnTo>
                  <a:lnTo>
                    <a:pt x="1716892" y="1572445"/>
                  </a:lnTo>
                  <a:lnTo>
                    <a:pt x="1716892" y="1569603"/>
                  </a:lnTo>
                  <a:lnTo>
                    <a:pt x="1721131" y="1569603"/>
                  </a:lnTo>
                  <a:lnTo>
                    <a:pt x="1721131" y="1565694"/>
                  </a:lnTo>
                  <a:lnTo>
                    <a:pt x="1725370" y="1565694"/>
                  </a:lnTo>
                  <a:lnTo>
                    <a:pt x="1725370" y="1562495"/>
                  </a:lnTo>
                  <a:lnTo>
                    <a:pt x="1729609" y="1562495"/>
                  </a:lnTo>
                  <a:lnTo>
                    <a:pt x="1729609" y="1558941"/>
                  </a:lnTo>
                  <a:lnTo>
                    <a:pt x="1733848" y="1558941"/>
                  </a:lnTo>
                  <a:lnTo>
                    <a:pt x="1733848" y="1556451"/>
                  </a:lnTo>
                  <a:lnTo>
                    <a:pt x="1738088" y="1556451"/>
                  </a:lnTo>
                  <a:lnTo>
                    <a:pt x="1738088" y="1555383"/>
                  </a:lnTo>
                  <a:lnTo>
                    <a:pt x="1742327" y="1555383"/>
                  </a:lnTo>
                  <a:lnTo>
                    <a:pt x="1742327" y="1551112"/>
                  </a:lnTo>
                  <a:lnTo>
                    <a:pt x="1746566" y="1551112"/>
                  </a:lnTo>
                  <a:lnTo>
                    <a:pt x="1746566" y="1546840"/>
                  </a:lnTo>
                  <a:lnTo>
                    <a:pt x="1750805" y="1546840"/>
                  </a:lnTo>
                  <a:lnTo>
                    <a:pt x="1750805" y="1544347"/>
                  </a:lnTo>
                  <a:lnTo>
                    <a:pt x="1755045" y="1544347"/>
                  </a:lnTo>
                  <a:lnTo>
                    <a:pt x="1755045" y="1542209"/>
                  </a:lnTo>
                  <a:lnTo>
                    <a:pt x="1759284" y="1542209"/>
                  </a:lnTo>
                  <a:lnTo>
                    <a:pt x="1759284" y="1539001"/>
                  </a:lnTo>
                  <a:lnTo>
                    <a:pt x="1763523" y="1539001"/>
                  </a:lnTo>
                  <a:lnTo>
                    <a:pt x="1763523" y="1537932"/>
                  </a:lnTo>
                  <a:lnTo>
                    <a:pt x="1767762" y="1537932"/>
                  </a:lnTo>
                  <a:lnTo>
                    <a:pt x="1767762" y="1535436"/>
                  </a:lnTo>
                  <a:lnTo>
                    <a:pt x="1772002" y="1535436"/>
                  </a:lnTo>
                  <a:lnTo>
                    <a:pt x="1772002" y="1532939"/>
                  </a:lnTo>
                  <a:lnTo>
                    <a:pt x="1776241" y="1532939"/>
                  </a:lnTo>
                  <a:lnTo>
                    <a:pt x="1776241" y="1530442"/>
                  </a:lnTo>
                  <a:lnTo>
                    <a:pt x="1780480" y="1530442"/>
                  </a:lnTo>
                  <a:lnTo>
                    <a:pt x="1780480" y="1527944"/>
                  </a:lnTo>
                  <a:lnTo>
                    <a:pt x="1784719" y="1527944"/>
                  </a:lnTo>
                  <a:lnTo>
                    <a:pt x="1784719" y="1525802"/>
                  </a:lnTo>
                  <a:lnTo>
                    <a:pt x="1788959" y="1525802"/>
                  </a:lnTo>
                  <a:lnTo>
                    <a:pt x="1788959" y="1522588"/>
                  </a:lnTo>
                  <a:lnTo>
                    <a:pt x="1793198" y="1522588"/>
                  </a:lnTo>
                  <a:lnTo>
                    <a:pt x="1793198" y="1521159"/>
                  </a:lnTo>
                  <a:lnTo>
                    <a:pt x="1797437" y="1521159"/>
                  </a:lnTo>
                  <a:lnTo>
                    <a:pt x="1797437" y="1519015"/>
                  </a:lnTo>
                  <a:lnTo>
                    <a:pt x="1801676" y="1519015"/>
                  </a:lnTo>
                  <a:lnTo>
                    <a:pt x="1801676" y="1516158"/>
                  </a:lnTo>
                  <a:lnTo>
                    <a:pt x="1805916" y="1516158"/>
                  </a:lnTo>
                  <a:lnTo>
                    <a:pt x="1805916" y="1513300"/>
                  </a:lnTo>
                  <a:lnTo>
                    <a:pt x="1810155" y="1513300"/>
                  </a:lnTo>
                  <a:lnTo>
                    <a:pt x="1810155" y="1509012"/>
                  </a:lnTo>
                  <a:lnTo>
                    <a:pt x="1814394" y="1509012"/>
                  </a:lnTo>
                  <a:lnTo>
                    <a:pt x="1814394" y="1506151"/>
                  </a:lnTo>
                  <a:lnTo>
                    <a:pt x="1818633" y="1506151"/>
                  </a:lnTo>
                  <a:lnTo>
                    <a:pt x="1818633" y="1502933"/>
                  </a:lnTo>
                  <a:lnTo>
                    <a:pt x="1822872" y="1502933"/>
                  </a:lnTo>
                  <a:lnTo>
                    <a:pt x="1822872" y="1500073"/>
                  </a:lnTo>
                  <a:lnTo>
                    <a:pt x="1827112" y="1500073"/>
                  </a:lnTo>
                  <a:lnTo>
                    <a:pt x="1827112" y="1496497"/>
                  </a:lnTo>
                  <a:lnTo>
                    <a:pt x="1831351" y="1496497"/>
                  </a:lnTo>
                  <a:lnTo>
                    <a:pt x="1831351" y="1492206"/>
                  </a:lnTo>
                  <a:lnTo>
                    <a:pt x="1835590" y="1492206"/>
                  </a:lnTo>
                  <a:lnTo>
                    <a:pt x="1835590" y="1490417"/>
                  </a:lnTo>
                  <a:lnTo>
                    <a:pt x="1839829" y="1490417"/>
                  </a:lnTo>
                  <a:lnTo>
                    <a:pt x="1839829" y="1490060"/>
                  </a:lnTo>
                  <a:lnTo>
                    <a:pt x="1844069" y="1490060"/>
                  </a:lnTo>
                  <a:lnTo>
                    <a:pt x="1844069" y="1488986"/>
                  </a:lnTo>
                  <a:lnTo>
                    <a:pt x="1848308" y="1488986"/>
                  </a:lnTo>
                  <a:lnTo>
                    <a:pt x="1848308" y="1485764"/>
                  </a:lnTo>
                  <a:lnTo>
                    <a:pt x="1852547" y="1485764"/>
                  </a:lnTo>
                  <a:lnTo>
                    <a:pt x="1852547" y="1483974"/>
                  </a:lnTo>
                  <a:lnTo>
                    <a:pt x="1856786" y="1483974"/>
                  </a:lnTo>
                  <a:lnTo>
                    <a:pt x="1856786" y="1479319"/>
                  </a:lnTo>
                  <a:lnTo>
                    <a:pt x="1861026" y="1479319"/>
                  </a:lnTo>
                  <a:lnTo>
                    <a:pt x="1861026" y="1476812"/>
                  </a:lnTo>
                  <a:lnTo>
                    <a:pt x="1865265" y="1476812"/>
                  </a:lnTo>
                  <a:lnTo>
                    <a:pt x="1865265" y="1474305"/>
                  </a:lnTo>
                  <a:lnTo>
                    <a:pt x="1869504" y="1474305"/>
                  </a:lnTo>
                  <a:lnTo>
                    <a:pt x="1869504" y="1471440"/>
                  </a:lnTo>
                  <a:lnTo>
                    <a:pt x="1873743" y="1471440"/>
                  </a:lnTo>
                  <a:lnTo>
                    <a:pt x="1873743" y="1467856"/>
                  </a:lnTo>
                  <a:lnTo>
                    <a:pt x="1877983" y="1467856"/>
                  </a:lnTo>
                  <a:lnTo>
                    <a:pt x="1877983" y="1463194"/>
                  </a:lnTo>
                  <a:lnTo>
                    <a:pt x="1882222" y="1463194"/>
                  </a:lnTo>
                  <a:lnTo>
                    <a:pt x="1882222" y="1459966"/>
                  </a:lnTo>
                  <a:lnTo>
                    <a:pt x="1886461" y="1459966"/>
                  </a:lnTo>
                  <a:lnTo>
                    <a:pt x="1886461" y="1456379"/>
                  </a:lnTo>
                  <a:lnTo>
                    <a:pt x="1890700" y="1456379"/>
                  </a:lnTo>
                  <a:lnTo>
                    <a:pt x="1890700" y="1451356"/>
                  </a:lnTo>
                  <a:lnTo>
                    <a:pt x="1894940" y="1451356"/>
                  </a:lnTo>
                  <a:lnTo>
                    <a:pt x="1894940" y="1447766"/>
                  </a:lnTo>
                  <a:lnTo>
                    <a:pt x="1899179" y="1447766"/>
                  </a:lnTo>
                  <a:lnTo>
                    <a:pt x="1899179" y="1446330"/>
                  </a:lnTo>
                  <a:lnTo>
                    <a:pt x="1903418" y="1446330"/>
                  </a:lnTo>
                  <a:lnTo>
                    <a:pt x="1903418" y="1443817"/>
                  </a:lnTo>
                  <a:lnTo>
                    <a:pt x="1907657" y="1443817"/>
                  </a:lnTo>
                  <a:lnTo>
                    <a:pt x="1907657" y="1439867"/>
                  </a:lnTo>
                  <a:lnTo>
                    <a:pt x="1911897" y="1439867"/>
                  </a:lnTo>
                  <a:lnTo>
                    <a:pt x="1911897" y="1437353"/>
                  </a:lnTo>
                  <a:lnTo>
                    <a:pt x="1916136" y="1437353"/>
                  </a:lnTo>
                  <a:lnTo>
                    <a:pt x="1916136" y="1434120"/>
                  </a:lnTo>
                  <a:lnTo>
                    <a:pt x="1920375" y="1434120"/>
                  </a:lnTo>
                  <a:lnTo>
                    <a:pt x="1920375" y="1429089"/>
                  </a:lnTo>
                  <a:lnTo>
                    <a:pt x="1924614" y="1429089"/>
                  </a:lnTo>
                  <a:lnTo>
                    <a:pt x="1924614" y="1427292"/>
                  </a:lnTo>
                  <a:lnTo>
                    <a:pt x="1928853" y="1427292"/>
                  </a:lnTo>
                  <a:lnTo>
                    <a:pt x="1928853" y="1425135"/>
                  </a:lnTo>
                  <a:lnTo>
                    <a:pt x="1933093" y="1425135"/>
                  </a:lnTo>
                  <a:lnTo>
                    <a:pt x="1933093" y="1421538"/>
                  </a:lnTo>
                  <a:lnTo>
                    <a:pt x="1937332" y="1421538"/>
                  </a:lnTo>
                  <a:lnTo>
                    <a:pt x="1937332" y="1418660"/>
                  </a:lnTo>
                  <a:lnTo>
                    <a:pt x="1941571" y="1418660"/>
                  </a:lnTo>
                  <a:lnTo>
                    <a:pt x="1941571" y="1415423"/>
                  </a:lnTo>
                  <a:lnTo>
                    <a:pt x="1945810" y="1415423"/>
                  </a:lnTo>
                  <a:lnTo>
                    <a:pt x="1945810" y="1413983"/>
                  </a:lnTo>
                  <a:lnTo>
                    <a:pt x="1950050" y="1413983"/>
                  </a:lnTo>
                  <a:lnTo>
                    <a:pt x="1950050" y="1411104"/>
                  </a:lnTo>
                  <a:lnTo>
                    <a:pt x="1954289" y="1411104"/>
                  </a:lnTo>
                  <a:lnTo>
                    <a:pt x="1954289" y="1408945"/>
                  </a:lnTo>
                  <a:lnTo>
                    <a:pt x="1958528" y="1408945"/>
                  </a:lnTo>
                  <a:lnTo>
                    <a:pt x="1958528" y="1407145"/>
                  </a:lnTo>
                  <a:lnTo>
                    <a:pt x="1962767" y="1407145"/>
                  </a:lnTo>
                  <a:lnTo>
                    <a:pt x="1962767" y="1404625"/>
                  </a:lnTo>
                  <a:lnTo>
                    <a:pt x="1967007" y="1404625"/>
                  </a:lnTo>
                  <a:lnTo>
                    <a:pt x="1967007" y="1402104"/>
                  </a:lnTo>
                  <a:lnTo>
                    <a:pt x="1971246" y="1402104"/>
                  </a:lnTo>
                  <a:lnTo>
                    <a:pt x="1971246" y="1398141"/>
                  </a:lnTo>
                  <a:lnTo>
                    <a:pt x="1975485" y="1398141"/>
                  </a:lnTo>
                  <a:lnTo>
                    <a:pt x="1975485" y="1394537"/>
                  </a:lnTo>
                  <a:lnTo>
                    <a:pt x="1979724" y="1394537"/>
                  </a:lnTo>
                  <a:lnTo>
                    <a:pt x="1979724" y="1392375"/>
                  </a:lnTo>
                  <a:lnTo>
                    <a:pt x="1983964" y="1392375"/>
                  </a:lnTo>
                  <a:lnTo>
                    <a:pt x="1983964" y="1389492"/>
                  </a:lnTo>
                  <a:lnTo>
                    <a:pt x="1988203" y="1389492"/>
                  </a:lnTo>
                  <a:lnTo>
                    <a:pt x="1988203" y="1386968"/>
                  </a:lnTo>
                  <a:lnTo>
                    <a:pt x="1992442" y="1386968"/>
                  </a:lnTo>
                  <a:lnTo>
                    <a:pt x="1992442" y="1385164"/>
                  </a:lnTo>
                  <a:lnTo>
                    <a:pt x="1996681" y="1385164"/>
                  </a:lnTo>
                  <a:lnTo>
                    <a:pt x="1996681" y="1382276"/>
                  </a:lnTo>
                  <a:lnTo>
                    <a:pt x="2000921" y="1382276"/>
                  </a:lnTo>
                  <a:lnTo>
                    <a:pt x="2000921" y="1377943"/>
                  </a:lnTo>
                  <a:lnTo>
                    <a:pt x="2005160" y="1377943"/>
                  </a:lnTo>
                  <a:lnTo>
                    <a:pt x="2005160" y="1377221"/>
                  </a:lnTo>
                  <a:lnTo>
                    <a:pt x="2009399" y="1377221"/>
                  </a:lnTo>
                  <a:lnTo>
                    <a:pt x="2009399" y="1375416"/>
                  </a:lnTo>
                  <a:lnTo>
                    <a:pt x="2013638" y="1375416"/>
                  </a:lnTo>
                  <a:lnTo>
                    <a:pt x="2013638" y="1373249"/>
                  </a:lnTo>
                  <a:lnTo>
                    <a:pt x="2017878" y="1373249"/>
                  </a:lnTo>
                  <a:lnTo>
                    <a:pt x="2017878" y="1371082"/>
                  </a:lnTo>
                  <a:lnTo>
                    <a:pt x="2022117" y="1371082"/>
                  </a:lnTo>
                  <a:lnTo>
                    <a:pt x="2022117" y="1368914"/>
                  </a:lnTo>
                  <a:lnTo>
                    <a:pt x="2026356" y="1368914"/>
                  </a:lnTo>
                  <a:lnTo>
                    <a:pt x="2026356" y="1364938"/>
                  </a:lnTo>
                  <a:lnTo>
                    <a:pt x="2030595" y="1364938"/>
                  </a:lnTo>
                  <a:lnTo>
                    <a:pt x="2030595" y="1361324"/>
                  </a:lnTo>
                  <a:lnTo>
                    <a:pt x="2034834" y="1361324"/>
                  </a:lnTo>
                  <a:lnTo>
                    <a:pt x="2034834" y="1357349"/>
                  </a:lnTo>
                  <a:lnTo>
                    <a:pt x="2039074" y="1357349"/>
                  </a:lnTo>
                  <a:lnTo>
                    <a:pt x="2039074" y="1355542"/>
                  </a:lnTo>
                  <a:lnTo>
                    <a:pt x="2043313" y="1355542"/>
                  </a:lnTo>
                  <a:lnTo>
                    <a:pt x="2043313" y="1353372"/>
                  </a:lnTo>
                  <a:lnTo>
                    <a:pt x="2047552" y="1353372"/>
                  </a:lnTo>
                  <a:lnTo>
                    <a:pt x="2047552" y="1349393"/>
                  </a:lnTo>
                  <a:lnTo>
                    <a:pt x="2051791" y="1349393"/>
                  </a:lnTo>
                  <a:lnTo>
                    <a:pt x="2051791" y="1345412"/>
                  </a:lnTo>
                  <a:lnTo>
                    <a:pt x="2056031" y="1345412"/>
                  </a:lnTo>
                  <a:lnTo>
                    <a:pt x="2056031" y="1343964"/>
                  </a:lnTo>
                  <a:lnTo>
                    <a:pt x="2060270" y="1343964"/>
                  </a:lnTo>
                  <a:lnTo>
                    <a:pt x="2060270" y="1340705"/>
                  </a:lnTo>
                  <a:lnTo>
                    <a:pt x="2064509" y="1340705"/>
                  </a:lnTo>
                  <a:lnTo>
                    <a:pt x="2064509" y="1337446"/>
                  </a:lnTo>
                  <a:lnTo>
                    <a:pt x="2068748" y="1337446"/>
                  </a:lnTo>
                  <a:lnTo>
                    <a:pt x="2068748" y="1335272"/>
                  </a:lnTo>
                  <a:lnTo>
                    <a:pt x="2072988" y="1335272"/>
                  </a:lnTo>
                  <a:lnTo>
                    <a:pt x="2072988" y="1333822"/>
                  </a:lnTo>
                  <a:lnTo>
                    <a:pt x="2077227" y="1333822"/>
                  </a:lnTo>
                  <a:lnTo>
                    <a:pt x="2077227" y="1331647"/>
                  </a:lnTo>
                  <a:lnTo>
                    <a:pt x="2081466" y="1331647"/>
                  </a:lnTo>
                  <a:lnTo>
                    <a:pt x="2081466" y="1328747"/>
                  </a:lnTo>
                  <a:lnTo>
                    <a:pt x="2085705" y="1328747"/>
                  </a:lnTo>
                  <a:lnTo>
                    <a:pt x="2085705" y="1325846"/>
                  </a:lnTo>
                  <a:lnTo>
                    <a:pt x="2089945" y="1325846"/>
                  </a:lnTo>
                  <a:lnTo>
                    <a:pt x="2089945" y="1323669"/>
                  </a:lnTo>
                  <a:lnTo>
                    <a:pt x="2094184" y="1323669"/>
                  </a:lnTo>
                  <a:lnTo>
                    <a:pt x="2094184" y="1320403"/>
                  </a:lnTo>
                  <a:lnTo>
                    <a:pt x="2098423" y="1320403"/>
                  </a:lnTo>
                  <a:lnTo>
                    <a:pt x="2098423" y="1317498"/>
                  </a:lnTo>
                  <a:lnTo>
                    <a:pt x="2102662" y="1317498"/>
                  </a:lnTo>
                  <a:lnTo>
                    <a:pt x="2102662" y="1314593"/>
                  </a:lnTo>
                  <a:lnTo>
                    <a:pt x="2106902" y="1314593"/>
                  </a:lnTo>
                  <a:lnTo>
                    <a:pt x="2106902" y="1311324"/>
                  </a:lnTo>
                  <a:lnTo>
                    <a:pt x="2111141" y="1311324"/>
                  </a:lnTo>
                  <a:lnTo>
                    <a:pt x="2111141" y="1309871"/>
                  </a:lnTo>
                  <a:lnTo>
                    <a:pt x="2115380" y="1309871"/>
                  </a:lnTo>
                  <a:lnTo>
                    <a:pt x="2115380" y="1305874"/>
                  </a:lnTo>
                  <a:lnTo>
                    <a:pt x="2119619" y="1305874"/>
                  </a:lnTo>
                  <a:lnTo>
                    <a:pt x="2119619" y="1304057"/>
                  </a:lnTo>
                  <a:lnTo>
                    <a:pt x="2123859" y="1304057"/>
                  </a:lnTo>
                  <a:lnTo>
                    <a:pt x="2123859" y="1300422"/>
                  </a:lnTo>
                  <a:lnTo>
                    <a:pt x="2128098" y="1300422"/>
                  </a:lnTo>
                  <a:lnTo>
                    <a:pt x="2128098" y="1296424"/>
                  </a:lnTo>
                  <a:lnTo>
                    <a:pt x="2132337" y="1296424"/>
                  </a:lnTo>
                  <a:lnTo>
                    <a:pt x="2132337" y="1294606"/>
                  </a:lnTo>
                  <a:lnTo>
                    <a:pt x="2136576" y="1294606"/>
                  </a:lnTo>
                  <a:lnTo>
                    <a:pt x="2136576" y="1291334"/>
                  </a:lnTo>
                  <a:lnTo>
                    <a:pt x="2140815" y="1291334"/>
                  </a:lnTo>
                  <a:lnTo>
                    <a:pt x="2140815" y="1289152"/>
                  </a:lnTo>
                  <a:lnTo>
                    <a:pt x="2145055" y="1289152"/>
                  </a:lnTo>
                  <a:lnTo>
                    <a:pt x="2145055" y="1285514"/>
                  </a:lnTo>
                  <a:lnTo>
                    <a:pt x="2149294" y="1285514"/>
                  </a:lnTo>
                  <a:lnTo>
                    <a:pt x="2149294" y="1281147"/>
                  </a:lnTo>
                  <a:lnTo>
                    <a:pt x="2153533" y="1281147"/>
                  </a:lnTo>
                  <a:lnTo>
                    <a:pt x="2153533" y="1278236"/>
                  </a:lnTo>
                  <a:lnTo>
                    <a:pt x="2157772" y="1278236"/>
                  </a:lnTo>
                  <a:lnTo>
                    <a:pt x="2157772" y="1274961"/>
                  </a:lnTo>
                  <a:lnTo>
                    <a:pt x="2162012" y="1274961"/>
                  </a:lnTo>
                  <a:lnTo>
                    <a:pt x="2162012" y="1273869"/>
                  </a:lnTo>
                  <a:lnTo>
                    <a:pt x="2166251" y="1273869"/>
                  </a:lnTo>
                  <a:lnTo>
                    <a:pt x="2166251" y="1270228"/>
                  </a:lnTo>
                  <a:lnTo>
                    <a:pt x="2170490" y="1270228"/>
                  </a:lnTo>
                  <a:lnTo>
                    <a:pt x="2170490" y="1268407"/>
                  </a:lnTo>
                  <a:lnTo>
                    <a:pt x="2174729" y="1268407"/>
                  </a:lnTo>
                  <a:lnTo>
                    <a:pt x="2174729" y="1265857"/>
                  </a:lnTo>
                  <a:lnTo>
                    <a:pt x="2178969" y="1265857"/>
                  </a:lnTo>
                  <a:lnTo>
                    <a:pt x="2178969" y="1265129"/>
                  </a:lnTo>
                  <a:lnTo>
                    <a:pt x="2183208" y="1265129"/>
                  </a:lnTo>
                  <a:lnTo>
                    <a:pt x="2183208" y="1262214"/>
                  </a:lnTo>
                  <a:lnTo>
                    <a:pt x="2187447" y="1262214"/>
                  </a:lnTo>
                  <a:lnTo>
                    <a:pt x="2187447" y="1259299"/>
                  </a:lnTo>
                  <a:lnTo>
                    <a:pt x="2191686" y="1259299"/>
                  </a:lnTo>
                  <a:lnTo>
                    <a:pt x="2191686" y="1258206"/>
                  </a:lnTo>
                  <a:lnTo>
                    <a:pt x="2195926" y="1258206"/>
                  </a:lnTo>
                  <a:lnTo>
                    <a:pt x="2195926" y="1253468"/>
                  </a:lnTo>
                  <a:lnTo>
                    <a:pt x="2200165" y="1253468"/>
                  </a:lnTo>
                  <a:lnTo>
                    <a:pt x="2200165" y="1251643"/>
                  </a:lnTo>
                  <a:lnTo>
                    <a:pt x="2204404" y="1251643"/>
                  </a:lnTo>
                  <a:lnTo>
                    <a:pt x="2204404" y="1249089"/>
                  </a:lnTo>
                  <a:lnTo>
                    <a:pt x="2208643" y="1249089"/>
                  </a:lnTo>
                  <a:lnTo>
                    <a:pt x="2208643" y="1248358"/>
                  </a:lnTo>
                  <a:lnTo>
                    <a:pt x="2212883" y="1248358"/>
                  </a:lnTo>
                  <a:lnTo>
                    <a:pt x="2212883" y="1245803"/>
                  </a:lnTo>
                  <a:lnTo>
                    <a:pt x="2217122" y="1245803"/>
                  </a:lnTo>
                  <a:lnTo>
                    <a:pt x="2217122" y="1244707"/>
                  </a:lnTo>
                  <a:lnTo>
                    <a:pt x="2221361" y="1244707"/>
                  </a:lnTo>
                  <a:lnTo>
                    <a:pt x="2221361" y="1241784"/>
                  </a:lnTo>
                  <a:lnTo>
                    <a:pt x="2225600" y="1241784"/>
                  </a:lnTo>
                  <a:lnTo>
                    <a:pt x="2225600" y="1238861"/>
                  </a:lnTo>
                  <a:lnTo>
                    <a:pt x="2229839" y="1238861"/>
                  </a:lnTo>
                  <a:lnTo>
                    <a:pt x="2229839" y="1236303"/>
                  </a:lnTo>
                  <a:lnTo>
                    <a:pt x="2234079" y="1236303"/>
                  </a:lnTo>
                  <a:lnTo>
                    <a:pt x="2234079" y="1232646"/>
                  </a:lnTo>
                  <a:lnTo>
                    <a:pt x="2238318" y="1232646"/>
                  </a:lnTo>
                  <a:lnTo>
                    <a:pt x="2238318" y="1230817"/>
                  </a:lnTo>
                  <a:lnTo>
                    <a:pt x="2242557" y="1230817"/>
                  </a:lnTo>
                  <a:lnTo>
                    <a:pt x="2242557" y="1226060"/>
                  </a:lnTo>
                  <a:lnTo>
                    <a:pt x="2246796" y="1226060"/>
                  </a:lnTo>
                  <a:lnTo>
                    <a:pt x="2246796" y="1224230"/>
                  </a:lnTo>
                  <a:lnTo>
                    <a:pt x="2251036" y="1224230"/>
                  </a:lnTo>
                  <a:lnTo>
                    <a:pt x="2251036" y="1222765"/>
                  </a:lnTo>
                  <a:lnTo>
                    <a:pt x="2255275" y="1222765"/>
                  </a:lnTo>
                  <a:lnTo>
                    <a:pt x="2255275" y="1219833"/>
                  </a:lnTo>
                  <a:lnTo>
                    <a:pt x="2259514" y="1219833"/>
                  </a:lnTo>
                  <a:lnTo>
                    <a:pt x="2259514" y="1216898"/>
                  </a:lnTo>
                  <a:lnTo>
                    <a:pt x="2263753" y="1216898"/>
                  </a:lnTo>
                  <a:lnTo>
                    <a:pt x="2263753" y="1215430"/>
                  </a:lnTo>
                  <a:lnTo>
                    <a:pt x="2267993" y="1215430"/>
                  </a:lnTo>
                  <a:lnTo>
                    <a:pt x="2267993" y="1211025"/>
                  </a:lnTo>
                  <a:lnTo>
                    <a:pt x="2272232" y="1211025"/>
                  </a:lnTo>
                  <a:lnTo>
                    <a:pt x="2272232" y="1207721"/>
                  </a:lnTo>
                  <a:lnTo>
                    <a:pt x="2276471" y="1207721"/>
                  </a:lnTo>
                  <a:lnTo>
                    <a:pt x="2276471" y="1205517"/>
                  </a:lnTo>
                  <a:lnTo>
                    <a:pt x="2280710" y="1205517"/>
                  </a:lnTo>
                  <a:lnTo>
                    <a:pt x="2280710" y="1202947"/>
                  </a:lnTo>
                  <a:lnTo>
                    <a:pt x="2284950" y="1202947"/>
                  </a:lnTo>
                  <a:lnTo>
                    <a:pt x="2284950" y="1198172"/>
                  </a:lnTo>
                  <a:lnTo>
                    <a:pt x="2289189" y="1198172"/>
                  </a:lnTo>
                  <a:lnTo>
                    <a:pt x="2289189" y="1194495"/>
                  </a:lnTo>
                  <a:lnTo>
                    <a:pt x="2293428" y="1194495"/>
                  </a:lnTo>
                  <a:lnTo>
                    <a:pt x="2293428" y="1192655"/>
                  </a:lnTo>
                  <a:lnTo>
                    <a:pt x="2297667" y="1192655"/>
                  </a:lnTo>
                  <a:lnTo>
                    <a:pt x="2297667" y="1190079"/>
                  </a:lnTo>
                  <a:lnTo>
                    <a:pt x="2301907" y="1190079"/>
                  </a:lnTo>
                  <a:lnTo>
                    <a:pt x="2301907" y="1188239"/>
                  </a:lnTo>
                  <a:lnTo>
                    <a:pt x="2306146" y="1188239"/>
                  </a:lnTo>
                  <a:lnTo>
                    <a:pt x="2306146" y="1187134"/>
                  </a:lnTo>
                  <a:lnTo>
                    <a:pt x="2310385" y="1187134"/>
                  </a:lnTo>
                  <a:lnTo>
                    <a:pt x="2310385" y="1185661"/>
                  </a:lnTo>
                  <a:lnTo>
                    <a:pt x="2314624" y="1185661"/>
                  </a:lnTo>
                  <a:lnTo>
                    <a:pt x="2314624" y="1183080"/>
                  </a:lnTo>
                  <a:lnTo>
                    <a:pt x="2318864" y="1183080"/>
                  </a:lnTo>
                  <a:lnTo>
                    <a:pt x="2318864" y="1180866"/>
                  </a:lnTo>
                  <a:lnTo>
                    <a:pt x="2323103" y="1180866"/>
                  </a:lnTo>
                  <a:lnTo>
                    <a:pt x="2323103" y="1177544"/>
                  </a:lnTo>
                  <a:lnTo>
                    <a:pt x="2327342" y="1177544"/>
                  </a:lnTo>
                  <a:lnTo>
                    <a:pt x="2327342" y="1174590"/>
                  </a:lnTo>
                  <a:lnTo>
                    <a:pt x="2331581" y="1174590"/>
                  </a:lnTo>
                  <a:lnTo>
                    <a:pt x="2331581" y="1173851"/>
                  </a:lnTo>
                  <a:lnTo>
                    <a:pt x="2335820" y="1173851"/>
                  </a:lnTo>
                  <a:lnTo>
                    <a:pt x="2335820" y="1172374"/>
                  </a:lnTo>
                  <a:lnTo>
                    <a:pt x="2340060" y="1172374"/>
                  </a:lnTo>
                  <a:lnTo>
                    <a:pt x="2340060" y="1170526"/>
                  </a:lnTo>
                  <a:lnTo>
                    <a:pt x="2344299" y="1170526"/>
                  </a:lnTo>
                  <a:lnTo>
                    <a:pt x="2344299" y="1169787"/>
                  </a:lnTo>
                  <a:lnTo>
                    <a:pt x="2348538" y="1169787"/>
                  </a:lnTo>
                  <a:lnTo>
                    <a:pt x="2348538" y="1169047"/>
                  </a:lnTo>
                  <a:lnTo>
                    <a:pt x="2352777" y="1169047"/>
                  </a:lnTo>
                  <a:lnTo>
                    <a:pt x="2352777" y="1167196"/>
                  </a:lnTo>
                  <a:lnTo>
                    <a:pt x="2357017" y="1167196"/>
                  </a:lnTo>
                  <a:lnTo>
                    <a:pt x="2357017" y="1164234"/>
                  </a:lnTo>
                  <a:lnTo>
                    <a:pt x="2361256" y="1164234"/>
                  </a:lnTo>
                  <a:lnTo>
                    <a:pt x="2361256" y="1162383"/>
                  </a:lnTo>
                  <a:lnTo>
                    <a:pt x="2365495" y="1162383"/>
                  </a:lnTo>
                  <a:lnTo>
                    <a:pt x="2365495" y="1161272"/>
                  </a:lnTo>
                  <a:lnTo>
                    <a:pt x="2369734" y="1161272"/>
                  </a:lnTo>
                  <a:lnTo>
                    <a:pt x="2369734" y="1159421"/>
                  </a:lnTo>
                  <a:lnTo>
                    <a:pt x="2373974" y="1159421"/>
                  </a:lnTo>
                  <a:lnTo>
                    <a:pt x="2373974" y="1158680"/>
                  </a:lnTo>
                  <a:lnTo>
                    <a:pt x="2378213" y="1158680"/>
                  </a:lnTo>
                  <a:lnTo>
                    <a:pt x="2378213" y="1156825"/>
                  </a:lnTo>
                  <a:lnTo>
                    <a:pt x="2382452" y="1156825"/>
                  </a:lnTo>
                  <a:lnTo>
                    <a:pt x="2382452" y="1154228"/>
                  </a:lnTo>
                  <a:lnTo>
                    <a:pt x="2386691" y="1154228"/>
                  </a:lnTo>
                  <a:lnTo>
                    <a:pt x="2386691" y="1152744"/>
                  </a:lnTo>
                  <a:lnTo>
                    <a:pt x="2390931" y="1152744"/>
                  </a:lnTo>
                  <a:lnTo>
                    <a:pt x="2390931" y="1151630"/>
                  </a:lnTo>
                  <a:lnTo>
                    <a:pt x="2395170" y="1151630"/>
                  </a:lnTo>
                  <a:lnTo>
                    <a:pt x="2395170" y="1150517"/>
                  </a:lnTo>
                  <a:lnTo>
                    <a:pt x="2399409" y="1150517"/>
                  </a:lnTo>
                  <a:lnTo>
                    <a:pt x="2399409" y="1149402"/>
                  </a:lnTo>
                  <a:lnTo>
                    <a:pt x="2403648" y="1149402"/>
                  </a:lnTo>
                  <a:lnTo>
                    <a:pt x="2403648" y="1146431"/>
                  </a:lnTo>
                  <a:lnTo>
                    <a:pt x="2407888" y="1146431"/>
                  </a:lnTo>
                  <a:lnTo>
                    <a:pt x="2407888" y="1144201"/>
                  </a:lnTo>
                  <a:lnTo>
                    <a:pt x="2412127" y="1144201"/>
                  </a:lnTo>
                  <a:lnTo>
                    <a:pt x="2412127" y="1142714"/>
                  </a:lnTo>
                  <a:lnTo>
                    <a:pt x="2416366" y="1142714"/>
                  </a:lnTo>
                  <a:lnTo>
                    <a:pt x="2416366" y="1141598"/>
                  </a:lnTo>
                  <a:lnTo>
                    <a:pt x="2420605" y="1141598"/>
                  </a:lnTo>
                  <a:lnTo>
                    <a:pt x="2420605" y="1139365"/>
                  </a:lnTo>
                  <a:lnTo>
                    <a:pt x="2424845" y="1139365"/>
                  </a:lnTo>
                  <a:lnTo>
                    <a:pt x="2424845" y="1137876"/>
                  </a:lnTo>
                  <a:lnTo>
                    <a:pt x="2429084" y="1137876"/>
                  </a:lnTo>
                  <a:lnTo>
                    <a:pt x="2429084" y="1133781"/>
                  </a:lnTo>
                  <a:lnTo>
                    <a:pt x="2433323" y="1133781"/>
                  </a:lnTo>
                  <a:lnTo>
                    <a:pt x="2433323" y="1131919"/>
                  </a:lnTo>
                  <a:lnTo>
                    <a:pt x="2437562" y="1131919"/>
                  </a:lnTo>
                  <a:lnTo>
                    <a:pt x="2437562" y="1130428"/>
                  </a:lnTo>
                  <a:lnTo>
                    <a:pt x="2441801" y="1130428"/>
                  </a:lnTo>
                  <a:lnTo>
                    <a:pt x="2441801" y="1126699"/>
                  </a:lnTo>
                  <a:lnTo>
                    <a:pt x="2446041" y="1126699"/>
                  </a:lnTo>
                  <a:lnTo>
                    <a:pt x="2446041" y="1124461"/>
                  </a:lnTo>
                  <a:lnTo>
                    <a:pt x="2450280" y="1124461"/>
                  </a:lnTo>
                  <a:lnTo>
                    <a:pt x="2450280" y="1124461"/>
                  </a:lnTo>
                  <a:lnTo>
                    <a:pt x="2454519" y="1124461"/>
                  </a:lnTo>
                  <a:lnTo>
                    <a:pt x="2454519" y="1122222"/>
                  </a:lnTo>
                  <a:lnTo>
                    <a:pt x="2458758" y="1122222"/>
                  </a:lnTo>
                  <a:lnTo>
                    <a:pt x="2458758" y="1118862"/>
                  </a:lnTo>
                  <a:lnTo>
                    <a:pt x="2462998" y="1118862"/>
                  </a:lnTo>
                  <a:lnTo>
                    <a:pt x="2462998" y="1117742"/>
                  </a:lnTo>
                  <a:lnTo>
                    <a:pt x="2467237" y="1117742"/>
                  </a:lnTo>
                  <a:lnTo>
                    <a:pt x="2467237" y="1114003"/>
                  </a:lnTo>
                  <a:lnTo>
                    <a:pt x="2471476" y="1114003"/>
                  </a:lnTo>
                  <a:lnTo>
                    <a:pt x="2471476" y="1112507"/>
                  </a:lnTo>
                  <a:lnTo>
                    <a:pt x="2475715" y="1112507"/>
                  </a:lnTo>
                  <a:lnTo>
                    <a:pt x="2475715" y="1109887"/>
                  </a:lnTo>
                  <a:lnTo>
                    <a:pt x="2479955" y="1109887"/>
                  </a:lnTo>
                  <a:lnTo>
                    <a:pt x="2479955" y="1106144"/>
                  </a:lnTo>
                  <a:lnTo>
                    <a:pt x="2484194" y="1106144"/>
                  </a:lnTo>
                  <a:lnTo>
                    <a:pt x="2484194" y="1104646"/>
                  </a:lnTo>
                  <a:lnTo>
                    <a:pt x="2488433" y="1104646"/>
                  </a:lnTo>
                  <a:lnTo>
                    <a:pt x="2488433" y="1103148"/>
                  </a:lnTo>
                  <a:lnTo>
                    <a:pt x="2492672" y="1103148"/>
                  </a:lnTo>
                  <a:lnTo>
                    <a:pt x="2492672" y="1101275"/>
                  </a:lnTo>
                  <a:lnTo>
                    <a:pt x="2496912" y="1101275"/>
                  </a:lnTo>
                  <a:lnTo>
                    <a:pt x="2496912" y="1098270"/>
                  </a:lnTo>
                  <a:lnTo>
                    <a:pt x="2501151" y="1098270"/>
                  </a:lnTo>
                  <a:lnTo>
                    <a:pt x="2501151" y="1095639"/>
                  </a:lnTo>
                  <a:lnTo>
                    <a:pt x="2505390" y="1095639"/>
                  </a:lnTo>
                  <a:lnTo>
                    <a:pt x="2505390" y="1093383"/>
                  </a:lnTo>
                  <a:lnTo>
                    <a:pt x="2509629" y="1093383"/>
                  </a:lnTo>
                  <a:lnTo>
                    <a:pt x="2509629" y="1090373"/>
                  </a:lnTo>
                  <a:lnTo>
                    <a:pt x="2513869" y="1090373"/>
                  </a:lnTo>
                  <a:lnTo>
                    <a:pt x="2513869" y="1088492"/>
                  </a:lnTo>
                  <a:lnTo>
                    <a:pt x="2518108" y="1088492"/>
                  </a:lnTo>
                  <a:lnTo>
                    <a:pt x="2518108" y="1086234"/>
                  </a:lnTo>
                  <a:lnTo>
                    <a:pt x="2522347" y="1086234"/>
                  </a:lnTo>
                  <a:lnTo>
                    <a:pt x="2522347" y="1083974"/>
                  </a:lnTo>
                  <a:lnTo>
                    <a:pt x="2526586" y="1083974"/>
                  </a:lnTo>
                  <a:lnTo>
                    <a:pt x="2526586" y="1082841"/>
                  </a:lnTo>
                  <a:lnTo>
                    <a:pt x="2530825" y="1082841"/>
                  </a:lnTo>
                  <a:lnTo>
                    <a:pt x="2530825" y="1079818"/>
                  </a:lnTo>
                  <a:lnTo>
                    <a:pt x="2535065" y="1079818"/>
                  </a:lnTo>
                  <a:lnTo>
                    <a:pt x="2535065" y="1077928"/>
                  </a:lnTo>
                  <a:lnTo>
                    <a:pt x="2539304" y="1077928"/>
                  </a:lnTo>
                  <a:lnTo>
                    <a:pt x="2539304" y="1076037"/>
                  </a:lnTo>
                  <a:lnTo>
                    <a:pt x="2543543" y="1076037"/>
                  </a:lnTo>
                  <a:lnTo>
                    <a:pt x="2543543" y="1073010"/>
                  </a:lnTo>
                  <a:lnTo>
                    <a:pt x="2547782" y="1073010"/>
                  </a:lnTo>
                  <a:lnTo>
                    <a:pt x="2547782" y="1072253"/>
                  </a:lnTo>
                  <a:lnTo>
                    <a:pt x="2552022" y="1072253"/>
                  </a:lnTo>
                  <a:lnTo>
                    <a:pt x="2552022" y="1070738"/>
                  </a:lnTo>
                  <a:lnTo>
                    <a:pt x="2556261" y="1070738"/>
                  </a:lnTo>
                  <a:lnTo>
                    <a:pt x="2556261" y="1068462"/>
                  </a:lnTo>
                  <a:lnTo>
                    <a:pt x="2560500" y="1068462"/>
                  </a:lnTo>
                  <a:lnTo>
                    <a:pt x="2560500" y="1066186"/>
                  </a:lnTo>
                  <a:lnTo>
                    <a:pt x="2564739" y="1066186"/>
                  </a:lnTo>
                  <a:lnTo>
                    <a:pt x="2564739" y="1064288"/>
                  </a:lnTo>
                  <a:lnTo>
                    <a:pt x="2568979" y="1064288"/>
                  </a:lnTo>
                  <a:lnTo>
                    <a:pt x="2568979" y="1062768"/>
                  </a:lnTo>
                  <a:lnTo>
                    <a:pt x="2573218" y="1062768"/>
                  </a:lnTo>
                  <a:lnTo>
                    <a:pt x="2573218" y="1060486"/>
                  </a:lnTo>
                  <a:lnTo>
                    <a:pt x="2577457" y="1060486"/>
                  </a:lnTo>
                  <a:lnTo>
                    <a:pt x="2577457" y="1058584"/>
                  </a:lnTo>
                  <a:lnTo>
                    <a:pt x="2581696" y="1058584"/>
                  </a:lnTo>
                  <a:lnTo>
                    <a:pt x="2581696" y="1055919"/>
                  </a:lnTo>
                  <a:lnTo>
                    <a:pt x="2585936" y="1055919"/>
                  </a:lnTo>
                  <a:lnTo>
                    <a:pt x="2585936" y="1054393"/>
                  </a:lnTo>
                  <a:lnTo>
                    <a:pt x="2590175" y="1054393"/>
                  </a:lnTo>
                  <a:lnTo>
                    <a:pt x="2590175" y="1053630"/>
                  </a:lnTo>
                  <a:lnTo>
                    <a:pt x="2594414" y="1053630"/>
                  </a:lnTo>
                  <a:lnTo>
                    <a:pt x="2594414" y="1052102"/>
                  </a:lnTo>
                  <a:lnTo>
                    <a:pt x="2598653" y="1052102"/>
                  </a:lnTo>
                  <a:lnTo>
                    <a:pt x="2598653" y="1049428"/>
                  </a:lnTo>
                  <a:lnTo>
                    <a:pt x="2602893" y="1049428"/>
                  </a:lnTo>
                  <a:lnTo>
                    <a:pt x="2602893" y="1047136"/>
                  </a:lnTo>
                  <a:lnTo>
                    <a:pt x="2607132" y="1047136"/>
                  </a:lnTo>
                  <a:lnTo>
                    <a:pt x="2607132" y="1045608"/>
                  </a:lnTo>
                  <a:lnTo>
                    <a:pt x="2611371" y="1045608"/>
                  </a:lnTo>
                  <a:lnTo>
                    <a:pt x="2611371" y="1042932"/>
                  </a:lnTo>
                  <a:lnTo>
                    <a:pt x="2615610" y="1042932"/>
                  </a:lnTo>
                  <a:lnTo>
                    <a:pt x="2615610" y="1041783"/>
                  </a:lnTo>
                  <a:lnTo>
                    <a:pt x="2619850" y="1041783"/>
                  </a:lnTo>
                  <a:lnTo>
                    <a:pt x="2619850" y="1039485"/>
                  </a:lnTo>
                  <a:lnTo>
                    <a:pt x="2624089" y="1039485"/>
                  </a:lnTo>
                  <a:lnTo>
                    <a:pt x="2624089" y="1037185"/>
                  </a:lnTo>
                  <a:lnTo>
                    <a:pt x="2628328" y="1037185"/>
                  </a:lnTo>
                  <a:lnTo>
                    <a:pt x="2628328" y="1033350"/>
                  </a:lnTo>
                  <a:lnTo>
                    <a:pt x="2632567" y="1033350"/>
                  </a:lnTo>
                  <a:lnTo>
                    <a:pt x="2632567" y="1031816"/>
                  </a:lnTo>
                  <a:lnTo>
                    <a:pt x="2636806" y="1031816"/>
                  </a:lnTo>
                  <a:lnTo>
                    <a:pt x="2636806" y="1029897"/>
                  </a:lnTo>
                  <a:lnTo>
                    <a:pt x="2641046" y="1029897"/>
                  </a:lnTo>
                  <a:lnTo>
                    <a:pt x="2641046" y="1029513"/>
                  </a:lnTo>
                  <a:lnTo>
                    <a:pt x="2645285" y="1029513"/>
                  </a:lnTo>
                  <a:lnTo>
                    <a:pt x="2645285" y="1026818"/>
                  </a:lnTo>
                  <a:lnTo>
                    <a:pt x="2649524" y="1026818"/>
                  </a:lnTo>
                  <a:lnTo>
                    <a:pt x="2649524" y="1024892"/>
                  </a:lnTo>
                  <a:lnTo>
                    <a:pt x="2653763" y="1024892"/>
                  </a:lnTo>
                  <a:lnTo>
                    <a:pt x="2653763" y="1023735"/>
                  </a:lnTo>
                  <a:lnTo>
                    <a:pt x="2658003" y="1023735"/>
                  </a:lnTo>
                  <a:lnTo>
                    <a:pt x="2658003" y="1021807"/>
                  </a:lnTo>
                  <a:lnTo>
                    <a:pt x="2662242" y="1021807"/>
                  </a:lnTo>
                  <a:lnTo>
                    <a:pt x="2662242" y="1019878"/>
                  </a:lnTo>
                  <a:lnTo>
                    <a:pt x="2666481" y="1019878"/>
                  </a:lnTo>
                  <a:lnTo>
                    <a:pt x="2666481" y="1018334"/>
                  </a:lnTo>
                  <a:lnTo>
                    <a:pt x="2670720" y="1018334"/>
                  </a:lnTo>
                  <a:lnTo>
                    <a:pt x="2670720" y="1016403"/>
                  </a:lnTo>
                  <a:lnTo>
                    <a:pt x="2674960" y="1016403"/>
                  </a:lnTo>
                  <a:lnTo>
                    <a:pt x="2674960" y="1014856"/>
                  </a:lnTo>
                  <a:lnTo>
                    <a:pt x="2679199" y="1014856"/>
                  </a:lnTo>
                  <a:lnTo>
                    <a:pt x="2679199" y="1012922"/>
                  </a:lnTo>
                  <a:lnTo>
                    <a:pt x="2683438" y="1012922"/>
                  </a:lnTo>
                  <a:lnTo>
                    <a:pt x="2683438" y="1011760"/>
                  </a:lnTo>
                  <a:lnTo>
                    <a:pt x="2687677" y="1011760"/>
                  </a:lnTo>
                  <a:lnTo>
                    <a:pt x="2687677" y="1010212"/>
                  </a:lnTo>
                  <a:lnTo>
                    <a:pt x="2691917" y="1010212"/>
                  </a:lnTo>
                  <a:lnTo>
                    <a:pt x="2691917" y="1008276"/>
                  </a:lnTo>
                  <a:lnTo>
                    <a:pt x="2696156" y="1008276"/>
                  </a:lnTo>
                  <a:lnTo>
                    <a:pt x="2696156" y="1004787"/>
                  </a:lnTo>
                  <a:lnTo>
                    <a:pt x="2700395" y="1004787"/>
                  </a:lnTo>
                  <a:lnTo>
                    <a:pt x="2700395" y="1002073"/>
                  </a:lnTo>
                  <a:lnTo>
                    <a:pt x="2704634" y="1002073"/>
                  </a:lnTo>
                  <a:lnTo>
                    <a:pt x="2704634" y="1000519"/>
                  </a:lnTo>
                  <a:lnTo>
                    <a:pt x="2708874" y="1000519"/>
                  </a:lnTo>
                  <a:lnTo>
                    <a:pt x="2708874" y="997411"/>
                  </a:lnTo>
                  <a:lnTo>
                    <a:pt x="2713113" y="997411"/>
                  </a:lnTo>
                  <a:lnTo>
                    <a:pt x="2713113" y="995467"/>
                  </a:lnTo>
                  <a:lnTo>
                    <a:pt x="2717352" y="995467"/>
                  </a:lnTo>
                  <a:lnTo>
                    <a:pt x="2717352" y="993912"/>
                  </a:lnTo>
                  <a:lnTo>
                    <a:pt x="2721591" y="993912"/>
                  </a:lnTo>
                  <a:lnTo>
                    <a:pt x="2721591" y="992745"/>
                  </a:lnTo>
                  <a:lnTo>
                    <a:pt x="2725831" y="992745"/>
                  </a:lnTo>
                  <a:lnTo>
                    <a:pt x="2725831" y="990798"/>
                  </a:lnTo>
                  <a:lnTo>
                    <a:pt x="2730070" y="990798"/>
                  </a:lnTo>
                  <a:lnTo>
                    <a:pt x="2730070" y="989240"/>
                  </a:lnTo>
                  <a:lnTo>
                    <a:pt x="2734309" y="989240"/>
                  </a:lnTo>
                  <a:lnTo>
                    <a:pt x="2734309" y="988459"/>
                  </a:lnTo>
                  <a:lnTo>
                    <a:pt x="2738548" y="988459"/>
                  </a:lnTo>
                  <a:lnTo>
                    <a:pt x="2738548" y="986115"/>
                  </a:lnTo>
                  <a:lnTo>
                    <a:pt x="2742787" y="986115"/>
                  </a:lnTo>
                  <a:lnTo>
                    <a:pt x="2742787" y="984552"/>
                  </a:lnTo>
                  <a:lnTo>
                    <a:pt x="2747027" y="984552"/>
                  </a:lnTo>
                  <a:lnTo>
                    <a:pt x="2747027" y="981813"/>
                  </a:lnTo>
                  <a:lnTo>
                    <a:pt x="2751266" y="981813"/>
                  </a:lnTo>
                  <a:lnTo>
                    <a:pt x="2751266" y="981422"/>
                  </a:lnTo>
                  <a:lnTo>
                    <a:pt x="2755505" y="981422"/>
                  </a:lnTo>
                  <a:lnTo>
                    <a:pt x="2755505" y="980638"/>
                  </a:lnTo>
                  <a:lnTo>
                    <a:pt x="2759744" y="980638"/>
                  </a:lnTo>
                  <a:lnTo>
                    <a:pt x="2759744" y="978677"/>
                  </a:lnTo>
                  <a:lnTo>
                    <a:pt x="2763984" y="978677"/>
                  </a:lnTo>
                  <a:lnTo>
                    <a:pt x="2763984" y="977106"/>
                  </a:lnTo>
                  <a:lnTo>
                    <a:pt x="2768223" y="977106"/>
                  </a:lnTo>
                  <a:lnTo>
                    <a:pt x="2768223" y="975927"/>
                  </a:lnTo>
                  <a:lnTo>
                    <a:pt x="2772462" y="975927"/>
                  </a:lnTo>
                  <a:lnTo>
                    <a:pt x="2772462" y="973961"/>
                  </a:lnTo>
                  <a:lnTo>
                    <a:pt x="2776701" y="973961"/>
                  </a:lnTo>
                  <a:lnTo>
                    <a:pt x="2776701" y="972387"/>
                  </a:lnTo>
                  <a:lnTo>
                    <a:pt x="2780941" y="972387"/>
                  </a:lnTo>
                  <a:lnTo>
                    <a:pt x="2780941" y="971206"/>
                  </a:lnTo>
                  <a:lnTo>
                    <a:pt x="2785180" y="971206"/>
                  </a:lnTo>
                  <a:lnTo>
                    <a:pt x="2785180" y="969631"/>
                  </a:lnTo>
                  <a:lnTo>
                    <a:pt x="2789419" y="969631"/>
                  </a:lnTo>
                  <a:lnTo>
                    <a:pt x="2789419" y="968842"/>
                  </a:lnTo>
                  <a:lnTo>
                    <a:pt x="2793658" y="968842"/>
                  </a:lnTo>
                  <a:lnTo>
                    <a:pt x="2793658" y="966471"/>
                  </a:lnTo>
                  <a:lnTo>
                    <a:pt x="2797898" y="966471"/>
                  </a:lnTo>
                  <a:lnTo>
                    <a:pt x="2797898" y="965285"/>
                  </a:lnTo>
                  <a:lnTo>
                    <a:pt x="2802137" y="965285"/>
                  </a:lnTo>
                  <a:lnTo>
                    <a:pt x="2802137" y="963307"/>
                  </a:lnTo>
                  <a:lnTo>
                    <a:pt x="2806376" y="963307"/>
                  </a:lnTo>
                  <a:lnTo>
                    <a:pt x="2806376" y="961724"/>
                  </a:lnTo>
                  <a:lnTo>
                    <a:pt x="2810615" y="961724"/>
                  </a:lnTo>
                  <a:lnTo>
                    <a:pt x="2810615" y="960536"/>
                  </a:lnTo>
                  <a:lnTo>
                    <a:pt x="2814855" y="960536"/>
                  </a:lnTo>
                  <a:lnTo>
                    <a:pt x="2814855" y="958949"/>
                  </a:lnTo>
                  <a:lnTo>
                    <a:pt x="2819094" y="958949"/>
                  </a:lnTo>
                  <a:lnTo>
                    <a:pt x="2819094" y="956171"/>
                  </a:lnTo>
                  <a:lnTo>
                    <a:pt x="2823333" y="956171"/>
                  </a:lnTo>
                  <a:lnTo>
                    <a:pt x="2823333" y="954581"/>
                  </a:lnTo>
                  <a:lnTo>
                    <a:pt x="2827572" y="954581"/>
                  </a:lnTo>
                  <a:lnTo>
                    <a:pt x="2827572" y="953388"/>
                  </a:lnTo>
                  <a:lnTo>
                    <a:pt x="2831812" y="953388"/>
                  </a:lnTo>
                  <a:lnTo>
                    <a:pt x="2831812" y="951001"/>
                  </a:lnTo>
                  <a:lnTo>
                    <a:pt x="2836051" y="951001"/>
                  </a:lnTo>
                  <a:lnTo>
                    <a:pt x="2836051" y="948614"/>
                  </a:lnTo>
                  <a:lnTo>
                    <a:pt x="2840290" y="948614"/>
                  </a:lnTo>
                  <a:lnTo>
                    <a:pt x="2840290" y="948216"/>
                  </a:lnTo>
                  <a:lnTo>
                    <a:pt x="2844529" y="948216"/>
                  </a:lnTo>
                  <a:lnTo>
                    <a:pt x="2844529" y="946224"/>
                  </a:lnTo>
                  <a:lnTo>
                    <a:pt x="2848768" y="946224"/>
                  </a:lnTo>
                  <a:lnTo>
                    <a:pt x="2848768" y="943833"/>
                  </a:lnTo>
                  <a:lnTo>
                    <a:pt x="2853008" y="943833"/>
                  </a:lnTo>
                  <a:lnTo>
                    <a:pt x="2853008" y="941037"/>
                  </a:lnTo>
                  <a:lnTo>
                    <a:pt x="2857247" y="941037"/>
                  </a:lnTo>
                  <a:lnTo>
                    <a:pt x="2857247" y="940238"/>
                  </a:lnTo>
                  <a:lnTo>
                    <a:pt x="2861486" y="940238"/>
                  </a:lnTo>
                  <a:lnTo>
                    <a:pt x="2861486" y="939839"/>
                  </a:lnTo>
                  <a:lnTo>
                    <a:pt x="2865725" y="939839"/>
                  </a:lnTo>
                  <a:lnTo>
                    <a:pt x="2865725" y="937041"/>
                  </a:lnTo>
                  <a:lnTo>
                    <a:pt x="2869965" y="937041"/>
                  </a:lnTo>
                  <a:lnTo>
                    <a:pt x="2869965" y="935042"/>
                  </a:lnTo>
                  <a:lnTo>
                    <a:pt x="2874204" y="935042"/>
                  </a:lnTo>
                  <a:lnTo>
                    <a:pt x="2874204" y="933442"/>
                  </a:lnTo>
                  <a:lnTo>
                    <a:pt x="2878443" y="933442"/>
                  </a:lnTo>
                  <a:lnTo>
                    <a:pt x="2878443" y="931441"/>
                  </a:lnTo>
                  <a:lnTo>
                    <a:pt x="2882682" y="931441"/>
                  </a:lnTo>
                  <a:lnTo>
                    <a:pt x="2882682" y="929435"/>
                  </a:lnTo>
                  <a:lnTo>
                    <a:pt x="2886922" y="929435"/>
                  </a:lnTo>
                  <a:lnTo>
                    <a:pt x="2886922" y="929033"/>
                  </a:lnTo>
                  <a:lnTo>
                    <a:pt x="2891161" y="929033"/>
                  </a:lnTo>
                  <a:lnTo>
                    <a:pt x="2891161" y="926221"/>
                  </a:lnTo>
                  <a:lnTo>
                    <a:pt x="2895400" y="926221"/>
                  </a:lnTo>
                  <a:lnTo>
                    <a:pt x="2895400" y="925015"/>
                  </a:lnTo>
                  <a:lnTo>
                    <a:pt x="2899639" y="925015"/>
                  </a:lnTo>
                  <a:lnTo>
                    <a:pt x="2899639" y="923005"/>
                  </a:lnTo>
                  <a:lnTo>
                    <a:pt x="2903879" y="923005"/>
                  </a:lnTo>
                  <a:lnTo>
                    <a:pt x="2903879" y="922201"/>
                  </a:lnTo>
                  <a:lnTo>
                    <a:pt x="2908118" y="922201"/>
                  </a:lnTo>
                  <a:lnTo>
                    <a:pt x="2908118" y="920590"/>
                  </a:lnTo>
                  <a:lnTo>
                    <a:pt x="2912357" y="920590"/>
                  </a:lnTo>
                  <a:lnTo>
                    <a:pt x="2912357" y="919382"/>
                  </a:lnTo>
                  <a:lnTo>
                    <a:pt x="2916596" y="919382"/>
                  </a:lnTo>
                  <a:lnTo>
                    <a:pt x="2916596" y="919382"/>
                  </a:lnTo>
                  <a:lnTo>
                    <a:pt x="2920836" y="919382"/>
                  </a:lnTo>
                  <a:lnTo>
                    <a:pt x="2920836" y="918171"/>
                  </a:lnTo>
                  <a:lnTo>
                    <a:pt x="2925075" y="918171"/>
                  </a:lnTo>
                  <a:lnTo>
                    <a:pt x="2925075" y="916960"/>
                  </a:lnTo>
                  <a:lnTo>
                    <a:pt x="2929314" y="916960"/>
                  </a:lnTo>
                  <a:lnTo>
                    <a:pt x="2929314" y="914535"/>
                  </a:lnTo>
                  <a:lnTo>
                    <a:pt x="2933553" y="914535"/>
                  </a:lnTo>
                  <a:lnTo>
                    <a:pt x="2933553" y="913727"/>
                  </a:lnTo>
                  <a:lnTo>
                    <a:pt x="2937792" y="913727"/>
                  </a:lnTo>
                  <a:lnTo>
                    <a:pt x="2937792" y="912109"/>
                  </a:lnTo>
                  <a:lnTo>
                    <a:pt x="2942032" y="912109"/>
                  </a:lnTo>
                  <a:lnTo>
                    <a:pt x="2942032" y="908461"/>
                  </a:lnTo>
                  <a:lnTo>
                    <a:pt x="2946271" y="908461"/>
                  </a:lnTo>
                  <a:lnTo>
                    <a:pt x="2946271" y="906434"/>
                  </a:lnTo>
                  <a:lnTo>
                    <a:pt x="2950510" y="906434"/>
                  </a:lnTo>
                  <a:lnTo>
                    <a:pt x="2950510" y="906434"/>
                  </a:lnTo>
                  <a:lnTo>
                    <a:pt x="2954749" y="906434"/>
                  </a:lnTo>
                  <a:lnTo>
                    <a:pt x="2954749" y="905217"/>
                  </a:lnTo>
                  <a:lnTo>
                    <a:pt x="2958989" y="905217"/>
                  </a:lnTo>
                  <a:lnTo>
                    <a:pt x="2958989" y="904405"/>
                  </a:lnTo>
                  <a:lnTo>
                    <a:pt x="2963228" y="904405"/>
                  </a:lnTo>
                  <a:lnTo>
                    <a:pt x="2963228" y="902778"/>
                  </a:lnTo>
                  <a:lnTo>
                    <a:pt x="2967467" y="902778"/>
                  </a:lnTo>
                  <a:lnTo>
                    <a:pt x="2967467" y="899929"/>
                  </a:lnTo>
                  <a:lnTo>
                    <a:pt x="2971706" y="899929"/>
                  </a:lnTo>
                  <a:lnTo>
                    <a:pt x="2971706" y="898705"/>
                  </a:lnTo>
                  <a:lnTo>
                    <a:pt x="2975946" y="898705"/>
                  </a:lnTo>
                  <a:lnTo>
                    <a:pt x="2975946" y="897072"/>
                  </a:lnTo>
                  <a:lnTo>
                    <a:pt x="2980185" y="897072"/>
                  </a:lnTo>
                  <a:lnTo>
                    <a:pt x="2980185" y="895846"/>
                  </a:lnTo>
                  <a:lnTo>
                    <a:pt x="2984424" y="895846"/>
                  </a:lnTo>
                  <a:lnTo>
                    <a:pt x="2984424" y="893394"/>
                  </a:lnTo>
                  <a:lnTo>
                    <a:pt x="2988663" y="893394"/>
                  </a:lnTo>
                  <a:lnTo>
                    <a:pt x="2988663" y="892168"/>
                  </a:lnTo>
                  <a:lnTo>
                    <a:pt x="2992903" y="892168"/>
                  </a:lnTo>
                  <a:lnTo>
                    <a:pt x="2992903" y="890531"/>
                  </a:lnTo>
                  <a:lnTo>
                    <a:pt x="2997142" y="890531"/>
                  </a:lnTo>
                  <a:lnTo>
                    <a:pt x="2997142" y="888894"/>
                  </a:lnTo>
                  <a:lnTo>
                    <a:pt x="3001381" y="888894"/>
                  </a:lnTo>
                  <a:lnTo>
                    <a:pt x="3001381" y="887664"/>
                  </a:lnTo>
                  <a:lnTo>
                    <a:pt x="3005620" y="887664"/>
                  </a:lnTo>
                  <a:lnTo>
                    <a:pt x="3005620" y="885613"/>
                  </a:lnTo>
                  <a:lnTo>
                    <a:pt x="3009860" y="885613"/>
                  </a:lnTo>
                  <a:lnTo>
                    <a:pt x="3009860" y="883560"/>
                  </a:lnTo>
                  <a:lnTo>
                    <a:pt x="3014099" y="883560"/>
                  </a:lnTo>
                  <a:lnTo>
                    <a:pt x="3014099" y="881506"/>
                  </a:lnTo>
                  <a:lnTo>
                    <a:pt x="3018338" y="881506"/>
                  </a:lnTo>
                  <a:lnTo>
                    <a:pt x="3018338" y="879861"/>
                  </a:lnTo>
                  <a:lnTo>
                    <a:pt x="3022577" y="879861"/>
                  </a:lnTo>
                  <a:lnTo>
                    <a:pt x="3022577" y="878626"/>
                  </a:lnTo>
                  <a:lnTo>
                    <a:pt x="3026817" y="878626"/>
                  </a:lnTo>
                  <a:lnTo>
                    <a:pt x="3026817" y="875744"/>
                  </a:lnTo>
                  <a:lnTo>
                    <a:pt x="3031056" y="875744"/>
                  </a:lnTo>
                  <a:lnTo>
                    <a:pt x="3031056" y="874507"/>
                  </a:lnTo>
                  <a:lnTo>
                    <a:pt x="3035295" y="874507"/>
                  </a:lnTo>
                  <a:lnTo>
                    <a:pt x="3035295" y="874094"/>
                  </a:lnTo>
                  <a:lnTo>
                    <a:pt x="3039534" y="874094"/>
                  </a:lnTo>
                  <a:lnTo>
                    <a:pt x="3039534" y="872855"/>
                  </a:lnTo>
                  <a:lnTo>
                    <a:pt x="3043773" y="872855"/>
                  </a:lnTo>
                  <a:lnTo>
                    <a:pt x="3043773" y="871616"/>
                  </a:lnTo>
                  <a:lnTo>
                    <a:pt x="3048013" y="871616"/>
                  </a:lnTo>
                  <a:lnTo>
                    <a:pt x="3048013" y="868722"/>
                  </a:lnTo>
                  <a:lnTo>
                    <a:pt x="3052252" y="868722"/>
                  </a:lnTo>
                  <a:lnTo>
                    <a:pt x="3052252" y="866654"/>
                  </a:lnTo>
                  <a:lnTo>
                    <a:pt x="3056491" y="866654"/>
                  </a:lnTo>
                  <a:lnTo>
                    <a:pt x="3056491" y="865413"/>
                  </a:lnTo>
                  <a:lnTo>
                    <a:pt x="3060730" y="865413"/>
                  </a:lnTo>
                  <a:lnTo>
                    <a:pt x="3060730" y="862927"/>
                  </a:lnTo>
                  <a:lnTo>
                    <a:pt x="3064970" y="862927"/>
                  </a:lnTo>
                  <a:lnTo>
                    <a:pt x="3064970" y="862097"/>
                  </a:lnTo>
                  <a:lnTo>
                    <a:pt x="3069209" y="862097"/>
                  </a:lnTo>
                  <a:lnTo>
                    <a:pt x="3069209" y="859607"/>
                  </a:lnTo>
                  <a:lnTo>
                    <a:pt x="3073448" y="859607"/>
                  </a:lnTo>
                  <a:lnTo>
                    <a:pt x="3073448" y="857117"/>
                  </a:lnTo>
                  <a:lnTo>
                    <a:pt x="3077687" y="857117"/>
                  </a:lnTo>
                  <a:lnTo>
                    <a:pt x="3077687" y="856287"/>
                  </a:lnTo>
                  <a:lnTo>
                    <a:pt x="3081927" y="856287"/>
                  </a:lnTo>
                  <a:lnTo>
                    <a:pt x="3081927" y="855457"/>
                  </a:lnTo>
                  <a:lnTo>
                    <a:pt x="3086166" y="855457"/>
                  </a:lnTo>
                  <a:lnTo>
                    <a:pt x="3086166" y="854211"/>
                  </a:lnTo>
                  <a:lnTo>
                    <a:pt x="3090405" y="854211"/>
                  </a:lnTo>
                  <a:lnTo>
                    <a:pt x="3090405" y="853379"/>
                  </a:lnTo>
                  <a:lnTo>
                    <a:pt x="3094644" y="853379"/>
                  </a:lnTo>
                  <a:lnTo>
                    <a:pt x="3094644" y="851714"/>
                  </a:lnTo>
                  <a:lnTo>
                    <a:pt x="3098884" y="851714"/>
                  </a:lnTo>
                  <a:lnTo>
                    <a:pt x="3098884" y="848798"/>
                  </a:lnTo>
                  <a:lnTo>
                    <a:pt x="3103123" y="848798"/>
                  </a:lnTo>
                  <a:lnTo>
                    <a:pt x="3103123" y="847964"/>
                  </a:lnTo>
                  <a:lnTo>
                    <a:pt x="3107362" y="847964"/>
                  </a:lnTo>
                  <a:lnTo>
                    <a:pt x="3107362" y="845880"/>
                  </a:lnTo>
                  <a:lnTo>
                    <a:pt x="3111601" y="845880"/>
                  </a:lnTo>
                  <a:lnTo>
                    <a:pt x="3111601" y="845047"/>
                  </a:lnTo>
                  <a:lnTo>
                    <a:pt x="3115841" y="845047"/>
                  </a:lnTo>
                  <a:lnTo>
                    <a:pt x="3115841" y="842959"/>
                  </a:lnTo>
                  <a:lnTo>
                    <a:pt x="3120080" y="842959"/>
                  </a:lnTo>
                  <a:lnTo>
                    <a:pt x="3120080" y="841705"/>
                  </a:lnTo>
                  <a:lnTo>
                    <a:pt x="3124319" y="841705"/>
                  </a:lnTo>
                  <a:lnTo>
                    <a:pt x="3124319" y="840031"/>
                  </a:lnTo>
                  <a:lnTo>
                    <a:pt x="3128558" y="840031"/>
                  </a:lnTo>
                  <a:lnTo>
                    <a:pt x="3128558" y="839613"/>
                  </a:lnTo>
                  <a:lnTo>
                    <a:pt x="3132798" y="839613"/>
                  </a:lnTo>
                  <a:lnTo>
                    <a:pt x="3132798" y="838356"/>
                  </a:lnTo>
                  <a:lnTo>
                    <a:pt x="3137037" y="838356"/>
                  </a:lnTo>
                  <a:lnTo>
                    <a:pt x="3137037" y="837517"/>
                  </a:lnTo>
                  <a:lnTo>
                    <a:pt x="3141276" y="837517"/>
                  </a:lnTo>
                  <a:lnTo>
                    <a:pt x="3141276" y="834579"/>
                  </a:lnTo>
                  <a:lnTo>
                    <a:pt x="3145515" y="834579"/>
                  </a:lnTo>
                  <a:lnTo>
                    <a:pt x="3145515" y="832478"/>
                  </a:lnTo>
                  <a:lnTo>
                    <a:pt x="3149754" y="832478"/>
                  </a:lnTo>
                  <a:lnTo>
                    <a:pt x="3149754" y="831637"/>
                  </a:lnTo>
                  <a:lnTo>
                    <a:pt x="3153994" y="831637"/>
                  </a:lnTo>
                  <a:lnTo>
                    <a:pt x="3153994" y="831637"/>
                  </a:lnTo>
                  <a:lnTo>
                    <a:pt x="3158233" y="831637"/>
                  </a:lnTo>
                  <a:lnTo>
                    <a:pt x="3158233" y="830794"/>
                  </a:lnTo>
                  <a:lnTo>
                    <a:pt x="3162472" y="830794"/>
                  </a:lnTo>
                  <a:lnTo>
                    <a:pt x="3162472" y="828688"/>
                  </a:lnTo>
                  <a:lnTo>
                    <a:pt x="3166711" y="828688"/>
                  </a:lnTo>
                  <a:lnTo>
                    <a:pt x="3166711" y="828266"/>
                  </a:lnTo>
                  <a:lnTo>
                    <a:pt x="3170951" y="828266"/>
                  </a:lnTo>
                  <a:lnTo>
                    <a:pt x="3170951" y="824889"/>
                  </a:lnTo>
                  <a:lnTo>
                    <a:pt x="3175190" y="824889"/>
                  </a:lnTo>
                  <a:lnTo>
                    <a:pt x="3175190" y="821509"/>
                  </a:lnTo>
                  <a:lnTo>
                    <a:pt x="3179429" y="821509"/>
                  </a:lnTo>
                  <a:lnTo>
                    <a:pt x="3179429" y="819817"/>
                  </a:lnTo>
                  <a:lnTo>
                    <a:pt x="3183668" y="819817"/>
                  </a:lnTo>
                  <a:lnTo>
                    <a:pt x="3183668" y="818971"/>
                  </a:lnTo>
                  <a:lnTo>
                    <a:pt x="3187908" y="818971"/>
                  </a:lnTo>
                  <a:lnTo>
                    <a:pt x="3187908" y="816855"/>
                  </a:lnTo>
                  <a:lnTo>
                    <a:pt x="3192147" y="816855"/>
                  </a:lnTo>
                  <a:lnTo>
                    <a:pt x="3192147" y="816008"/>
                  </a:lnTo>
                  <a:lnTo>
                    <a:pt x="3196386" y="816008"/>
                  </a:lnTo>
                  <a:lnTo>
                    <a:pt x="3196386" y="815161"/>
                  </a:lnTo>
                  <a:lnTo>
                    <a:pt x="3200625" y="815161"/>
                  </a:lnTo>
                  <a:lnTo>
                    <a:pt x="3200625" y="814314"/>
                  </a:lnTo>
                  <a:lnTo>
                    <a:pt x="3204865" y="814314"/>
                  </a:lnTo>
                  <a:lnTo>
                    <a:pt x="3204865" y="813890"/>
                  </a:lnTo>
                  <a:lnTo>
                    <a:pt x="3209104" y="813890"/>
                  </a:lnTo>
                  <a:lnTo>
                    <a:pt x="3209104" y="812189"/>
                  </a:lnTo>
                  <a:lnTo>
                    <a:pt x="3213343" y="812189"/>
                  </a:lnTo>
                  <a:lnTo>
                    <a:pt x="3213343" y="811337"/>
                  </a:lnTo>
                  <a:lnTo>
                    <a:pt x="3217582" y="811337"/>
                  </a:lnTo>
                  <a:lnTo>
                    <a:pt x="3217582" y="810060"/>
                  </a:lnTo>
                  <a:lnTo>
                    <a:pt x="3221822" y="810060"/>
                  </a:lnTo>
                  <a:lnTo>
                    <a:pt x="3221822" y="807930"/>
                  </a:lnTo>
                  <a:lnTo>
                    <a:pt x="3226061" y="807930"/>
                  </a:lnTo>
                  <a:lnTo>
                    <a:pt x="3226061" y="806226"/>
                  </a:lnTo>
                  <a:lnTo>
                    <a:pt x="3230300" y="806226"/>
                  </a:lnTo>
                  <a:lnTo>
                    <a:pt x="3230300" y="805800"/>
                  </a:lnTo>
                  <a:lnTo>
                    <a:pt x="3234539" y="805800"/>
                  </a:lnTo>
                  <a:lnTo>
                    <a:pt x="3234539" y="804095"/>
                  </a:lnTo>
                  <a:lnTo>
                    <a:pt x="3238778" y="804095"/>
                  </a:lnTo>
                  <a:lnTo>
                    <a:pt x="3238778" y="800256"/>
                  </a:lnTo>
                  <a:lnTo>
                    <a:pt x="3243018" y="800256"/>
                  </a:lnTo>
                  <a:lnTo>
                    <a:pt x="3243018" y="799402"/>
                  </a:lnTo>
                  <a:lnTo>
                    <a:pt x="3247257" y="799402"/>
                  </a:lnTo>
                  <a:lnTo>
                    <a:pt x="3247257" y="798120"/>
                  </a:lnTo>
                  <a:lnTo>
                    <a:pt x="3251496" y="798120"/>
                  </a:lnTo>
                  <a:lnTo>
                    <a:pt x="3251496" y="796839"/>
                  </a:lnTo>
                  <a:lnTo>
                    <a:pt x="3255735" y="796839"/>
                  </a:lnTo>
                  <a:lnTo>
                    <a:pt x="3255735" y="796411"/>
                  </a:lnTo>
                  <a:lnTo>
                    <a:pt x="3259975" y="796411"/>
                  </a:lnTo>
                  <a:lnTo>
                    <a:pt x="3259975" y="794271"/>
                  </a:lnTo>
                  <a:lnTo>
                    <a:pt x="3264214" y="794271"/>
                  </a:lnTo>
                  <a:lnTo>
                    <a:pt x="3264214" y="792987"/>
                  </a:lnTo>
                  <a:lnTo>
                    <a:pt x="3268453" y="792987"/>
                  </a:lnTo>
                  <a:lnTo>
                    <a:pt x="3268453" y="791700"/>
                  </a:lnTo>
                  <a:lnTo>
                    <a:pt x="3272692" y="791700"/>
                  </a:lnTo>
                  <a:lnTo>
                    <a:pt x="3272692" y="790413"/>
                  </a:lnTo>
                  <a:lnTo>
                    <a:pt x="3276932" y="790413"/>
                  </a:lnTo>
                  <a:lnTo>
                    <a:pt x="3276932" y="788695"/>
                  </a:lnTo>
                  <a:lnTo>
                    <a:pt x="3281171" y="788695"/>
                  </a:lnTo>
                  <a:lnTo>
                    <a:pt x="3281171" y="786117"/>
                  </a:lnTo>
                  <a:lnTo>
                    <a:pt x="3285410" y="786117"/>
                  </a:lnTo>
                  <a:lnTo>
                    <a:pt x="3285410" y="783968"/>
                  </a:lnTo>
                  <a:lnTo>
                    <a:pt x="3289649" y="783968"/>
                  </a:lnTo>
                  <a:lnTo>
                    <a:pt x="3289649" y="782677"/>
                  </a:lnTo>
                  <a:lnTo>
                    <a:pt x="3293889" y="782677"/>
                  </a:lnTo>
                  <a:lnTo>
                    <a:pt x="3293889" y="781385"/>
                  </a:lnTo>
                  <a:lnTo>
                    <a:pt x="3298128" y="781385"/>
                  </a:lnTo>
                  <a:lnTo>
                    <a:pt x="3298128" y="779660"/>
                  </a:lnTo>
                  <a:lnTo>
                    <a:pt x="3302367" y="779660"/>
                  </a:lnTo>
                  <a:lnTo>
                    <a:pt x="3302367" y="776207"/>
                  </a:lnTo>
                  <a:lnTo>
                    <a:pt x="3306606" y="776207"/>
                  </a:lnTo>
                  <a:lnTo>
                    <a:pt x="3306606" y="776207"/>
                  </a:lnTo>
                  <a:lnTo>
                    <a:pt x="3310846" y="776207"/>
                  </a:lnTo>
                  <a:lnTo>
                    <a:pt x="3310846" y="774046"/>
                  </a:lnTo>
                  <a:lnTo>
                    <a:pt x="3315085" y="774046"/>
                  </a:lnTo>
                  <a:lnTo>
                    <a:pt x="3315085" y="773182"/>
                  </a:lnTo>
                  <a:lnTo>
                    <a:pt x="3319324" y="773182"/>
                  </a:lnTo>
                  <a:lnTo>
                    <a:pt x="3319324" y="770155"/>
                  </a:lnTo>
                  <a:lnTo>
                    <a:pt x="3323563" y="770155"/>
                  </a:lnTo>
                  <a:lnTo>
                    <a:pt x="3323563" y="769289"/>
                  </a:lnTo>
                  <a:lnTo>
                    <a:pt x="3327803" y="769289"/>
                  </a:lnTo>
                  <a:lnTo>
                    <a:pt x="3327803" y="766689"/>
                  </a:lnTo>
                  <a:lnTo>
                    <a:pt x="3332042" y="766689"/>
                  </a:lnTo>
                  <a:lnTo>
                    <a:pt x="3332042" y="765389"/>
                  </a:lnTo>
                  <a:lnTo>
                    <a:pt x="3336281" y="765389"/>
                  </a:lnTo>
                  <a:lnTo>
                    <a:pt x="3336281" y="764521"/>
                  </a:lnTo>
                  <a:lnTo>
                    <a:pt x="3340520" y="764521"/>
                  </a:lnTo>
                  <a:lnTo>
                    <a:pt x="3340520" y="762785"/>
                  </a:lnTo>
                  <a:lnTo>
                    <a:pt x="3344759" y="762785"/>
                  </a:lnTo>
                  <a:lnTo>
                    <a:pt x="3344759" y="761482"/>
                  </a:lnTo>
                  <a:lnTo>
                    <a:pt x="3348999" y="761482"/>
                  </a:lnTo>
                  <a:lnTo>
                    <a:pt x="3348999" y="758006"/>
                  </a:lnTo>
                  <a:lnTo>
                    <a:pt x="3353238" y="758006"/>
                  </a:lnTo>
                  <a:lnTo>
                    <a:pt x="3353238" y="756702"/>
                  </a:lnTo>
                  <a:lnTo>
                    <a:pt x="3357477" y="756702"/>
                  </a:lnTo>
                  <a:lnTo>
                    <a:pt x="3357477" y="754091"/>
                  </a:lnTo>
                  <a:lnTo>
                    <a:pt x="3361716" y="754091"/>
                  </a:lnTo>
                  <a:lnTo>
                    <a:pt x="3361716" y="753655"/>
                  </a:lnTo>
                  <a:lnTo>
                    <a:pt x="3365956" y="753655"/>
                  </a:lnTo>
                  <a:lnTo>
                    <a:pt x="3365956" y="752348"/>
                  </a:lnTo>
                  <a:lnTo>
                    <a:pt x="3370195" y="752348"/>
                  </a:lnTo>
                  <a:lnTo>
                    <a:pt x="3370195" y="750605"/>
                  </a:lnTo>
                  <a:lnTo>
                    <a:pt x="3374434" y="750605"/>
                  </a:lnTo>
                  <a:lnTo>
                    <a:pt x="3374434" y="748859"/>
                  </a:lnTo>
                  <a:lnTo>
                    <a:pt x="3378673" y="748859"/>
                  </a:lnTo>
                  <a:lnTo>
                    <a:pt x="3378673" y="745804"/>
                  </a:lnTo>
                  <a:lnTo>
                    <a:pt x="3382913" y="745804"/>
                  </a:lnTo>
                  <a:lnTo>
                    <a:pt x="3382913" y="742746"/>
                  </a:lnTo>
                  <a:lnTo>
                    <a:pt x="3387152" y="742746"/>
                  </a:lnTo>
                  <a:lnTo>
                    <a:pt x="3387152" y="741870"/>
                  </a:lnTo>
                  <a:lnTo>
                    <a:pt x="3391391" y="741870"/>
                  </a:lnTo>
                  <a:lnTo>
                    <a:pt x="3391391" y="739680"/>
                  </a:lnTo>
                  <a:lnTo>
                    <a:pt x="3395630" y="739680"/>
                  </a:lnTo>
                  <a:lnTo>
                    <a:pt x="3395630" y="739241"/>
                  </a:lnTo>
                  <a:lnTo>
                    <a:pt x="3399870" y="739241"/>
                  </a:lnTo>
                  <a:lnTo>
                    <a:pt x="3399870" y="737486"/>
                  </a:lnTo>
                  <a:lnTo>
                    <a:pt x="3404109" y="737486"/>
                  </a:lnTo>
                  <a:lnTo>
                    <a:pt x="3404109" y="734852"/>
                  </a:lnTo>
                  <a:lnTo>
                    <a:pt x="3408348" y="734852"/>
                  </a:lnTo>
                  <a:lnTo>
                    <a:pt x="3408348" y="733972"/>
                  </a:lnTo>
                  <a:lnTo>
                    <a:pt x="3412587" y="733972"/>
                  </a:lnTo>
                  <a:lnTo>
                    <a:pt x="3412587" y="733532"/>
                  </a:lnTo>
                  <a:lnTo>
                    <a:pt x="3416827" y="733532"/>
                  </a:lnTo>
                  <a:lnTo>
                    <a:pt x="3416827" y="732208"/>
                  </a:lnTo>
                  <a:lnTo>
                    <a:pt x="3421066" y="732208"/>
                  </a:lnTo>
                  <a:lnTo>
                    <a:pt x="3421066" y="730442"/>
                  </a:lnTo>
                  <a:lnTo>
                    <a:pt x="3425305" y="730442"/>
                  </a:lnTo>
                  <a:lnTo>
                    <a:pt x="3425305" y="730000"/>
                  </a:lnTo>
                  <a:lnTo>
                    <a:pt x="3429544" y="730000"/>
                  </a:lnTo>
                  <a:lnTo>
                    <a:pt x="3429544" y="728673"/>
                  </a:lnTo>
                  <a:lnTo>
                    <a:pt x="3433784" y="728673"/>
                  </a:lnTo>
                  <a:lnTo>
                    <a:pt x="3433784" y="727789"/>
                  </a:lnTo>
                  <a:lnTo>
                    <a:pt x="3438023" y="727789"/>
                  </a:lnTo>
                  <a:lnTo>
                    <a:pt x="3438023" y="727789"/>
                  </a:lnTo>
                  <a:lnTo>
                    <a:pt x="3442262" y="727789"/>
                  </a:lnTo>
                  <a:lnTo>
                    <a:pt x="3442262" y="726459"/>
                  </a:lnTo>
                  <a:lnTo>
                    <a:pt x="3446501" y="726459"/>
                  </a:lnTo>
                  <a:lnTo>
                    <a:pt x="3446501" y="724242"/>
                  </a:lnTo>
                  <a:lnTo>
                    <a:pt x="3450740" y="724242"/>
                  </a:lnTo>
                  <a:lnTo>
                    <a:pt x="3450740" y="722469"/>
                  </a:lnTo>
                  <a:lnTo>
                    <a:pt x="3454980" y="722469"/>
                  </a:lnTo>
                  <a:lnTo>
                    <a:pt x="3454980" y="722025"/>
                  </a:lnTo>
                  <a:lnTo>
                    <a:pt x="3459219" y="722025"/>
                  </a:lnTo>
                  <a:lnTo>
                    <a:pt x="3459219" y="719806"/>
                  </a:lnTo>
                  <a:lnTo>
                    <a:pt x="3463458" y="719806"/>
                  </a:lnTo>
                  <a:lnTo>
                    <a:pt x="3463458" y="719806"/>
                  </a:lnTo>
                  <a:lnTo>
                    <a:pt x="3467697" y="719806"/>
                  </a:lnTo>
                  <a:lnTo>
                    <a:pt x="3467697" y="718029"/>
                  </a:lnTo>
                  <a:lnTo>
                    <a:pt x="3471937" y="718029"/>
                  </a:lnTo>
                  <a:lnTo>
                    <a:pt x="3471937" y="715805"/>
                  </a:lnTo>
                  <a:lnTo>
                    <a:pt x="3476176" y="715805"/>
                  </a:lnTo>
                  <a:lnTo>
                    <a:pt x="3476176" y="713579"/>
                  </a:lnTo>
                  <a:lnTo>
                    <a:pt x="3480415" y="713579"/>
                  </a:lnTo>
                  <a:lnTo>
                    <a:pt x="3480415" y="711797"/>
                  </a:lnTo>
                  <a:lnTo>
                    <a:pt x="3484654" y="711797"/>
                  </a:lnTo>
                  <a:lnTo>
                    <a:pt x="3484654" y="710461"/>
                  </a:lnTo>
                  <a:lnTo>
                    <a:pt x="3488894" y="710461"/>
                  </a:lnTo>
                  <a:lnTo>
                    <a:pt x="3488894" y="709123"/>
                  </a:lnTo>
                  <a:lnTo>
                    <a:pt x="3493133" y="709123"/>
                  </a:lnTo>
                  <a:lnTo>
                    <a:pt x="3493133" y="708232"/>
                  </a:lnTo>
                  <a:lnTo>
                    <a:pt x="3497372" y="708232"/>
                  </a:lnTo>
                  <a:lnTo>
                    <a:pt x="3497372" y="706446"/>
                  </a:lnTo>
                  <a:lnTo>
                    <a:pt x="3501611" y="706446"/>
                  </a:lnTo>
                  <a:lnTo>
                    <a:pt x="3501611" y="703321"/>
                  </a:lnTo>
                  <a:lnTo>
                    <a:pt x="3505851" y="703321"/>
                  </a:lnTo>
                  <a:lnTo>
                    <a:pt x="3505851" y="700637"/>
                  </a:lnTo>
                  <a:lnTo>
                    <a:pt x="3510090" y="700637"/>
                  </a:lnTo>
                  <a:lnTo>
                    <a:pt x="3510090" y="699742"/>
                  </a:lnTo>
                  <a:lnTo>
                    <a:pt x="3514329" y="699742"/>
                  </a:lnTo>
                  <a:lnTo>
                    <a:pt x="3514329" y="698400"/>
                  </a:lnTo>
                  <a:lnTo>
                    <a:pt x="3518568" y="698400"/>
                  </a:lnTo>
                  <a:lnTo>
                    <a:pt x="3518568" y="697504"/>
                  </a:lnTo>
                  <a:lnTo>
                    <a:pt x="3522808" y="697504"/>
                  </a:lnTo>
                  <a:lnTo>
                    <a:pt x="3522808" y="696160"/>
                  </a:lnTo>
                  <a:lnTo>
                    <a:pt x="3527047" y="696160"/>
                  </a:lnTo>
                  <a:lnTo>
                    <a:pt x="3527047" y="695711"/>
                  </a:lnTo>
                  <a:lnTo>
                    <a:pt x="3531286" y="695711"/>
                  </a:lnTo>
                  <a:lnTo>
                    <a:pt x="3531286" y="694814"/>
                  </a:lnTo>
                  <a:lnTo>
                    <a:pt x="3535525" y="694814"/>
                  </a:lnTo>
                  <a:lnTo>
                    <a:pt x="3535525" y="694365"/>
                  </a:lnTo>
                  <a:lnTo>
                    <a:pt x="3539765" y="694365"/>
                  </a:lnTo>
                  <a:lnTo>
                    <a:pt x="3539765" y="693018"/>
                  </a:lnTo>
                  <a:lnTo>
                    <a:pt x="3544004" y="693018"/>
                  </a:lnTo>
                  <a:lnTo>
                    <a:pt x="3544004" y="690772"/>
                  </a:lnTo>
                  <a:lnTo>
                    <a:pt x="3548243" y="690772"/>
                  </a:lnTo>
                  <a:lnTo>
                    <a:pt x="3548243" y="688076"/>
                  </a:lnTo>
                  <a:lnTo>
                    <a:pt x="3552482" y="688076"/>
                  </a:lnTo>
                  <a:lnTo>
                    <a:pt x="3552482" y="686278"/>
                  </a:lnTo>
                  <a:lnTo>
                    <a:pt x="3556721" y="686278"/>
                  </a:lnTo>
                  <a:lnTo>
                    <a:pt x="3556721" y="685379"/>
                  </a:lnTo>
                  <a:lnTo>
                    <a:pt x="3560961" y="685379"/>
                  </a:lnTo>
                  <a:lnTo>
                    <a:pt x="3560961" y="683578"/>
                  </a:lnTo>
                  <a:lnTo>
                    <a:pt x="3565200" y="683578"/>
                  </a:lnTo>
                  <a:lnTo>
                    <a:pt x="3565200" y="681325"/>
                  </a:lnTo>
                  <a:lnTo>
                    <a:pt x="3569439" y="681325"/>
                  </a:lnTo>
                  <a:lnTo>
                    <a:pt x="3569439" y="679520"/>
                  </a:lnTo>
                  <a:lnTo>
                    <a:pt x="3573678" y="679520"/>
                  </a:lnTo>
                  <a:lnTo>
                    <a:pt x="3573678" y="678618"/>
                  </a:lnTo>
                  <a:lnTo>
                    <a:pt x="3577918" y="678618"/>
                  </a:lnTo>
                  <a:lnTo>
                    <a:pt x="3577918" y="676813"/>
                  </a:lnTo>
                  <a:lnTo>
                    <a:pt x="3582157" y="676813"/>
                  </a:lnTo>
                  <a:lnTo>
                    <a:pt x="3582157" y="676362"/>
                  </a:lnTo>
                  <a:lnTo>
                    <a:pt x="3586396" y="676362"/>
                  </a:lnTo>
                  <a:lnTo>
                    <a:pt x="3586396" y="675458"/>
                  </a:lnTo>
                  <a:lnTo>
                    <a:pt x="3590635" y="675458"/>
                  </a:lnTo>
                  <a:lnTo>
                    <a:pt x="3590635" y="674102"/>
                  </a:lnTo>
                  <a:lnTo>
                    <a:pt x="3594875" y="674102"/>
                  </a:lnTo>
                  <a:lnTo>
                    <a:pt x="3594875" y="673197"/>
                  </a:lnTo>
                  <a:lnTo>
                    <a:pt x="3599114" y="673197"/>
                  </a:lnTo>
                  <a:lnTo>
                    <a:pt x="3599114" y="672744"/>
                  </a:lnTo>
                  <a:lnTo>
                    <a:pt x="3603353" y="672744"/>
                  </a:lnTo>
                  <a:lnTo>
                    <a:pt x="3603353" y="672290"/>
                  </a:lnTo>
                  <a:lnTo>
                    <a:pt x="3607592" y="672290"/>
                  </a:lnTo>
                  <a:lnTo>
                    <a:pt x="3607592" y="670476"/>
                  </a:lnTo>
                  <a:lnTo>
                    <a:pt x="3611832" y="670476"/>
                  </a:lnTo>
                  <a:lnTo>
                    <a:pt x="3611832" y="669114"/>
                  </a:lnTo>
                  <a:lnTo>
                    <a:pt x="3616071" y="669114"/>
                  </a:lnTo>
                  <a:lnTo>
                    <a:pt x="3616071" y="667751"/>
                  </a:lnTo>
                  <a:lnTo>
                    <a:pt x="3620310" y="667751"/>
                  </a:lnTo>
                  <a:lnTo>
                    <a:pt x="3620310" y="665932"/>
                  </a:lnTo>
                  <a:lnTo>
                    <a:pt x="3624549" y="665932"/>
                  </a:lnTo>
                  <a:lnTo>
                    <a:pt x="3624549" y="665932"/>
                  </a:lnTo>
                  <a:lnTo>
                    <a:pt x="3628789" y="665932"/>
                  </a:lnTo>
                  <a:lnTo>
                    <a:pt x="3628789" y="664565"/>
                  </a:lnTo>
                  <a:lnTo>
                    <a:pt x="3633028" y="664565"/>
                  </a:lnTo>
                  <a:lnTo>
                    <a:pt x="3633028" y="663198"/>
                  </a:lnTo>
                  <a:lnTo>
                    <a:pt x="3637267" y="663198"/>
                  </a:lnTo>
                  <a:lnTo>
                    <a:pt x="3637267" y="662287"/>
                  </a:lnTo>
                  <a:lnTo>
                    <a:pt x="3641506" y="662287"/>
                  </a:lnTo>
                  <a:lnTo>
                    <a:pt x="3641506" y="660919"/>
                  </a:lnTo>
                  <a:lnTo>
                    <a:pt x="3645745" y="660919"/>
                  </a:lnTo>
                  <a:lnTo>
                    <a:pt x="3645745" y="658638"/>
                  </a:lnTo>
                  <a:lnTo>
                    <a:pt x="3649985" y="658638"/>
                  </a:lnTo>
                  <a:lnTo>
                    <a:pt x="3649985" y="658182"/>
                  </a:lnTo>
                  <a:lnTo>
                    <a:pt x="3654224" y="658182"/>
                  </a:lnTo>
                  <a:lnTo>
                    <a:pt x="3654224" y="657725"/>
                  </a:lnTo>
                  <a:lnTo>
                    <a:pt x="3658463" y="657725"/>
                  </a:lnTo>
                  <a:lnTo>
                    <a:pt x="3658463" y="656810"/>
                  </a:lnTo>
                  <a:lnTo>
                    <a:pt x="3662702" y="656810"/>
                  </a:lnTo>
                  <a:lnTo>
                    <a:pt x="3662702" y="656353"/>
                  </a:lnTo>
                  <a:lnTo>
                    <a:pt x="3666942" y="656353"/>
                  </a:lnTo>
                  <a:lnTo>
                    <a:pt x="3666942" y="654524"/>
                  </a:lnTo>
                  <a:lnTo>
                    <a:pt x="3671181" y="654524"/>
                  </a:lnTo>
                  <a:lnTo>
                    <a:pt x="3671181" y="652694"/>
                  </a:lnTo>
                  <a:lnTo>
                    <a:pt x="3675420" y="652694"/>
                  </a:lnTo>
                  <a:lnTo>
                    <a:pt x="3675420" y="652236"/>
                  </a:lnTo>
                  <a:lnTo>
                    <a:pt x="3679659" y="652236"/>
                  </a:lnTo>
                  <a:lnTo>
                    <a:pt x="3679659" y="650862"/>
                  </a:lnTo>
                  <a:lnTo>
                    <a:pt x="3683899" y="650862"/>
                  </a:lnTo>
                  <a:lnTo>
                    <a:pt x="3683899" y="650404"/>
                  </a:lnTo>
                  <a:lnTo>
                    <a:pt x="3688138" y="650404"/>
                  </a:lnTo>
                  <a:lnTo>
                    <a:pt x="3688138" y="649486"/>
                  </a:lnTo>
                  <a:lnTo>
                    <a:pt x="3692377" y="649486"/>
                  </a:lnTo>
                  <a:lnTo>
                    <a:pt x="3692377" y="648108"/>
                  </a:lnTo>
                  <a:lnTo>
                    <a:pt x="3696616" y="648108"/>
                  </a:lnTo>
                  <a:lnTo>
                    <a:pt x="3696616" y="646730"/>
                  </a:lnTo>
                  <a:lnTo>
                    <a:pt x="3700856" y="646730"/>
                  </a:lnTo>
                  <a:lnTo>
                    <a:pt x="3700856" y="643973"/>
                  </a:lnTo>
                  <a:lnTo>
                    <a:pt x="3705095" y="643973"/>
                  </a:lnTo>
                  <a:lnTo>
                    <a:pt x="3705095" y="642133"/>
                  </a:lnTo>
                  <a:lnTo>
                    <a:pt x="3709334" y="642133"/>
                  </a:lnTo>
                  <a:lnTo>
                    <a:pt x="3709334" y="640750"/>
                  </a:lnTo>
                  <a:lnTo>
                    <a:pt x="3713573" y="640750"/>
                  </a:lnTo>
                  <a:lnTo>
                    <a:pt x="3713573" y="639366"/>
                  </a:lnTo>
                  <a:lnTo>
                    <a:pt x="3717813" y="639366"/>
                  </a:lnTo>
                  <a:lnTo>
                    <a:pt x="3717813" y="637520"/>
                  </a:lnTo>
                  <a:lnTo>
                    <a:pt x="3722052" y="637520"/>
                  </a:lnTo>
                  <a:lnTo>
                    <a:pt x="3722052" y="636596"/>
                  </a:lnTo>
                  <a:lnTo>
                    <a:pt x="3726291" y="636596"/>
                  </a:lnTo>
                  <a:lnTo>
                    <a:pt x="3726291" y="636134"/>
                  </a:lnTo>
                  <a:lnTo>
                    <a:pt x="3730530" y="636134"/>
                  </a:lnTo>
                  <a:lnTo>
                    <a:pt x="3730530" y="635209"/>
                  </a:lnTo>
                  <a:lnTo>
                    <a:pt x="3734770" y="635209"/>
                  </a:lnTo>
                  <a:lnTo>
                    <a:pt x="3734770" y="634283"/>
                  </a:lnTo>
                  <a:lnTo>
                    <a:pt x="3739009" y="634283"/>
                  </a:lnTo>
                  <a:lnTo>
                    <a:pt x="3739009" y="632894"/>
                  </a:lnTo>
                  <a:lnTo>
                    <a:pt x="3743248" y="632894"/>
                  </a:lnTo>
                  <a:lnTo>
                    <a:pt x="3743248" y="631040"/>
                  </a:lnTo>
                  <a:lnTo>
                    <a:pt x="3747487" y="631040"/>
                  </a:lnTo>
                  <a:lnTo>
                    <a:pt x="3747487" y="630112"/>
                  </a:lnTo>
                  <a:lnTo>
                    <a:pt x="3751726" y="630112"/>
                  </a:lnTo>
                  <a:lnTo>
                    <a:pt x="3751726" y="628721"/>
                  </a:lnTo>
                  <a:lnTo>
                    <a:pt x="3755966" y="628721"/>
                  </a:lnTo>
                  <a:lnTo>
                    <a:pt x="3755966" y="627329"/>
                  </a:lnTo>
                  <a:lnTo>
                    <a:pt x="3760205" y="627329"/>
                  </a:lnTo>
                  <a:lnTo>
                    <a:pt x="3760205" y="626865"/>
                  </a:lnTo>
                  <a:lnTo>
                    <a:pt x="3764444" y="626865"/>
                  </a:lnTo>
                  <a:lnTo>
                    <a:pt x="3764444" y="624542"/>
                  </a:lnTo>
                  <a:lnTo>
                    <a:pt x="3768683" y="624542"/>
                  </a:lnTo>
                  <a:lnTo>
                    <a:pt x="3768683" y="623612"/>
                  </a:lnTo>
                  <a:lnTo>
                    <a:pt x="3772923" y="623612"/>
                  </a:lnTo>
                  <a:lnTo>
                    <a:pt x="3772923" y="623612"/>
                  </a:lnTo>
                  <a:lnTo>
                    <a:pt x="3777162" y="623612"/>
                  </a:lnTo>
                  <a:lnTo>
                    <a:pt x="3777162" y="623612"/>
                  </a:lnTo>
                  <a:lnTo>
                    <a:pt x="3781401" y="623612"/>
                  </a:lnTo>
                  <a:lnTo>
                    <a:pt x="3781401" y="622679"/>
                  </a:lnTo>
                  <a:lnTo>
                    <a:pt x="3785640" y="622679"/>
                  </a:lnTo>
                  <a:lnTo>
                    <a:pt x="3785640" y="620812"/>
                  </a:lnTo>
                  <a:lnTo>
                    <a:pt x="3789880" y="620812"/>
                  </a:lnTo>
                  <a:lnTo>
                    <a:pt x="3789880" y="620344"/>
                  </a:lnTo>
                  <a:lnTo>
                    <a:pt x="3794119" y="620344"/>
                  </a:lnTo>
                  <a:lnTo>
                    <a:pt x="3794119" y="619877"/>
                  </a:lnTo>
                  <a:lnTo>
                    <a:pt x="3798358" y="619877"/>
                  </a:lnTo>
                  <a:lnTo>
                    <a:pt x="3798358" y="618005"/>
                  </a:lnTo>
                  <a:lnTo>
                    <a:pt x="3802597" y="618005"/>
                  </a:lnTo>
                  <a:lnTo>
                    <a:pt x="3802597" y="617067"/>
                  </a:lnTo>
                  <a:lnTo>
                    <a:pt x="3806837" y="617067"/>
                  </a:lnTo>
                  <a:lnTo>
                    <a:pt x="3806837" y="617067"/>
                  </a:lnTo>
                  <a:lnTo>
                    <a:pt x="3811076" y="617067"/>
                  </a:lnTo>
                  <a:lnTo>
                    <a:pt x="3811076" y="616597"/>
                  </a:lnTo>
                  <a:lnTo>
                    <a:pt x="3815315" y="616597"/>
                  </a:lnTo>
                  <a:lnTo>
                    <a:pt x="3815315" y="615188"/>
                  </a:lnTo>
                  <a:lnTo>
                    <a:pt x="3819554" y="615188"/>
                  </a:lnTo>
                  <a:lnTo>
                    <a:pt x="3819554" y="613778"/>
                  </a:lnTo>
                  <a:lnTo>
                    <a:pt x="3823794" y="613778"/>
                  </a:lnTo>
                  <a:lnTo>
                    <a:pt x="3823794" y="611426"/>
                  </a:lnTo>
                  <a:lnTo>
                    <a:pt x="3828033" y="611426"/>
                  </a:lnTo>
                  <a:lnTo>
                    <a:pt x="3828033" y="610014"/>
                  </a:lnTo>
                  <a:lnTo>
                    <a:pt x="3832272" y="610014"/>
                  </a:lnTo>
                  <a:lnTo>
                    <a:pt x="3832272" y="609069"/>
                  </a:lnTo>
                  <a:lnTo>
                    <a:pt x="3836511" y="609069"/>
                  </a:lnTo>
                  <a:lnTo>
                    <a:pt x="3836511" y="606703"/>
                  </a:lnTo>
                  <a:lnTo>
                    <a:pt x="3840751" y="606703"/>
                  </a:lnTo>
                  <a:lnTo>
                    <a:pt x="3840751" y="605284"/>
                  </a:lnTo>
                  <a:lnTo>
                    <a:pt x="3844990" y="605284"/>
                  </a:lnTo>
                  <a:lnTo>
                    <a:pt x="3844990" y="604337"/>
                  </a:lnTo>
                  <a:lnTo>
                    <a:pt x="3849229" y="604337"/>
                  </a:lnTo>
                  <a:lnTo>
                    <a:pt x="3849229" y="602916"/>
                  </a:lnTo>
                  <a:lnTo>
                    <a:pt x="3853468" y="602916"/>
                  </a:lnTo>
                  <a:lnTo>
                    <a:pt x="3853468" y="602441"/>
                  </a:lnTo>
                  <a:lnTo>
                    <a:pt x="3857707" y="602441"/>
                  </a:lnTo>
                  <a:lnTo>
                    <a:pt x="3857707" y="601491"/>
                  </a:lnTo>
                  <a:lnTo>
                    <a:pt x="3861947" y="601491"/>
                  </a:lnTo>
                  <a:lnTo>
                    <a:pt x="3861947" y="601016"/>
                  </a:lnTo>
                  <a:lnTo>
                    <a:pt x="3866186" y="601016"/>
                  </a:lnTo>
                  <a:lnTo>
                    <a:pt x="3866186" y="598637"/>
                  </a:lnTo>
                  <a:lnTo>
                    <a:pt x="3870425" y="598637"/>
                  </a:lnTo>
                  <a:lnTo>
                    <a:pt x="3870425" y="598161"/>
                  </a:lnTo>
                  <a:lnTo>
                    <a:pt x="3874664" y="598161"/>
                  </a:lnTo>
                  <a:lnTo>
                    <a:pt x="3874664" y="595303"/>
                  </a:lnTo>
                  <a:lnTo>
                    <a:pt x="3878904" y="595303"/>
                  </a:lnTo>
                  <a:lnTo>
                    <a:pt x="3878904" y="594350"/>
                  </a:lnTo>
                  <a:lnTo>
                    <a:pt x="3883143" y="594350"/>
                  </a:lnTo>
                  <a:lnTo>
                    <a:pt x="3883143" y="592919"/>
                  </a:lnTo>
                  <a:lnTo>
                    <a:pt x="3887382" y="592919"/>
                  </a:lnTo>
                  <a:lnTo>
                    <a:pt x="3887382" y="592442"/>
                  </a:lnTo>
                  <a:lnTo>
                    <a:pt x="3891621" y="592442"/>
                  </a:lnTo>
                  <a:lnTo>
                    <a:pt x="3891621" y="591009"/>
                  </a:lnTo>
                  <a:lnTo>
                    <a:pt x="3895861" y="591009"/>
                  </a:lnTo>
                  <a:lnTo>
                    <a:pt x="3895861" y="589574"/>
                  </a:lnTo>
                  <a:lnTo>
                    <a:pt x="3900100" y="589574"/>
                  </a:lnTo>
                  <a:lnTo>
                    <a:pt x="3900100" y="587182"/>
                  </a:lnTo>
                  <a:lnTo>
                    <a:pt x="3904339" y="587182"/>
                  </a:lnTo>
                  <a:lnTo>
                    <a:pt x="3904339" y="586704"/>
                  </a:lnTo>
                  <a:lnTo>
                    <a:pt x="3908578" y="586704"/>
                  </a:lnTo>
                  <a:lnTo>
                    <a:pt x="3908578" y="586704"/>
                  </a:lnTo>
                  <a:lnTo>
                    <a:pt x="3912818" y="586704"/>
                  </a:lnTo>
                  <a:lnTo>
                    <a:pt x="3912818" y="585745"/>
                  </a:lnTo>
                  <a:lnTo>
                    <a:pt x="3917057" y="585745"/>
                  </a:lnTo>
                  <a:lnTo>
                    <a:pt x="3917057" y="584786"/>
                  </a:lnTo>
                  <a:lnTo>
                    <a:pt x="3921296" y="584786"/>
                  </a:lnTo>
                  <a:lnTo>
                    <a:pt x="3921296" y="584786"/>
                  </a:lnTo>
                  <a:lnTo>
                    <a:pt x="3925535" y="584786"/>
                  </a:lnTo>
                  <a:lnTo>
                    <a:pt x="3925535" y="582865"/>
                  </a:lnTo>
                  <a:lnTo>
                    <a:pt x="3929775" y="582865"/>
                  </a:lnTo>
                  <a:lnTo>
                    <a:pt x="3929775" y="581423"/>
                  </a:lnTo>
                  <a:lnTo>
                    <a:pt x="3934014" y="581423"/>
                  </a:lnTo>
                  <a:lnTo>
                    <a:pt x="3934014" y="580942"/>
                  </a:lnTo>
                  <a:lnTo>
                    <a:pt x="3938253" y="580942"/>
                  </a:lnTo>
                  <a:lnTo>
                    <a:pt x="3938253" y="578537"/>
                  </a:lnTo>
                  <a:lnTo>
                    <a:pt x="3942492" y="578537"/>
                  </a:lnTo>
                  <a:lnTo>
                    <a:pt x="3942492" y="577574"/>
                  </a:lnTo>
                  <a:lnTo>
                    <a:pt x="3946731" y="577574"/>
                  </a:lnTo>
                  <a:lnTo>
                    <a:pt x="3946731" y="577092"/>
                  </a:lnTo>
                  <a:lnTo>
                    <a:pt x="3950971" y="577092"/>
                  </a:lnTo>
                  <a:lnTo>
                    <a:pt x="3950971" y="576610"/>
                  </a:lnTo>
                  <a:lnTo>
                    <a:pt x="3955210" y="576610"/>
                  </a:lnTo>
                  <a:lnTo>
                    <a:pt x="3955210" y="574197"/>
                  </a:lnTo>
                  <a:lnTo>
                    <a:pt x="3959449" y="574197"/>
                  </a:lnTo>
                  <a:lnTo>
                    <a:pt x="3959449" y="572265"/>
                  </a:lnTo>
                  <a:lnTo>
                    <a:pt x="3963688" y="572265"/>
                  </a:lnTo>
                  <a:lnTo>
                    <a:pt x="3963688" y="571782"/>
                  </a:lnTo>
                  <a:lnTo>
                    <a:pt x="3967928" y="571782"/>
                  </a:lnTo>
                  <a:lnTo>
                    <a:pt x="3967928" y="570816"/>
                  </a:lnTo>
                  <a:lnTo>
                    <a:pt x="3972167" y="570816"/>
                  </a:lnTo>
                  <a:lnTo>
                    <a:pt x="3972167" y="569365"/>
                  </a:lnTo>
                  <a:lnTo>
                    <a:pt x="3976406" y="569365"/>
                  </a:lnTo>
                  <a:lnTo>
                    <a:pt x="3976406" y="567428"/>
                  </a:lnTo>
                  <a:lnTo>
                    <a:pt x="3980645" y="567428"/>
                  </a:lnTo>
                  <a:lnTo>
                    <a:pt x="3980645" y="565487"/>
                  </a:lnTo>
                  <a:lnTo>
                    <a:pt x="3984885" y="565487"/>
                  </a:lnTo>
                  <a:lnTo>
                    <a:pt x="3984885" y="564516"/>
                  </a:lnTo>
                  <a:lnTo>
                    <a:pt x="3989124" y="564516"/>
                  </a:lnTo>
                  <a:lnTo>
                    <a:pt x="3989124" y="563060"/>
                  </a:lnTo>
                  <a:lnTo>
                    <a:pt x="3993363" y="563060"/>
                  </a:lnTo>
                  <a:lnTo>
                    <a:pt x="3993363" y="560632"/>
                  </a:lnTo>
                  <a:lnTo>
                    <a:pt x="3997602" y="560632"/>
                  </a:lnTo>
                  <a:lnTo>
                    <a:pt x="3997602" y="559660"/>
                  </a:lnTo>
                  <a:lnTo>
                    <a:pt x="4001842" y="559660"/>
                  </a:lnTo>
                  <a:lnTo>
                    <a:pt x="4001842" y="559660"/>
                  </a:lnTo>
                  <a:lnTo>
                    <a:pt x="4006081" y="559660"/>
                  </a:lnTo>
                  <a:lnTo>
                    <a:pt x="4006081" y="558687"/>
                  </a:lnTo>
                  <a:lnTo>
                    <a:pt x="4010320" y="558687"/>
                  </a:lnTo>
                  <a:lnTo>
                    <a:pt x="4010320" y="557713"/>
                  </a:lnTo>
                  <a:lnTo>
                    <a:pt x="4014559" y="557713"/>
                  </a:lnTo>
                  <a:lnTo>
                    <a:pt x="4014559" y="557226"/>
                  </a:lnTo>
                  <a:lnTo>
                    <a:pt x="4018799" y="557226"/>
                  </a:lnTo>
                  <a:lnTo>
                    <a:pt x="4018799" y="556252"/>
                  </a:lnTo>
                  <a:lnTo>
                    <a:pt x="4023038" y="556252"/>
                  </a:lnTo>
                  <a:lnTo>
                    <a:pt x="4023038" y="554302"/>
                  </a:lnTo>
                  <a:lnTo>
                    <a:pt x="4027277" y="554302"/>
                  </a:lnTo>
                  <a:lnTo>
                    <a:pt x="4027277" y="551865"/>
                  </a:lnTo>
                  <a:lnTo>
                    <a:pt x="4031516" y="551865"/>
                  </a:lnTo>
                  <a:lnTo>
                    <a:pt x="4031516" y="550402"/>
                  </a:lnTo>
                  <a:lnTo>
                    <a:pt x="4035756" y="550402"/>
                  </a:lnTo>
                  <a:lnTo>
                    <a:pt x="4035756" y="549426"/>
                  </a:lnTo>
                  <a:lnTo>
                    <a:pt x="4039995" y="549426"/>
                  </a:lnTo>
                  <a:lnTo>
                    <a:pt x="4039995" y="548937"/>
                  </a:lnTo>
                  <a:lnTo>
                    <a:pt x="4044234" y="548937"/>
                  </a:lnTo>
                  <a:lnTo>
                    <a:pt x="4044234" y="548448"/>
                  </a:lnTo>
                  <a:lnTo>
                    <a:pt x="4048473" y="548448"/>
                  </a:lnTo>
                  <a:lnTo>
                    <a:pt x="4048473" y="546981"/>
                  </a:lnTo>
                  <a:lnTo>
                    <a:pt x="4052712" y="546981"/>
                  </a:lnTo>
                  <a:lnTo>
                    <a:pt x="4052712" y="546003"/>
                  </a:lnTo>
                  <a:lnTo>
                    <a:pt x="4056952" y="546003"/>
                  </a:lnTo>
                  <a:lnTo>
                    <a:pt x="4056952" y="546003"/>
                  </a:lnTo>
                  <a:lnTo>
                    <a:pt x="4061191" y="546003"/>
                  </a:lnTo>
                  <a:lnTo>
                    <a:pt x="4061191" y="544532"/>
                  </a:lnTo>
                  <a:lnTo>
                    <a:pt x="4065430" y="544532"/>
                  </a:lnTo>
                  <a:lnTo>
                    <a:pt x="4065430" y="542571"/>
                  </a:lnTo>
                  <a:lnTo>
                    <a:pt x="4069669" y="542571"/>
                  </a:lnTo>
                  <a:lnTo>
                    <a:pt x="4069669" y="542571"/>
                  </a:lnTo>
                  <a:lnTo>
                    <a:pt x="4073909" y="542571"/>
                  </a:lnTo>
                  <a:lnTo>
                    <a:pt x="4073909" y="541096"/>
                  </a:lnTo>
                  <a:lnTo>
                    <a:pt x="4078148" y="541096"/>
                  </a:lnTo>
                  <a:lnTo>
                    <a:pt x="4078148" y="540112"/>
                  </a:lnTo>
                  <a:lnTo>
                    <a:pt x="4082387" y="540112"/>
                  </a:lnTo>
                  <a:lnTo>
                    <a:pt x="4082387" y="539128"/>
                  </a:lnTo>
                  <a:lnTo>
                    <a:pt x="4086626" y="539128"/>
                  </a:lnTo>
                  <a:lnTo>
                    <a:pt x="4086626" y="535683"/>
                  </a:lnTo>
                  <a:lnTo>
                    <a:pt x="4090866" y="535683"/>
                  </a:lnTo>
                  <a:lnTo>
                    <a:pt x="4090866" y="534204"/>
                  </a:lnTo>
                  <a:lnTo>
                    <a:pt x="4095105" y="534204"/>
                  </a:lnTo>
                  <a:lnTo>
                    <a:pt x="4095105" y="533217"/>
                  </a:lnTo>
                  <a:lnTo>
                    <a:pt x="4099344" y="533217"/>
                  </a:lnTo>
                  <a:lnTo>
                    <a:pt x="4099344" y="533217"/>
                  </a:lnTo>
                  <a:lnTo>
                    <a:pt x="4103583" y="533217"/>
                  </a:lnTo>
                  <a:lnTo>
                    <a:pt x="4103583" y="532228"/>
                  </a:lnTo>
                  <a:lnTo>
                    <a:pt x="4107823" y="532228"/>
                  </a:lnTo>
                  <a:lnTo>
                    <a:pt x="4107823" y="530745"/>
                  </a:lnTo>
                  <a:lnTo>
                    <a:pt x="4112062" y="530745"/>
                  </a:lnTo>
                  <a:lnTo>
                    <a:pt x="4112062" y="530251"/>
                  </a:lnTo>
                  <a:lnTo>
                    <a:pt x="4116301" y="530251"/>
                  </a:lnTo>
                  <a:lnTo>
                    <a:pt x="4116301" y="529756"/>
                  </a:lnTo>
                  <a:lnTo>
                    <a:pt x="4120540" y="529756"/>
                  </a:lnTo>
                  <a:lnTo>
                    <a:pt x="4120540" y="529261"/>
                  </a:lnTo>
                  <a:lnTo>
                    <a:pt x="4124780" y="529261"/>
                  </a:lnTo>
                  <a:lnTo>
                    <a:pt x="4124780" y="527279"/>
                  </a:lnTo>
                  <a:lnTo>
                    <a:pt x="4129019" y="527279"/>
                  </a:lnTo>
                  <a:lnTo>
                    <a:pt x="4129019" y="526782"/>
                  </a:lnTo>
                  <a:lnTo>
                    <a:pt x="4133258" y="526782"/>
                  </a:lnTo>
                  <a:lnTo>
                    <a:pt x="4133258" y="526782"/>
                  </a:lnTo>
                  <a:lnTo>
                    <a:pt x="4137497" y="526782"/>
                  </a:lnTo>
                  <a:lnTo>
                    <a:pt x="4137497" y="525790"/>
                  </a:lnTo>
                  <a:lnTo>
                    <a:pt x="4141737" y="525790"/>
                  </a:lnTo>
                  <a:lnTo>
                    <a:pt x="4141737" y="525294"/>
                  </a:lnTo>
                  <a:lnTo>
                    <a:pt x="4145976" y="525294"/>
                  </a:lnTo>
                  <a:lnTo>
                    <a:pt x="4145976" y="524797"/>
                  </a:lnTo>
                  <a:lnTo>
                    <a:pt x="4150215" y="524797"/>
                  </a:lnTo>
                  <a:lnTo>
                    <a:pt x="4150215" y="523803"/>
                  </a:lnTo>
                  <a:lnTo>
                    <a:pt x="4154454" y="523803"/>
                  </a:lnTo>
                  <a:lnTo>
                    <a:pt x="4154454" y="523803"/>
                  </a:lnTo>
                  <a:lnTo>
                    <a:pt x="4158693" y="523803"/>
                  </a:lnTo>
                  <a:lnTo>
                    <a:pt x="4158693" y="521312"/>
                  </a:lnTo>
                  <a:lnTo>
                    <a:pt x="4162933" y="521312"/>
                  </a:lnTo>
                  <a:lnTo>
                    <a:pt x="4162933" y="521312"/>
                  </a:lnTo>
                  <a:lnTo>
                    <a:pt x="4167172" y="521312"/>
                  </a:lnTo>
                  <a:lnTo>
                    <a:pt x="4167172" y="520316"/>
                  </a:lnTo>
                  <a:lnTo>
                    <a:pt x="4171411" y="520316"/>
                  </a:lnTo>
                  <a:lnTo>
                    <a:pt x="4171411" y="518322"/>
                  </a:lnTo>
                  <a:lnTo>
                    <a:pt x="4175650" y="518322"/>
                  </a:lnTo>
                  <a:lnTo>
                    <a:pt x="4175650" y="517823"/>
                  </a:lnTo>
                  <a:lnTo>
                    <a:pt x="4179890" y="517823"/>
                  </a:lnTo>
                  <a:lnTo>
                    <a:pt x="4179890" y="516325"/>
                  </a:lnTo>
                  <a:lnTo>
                    <a:pt x="4184129" y="516325"/>
                  </a:lnTo>
                  <a:lnTo>
                    <a:pt x="4184129" y="514826"/>
                  </a:lnTo>
                  <a:lnTo>
                    <a:pt x="4188368" y="514826"/>
                  </a:lnTo>
                  <a:lnTo>
                    <a:pt x="4188368" y="513825"/>
                  </a:lnTo>
                  <a:lnTo>
                    <a:pt x="4192607" y="513825"/>
                  </a:lnTo>
                  <a:lnTo>
                    <a:pt x="4192607" y="513323"/>
                  </a:lnTo>
                  <a:lnTo>
                    <a:pt x="4196847" y="513323"/>
                  </a:lnTo>
                  <a:lnTo>
                    <a:pt x="4196847" y="512822"/>
                  </a:lnTo>
                  <a:lnTo>
                    <a:pt x="4201086" y="512822"/>
                  </a:lnTo>
                  <a:lnTo>
                    <a:pt x="4201086" y="511317"/>
                  </a:lnTo>
                  <a:lnTo>
                    <a:pt x="4205325" y="511317"/>
                  </a:lnTo>
                  <a:lnTo>
                    <a:pt x="4205325" y="510314"/>
                  </a:lnTo>
                  <a:lnTo>
                    <a:pt x="4209564" y="510314"/>
                  </a:lnTo>
                  <a:lnTo>
                    <a:pt x="4209564" y="509309"/>
                  </a:lnTo>
                  <a:lnTo>
                    <a:pt x="4213804" y="509309"/>
                  </a:lnTo>
                  <a:lnTo>
                    <a:pt x="4213804" y="507299"/>
                  </a:lnTo>
                  <a:lnTo>
                    <a:pt x="4218043" y="507299"/>
                  </a:lnTo>
                  <a:lnTo>
                    <a:pt x="4218043" y="504279"/>
                  </a:lnTo>
                  <a:lnTo>
                    <a:pt x="4222282" y="504279"/>
                  </a:lnTo>
                  <a:lnTo>
                    <a:pt x="4222282" y="503776"/>
                  </a:lnTo>
                  <a:lnTo>
                    <a:pt x="4226521" y="503776"/>
                  </a:lnTo>
                  <a:lnTo>
                    <a:pt x="4226521" y="501257"/>
                  </a:lnTo>
                  <a:lnTo>
                    <a:pt x="4230761" y="501257"/>
                  </a:lnTo>
                  <a:lnTo>
                    <a:pt x="4230761" y="500753"/>
                  </a:lnTo>
                  <a:lnTo>
                    <a:pt x="4235000" y="500753"/>
                  </a:lnTo>
                  <a:lnTo>
                    <a:pt x="4235000" y="499744"/>
                  </a:lnTo>
                  <a:lnTo>
                    <a:pt x="4239239" y="499744"/>
                  </a:lnTo>
                  <a:lnTo>
                    <a:pt x="4239239" y="499239"/>
                  </a:lnTo>
                  <a:lnTo>
                    <a:pt x="4243478" y="499239"/>
                  </a:lnTo>
                  <a:lnTo>
                    <a:pt x="4243478" y="497217"/>
                  </a:lnTo>
                  <a:lnTo>
                    <a:pt x="4247718" y="497217"/>
                  </a:lnTo>
                  <a:lnTo>
                    <a:pt x="4247718" y="496711"/>
                  </a:lnTo>
                  <a:lnTo>
                    <a:pt x="4251957" y="496711"/>
                  </a:lnTo>
                  <a:lnTo>
                    <a:pt x="4251957" y="496205"/>
                  </a:lnTo>
                  <a:lnTo>
                    <a:pt x="4256196" y="496205"/>
                  </a:lnTo>
                  <a:lnTo>
                    <a:pt x="4256196" y="494686"/>
                  </a:lnTo>
                  <a:lnTo>
                    <a:pt x="4260435" y="494686"/>
                  </a:lnTo>
                  <a:lnTo>
                    <a:pt x="4260435" y="493673"/>
                  </a:lnTo>
                  <a:lnTo>
                    <a:pt x="4264674" y="493673"/>
                  </a:lnTo>
                  <a:lnTo>
                    <a:pt x="4264674" y="492152"/>
                  </a:lnTo>
                  <a:lnTo>
                    <a:pt x="4268914" y="492152"/>
                  </a:lnTo>
                  <a:lnTo>
                    <a:pt x="4268914" y="491138"/>
                  </a:lnTo>
                  <a:lnTo>
                    <a:pt x="4273153" y="491138"/>
                  </a:lnTo>
                  <a:lnTo>
                    <a:pt x="4273153" y="489616"/>
                  </a:lnTo>
                  <a:lnTo>
                    <a:pt x="4277392" y="489616"/>
                  </a:lnTo>
                  <a:lnTo>
                    <a:pt x="4277392" y="489616"/>
                  </a:lnTo>
                  <a:lnTo>
                    <a:pt x="4281631" y="489616"/>
                  </a:lnTo>
                  <a:lnTo>
                    <a:pt x="4281631" y="488599"/>
                  </a:lnTo>
                  <a:lnTo>
                    <a:pt x="4285871" y="488599"/>
                  </a:lnTo>
                  <a:lnTo>
                    <a:pt x="4285871" y="487073"/>
                  </a:lnTo>
                  <a:lnTo>
                    <a:pt x="4290110" y="487073"/>
                  </a:lnTo>
                  <a:lnTo>
                    <a:pt x="4290110" y="487073"/>
                  </a:lnTo>
                  <a:lnTo>
                    <a:pt x="4294349" y="487073"/>
                  </a:lnTo>
                  <a:lnTo>
                    <a:pt x="4294349" y="486563"/>
                  </a:lnTo>
                  <a:lnTo>
                    <a:pt x="4298588" y="486563"/>
                  </a:lnTo>
                  <a:lnTo>
                    <a:pt x="4298588" y="486563"/>
                  </a:lnTo>
                  <a:lnTo>
                    <a:pt x="4302828" y="486563"/>
                  </a:lnTo>
                  <a:lnTo>
                    <a:pt x="4302828" y="486053"/>
                  </a:lnTo>
                  <a:lnTo>
                    <a:pt x="4307067" y="486053"/>
                  </a:lnTo>
                  <a:lnTo>
                    <a:pt x="4307067" y="485542"/>
                  </a:lnTo>
                  <a:lnTo>
                    <a:pt x="4311306" y="485542"/>
                  </a:lnTo>
                  <a:lnTo>
                    <a:pt x="4311306" y="484518"/>
                  </a:lnTo>
                  <a:lnTo>
                    <a:pt x="4315545" y="484518"/>
                  </a:lnTo>
                  <a:lnTo>
                    <a:pt x="4315545" y="483494"/>
                  </a:lnTo>
                  <a:lnTo>
                    <a:pt x="4319785" y="483494"/>
                  </a:lnTo>
                  <a:lnTo>
                    <a:pt x="4319785" y="482469"/>
                  </a:lnTo>
                  <a:lnTo>
                    <a:pt x="4324024" y="482469"/>
                  </a:lnTo>
                  <a:lnTo>
                    <a:pt x="4324024" y="482469"/>
                  </a:lnTo>
                  <a:lnTo>
                    <a:pt x="4328263" y="482469"/>
                  </a:lnTo>
                  <a:lnTo>
                    <a:pt x="4328263" y="481957"/>
                  </a:lnTo>
                  <a:lnTo>
                    <a:pt x="4332502" y="481957"/>
                  </a:lnTo>
                  <a:lnTo>
                    <a:pt x="4332502" y="477854"/>
                  </a:lnTo>
                  <a:lnTo>
                    <a:pt x="4336742" y="477854"/>
                  </a:lnTo>
                  <a:lnTo>
                    <a:pt x="4336742" y="476825"/>
                  </a:lnTo>
                  <a:lnTo>
                    <a:pt x="4340981" y="476825"/>
                  </a:lnTo>
                  <a:lnTo>
                    <a:pt x="4340981" y="475796"/>
                  </a:lnTo>
                  <a:lnTo>
                    <a:pt x="4345220" y="475796"/>
                  </a:lnTo>
                  <a:lnTo>
                    <a:pt x="4345220" y="475282"/>
                  </a:lnTo>
                  <a:lnTo>
                    <a:pt x="4349459" y="475282"/>
                  </a:lnTo>
                  <a:lnTo>
                    <a:pt x="4349459" y="474253"/>
                  </a:lnTo>
                  <a:lnTo>
                    <a:pt x="4353698" y="474253"/>
                  </a:lnTo>
                  <a:lnTo>
                    <a:pt x="4353698" y="473223"/>
                  </a:lnTo>
                  <a:lnTo>
                    <a:pt x="4357938" y="473223"/>
                  </a:lnTo>
                  <a:lnTo>
                    <a:pt x="4357938" y="472194"/>
                  </a:lnTo>
                  <a:lnTo>
                    <a:pt x="4362177" y="472194"/>
                  </a:lnTo>
                  <a:lnTo>
                    <a:pt x="4362177" y="470647"/>
                  </a:lnTo>
                  <a:lnTo>
                    <a:pt x="4366416" y="470647"/>
                  </a:lnTo>
                  <a:lnTo>
                    <a:pt x="4366416" y="470131"/>
                  </a:lnTo>
                  <a:lnTo>
                    <a:pt x="4370655" y="470131"/>
                  </a:lnTo>
                  <a:lnTo>
                    <a:pt x="4370655" y="469098"/>
                  </a:lnTo>
                  <a:lnTo>
                    <a:pt x="4374895" y="469098"/>
                  </a:lnTo>
                  <a:lnTo>
                    <a:pt x="4374895" y="469098"/>
                  </a:lnTo>
                  <a:lnTo>
                    <a:pt x="4379134" y="469098"/>
                  </a:lnTo>
                  <a:lnTo>
                    <a:pt x="4379134" y="468580"/>
                  </a:lnTo>
                  <a:lnTo>
                    <a:pt x="4383373" y="468580"/>
                  </a:lnTo>
                  <a:lnTo>
                    <a:pt x="4383373" y="467545"/>
                  </a:lnTo>
                  <a:lnTo>
                    <a:pt x="4387612" y="467545"/>
                  </a:lnTo>
                  <a:lnTo>
                    <a:pt x="4387612" y="465992"/>
                  </a:lnTo>
                  <a:lnTo>
                    <a:pt x="4391852" y="465992"/>
                  </a:lnTo>
                  <a:lnTo>
                    <a:pt x="4391852" y="465474"/>
                  </a:lnTo>
                  <a:lnTo>
                    <a:pt x="4396091" y="465474"/>
                  </a:lnTo>
                  <a:lnTo>
                    <a:pt x="4396091" y="465474"/>
                  </a:lnTo>
                  <a:lnTo>
                    <a:pt x="4400330" y="465474"/>
                  </a:lnTo>
                  <a:lnTo>
                    <a:pt x="4400330" y="464955"/>
                  </a:lnTo>
                  <a:lnTo>
                    <a:pt x="4404569" y="464955"/>
                  </a:lnTo>
                  <a:lnTo>
                    <a:pt x="4404569" y="463397"/>
                  </a:lnTo>
                  <a:lnTo>
                    <a:pt x="4408809" y="463397"/>
                  </a:lnTo>
                  <a:lnTo>
                    <a:pt x="4408809" y="461838"/>
                  </a:lnTo>
                  <a:lnTo>
                    <a:pt x="4413048" y="461838"/>
                  </a:lnTo>
                  <a:lnTo>
                    <a:pt x="4413048" y="460798"/>
                  </a:lnTo>
                  <a:lnTo>
                    <a:pt x="4417287" y="460798"/>
                  </a:lnTo>
                  <a:lnTo>
                    <a:pt x="4417287" y="460798"/>
                  </a:lnTo>
                  <a:lnTo>
                    <a:pt x="4421526" y="460798"/>
                  </a:lnTo>
                  <a:lnTo>
                    <a:pt x="4421526" y="460277"/>
                  </a:lnTo>
                  <a:lnTo>
                    <a:pt x="4425766" y="460277"/>
                  </a:lnTo>
                  <a:lnTo>
                    <a:pt x="4425766" y="459755"/>
                  </a:lnTo>
                  <a:lnTo>
                    <a:pt x="4430005" y="459755"/>
                  </a:lnTo>
                  <a:lnTo>
                    <a:pt x="4430005" y="458711"/>
                  </a:lnTo>
                  <a:lnTo>
                    <a:pt x="4434244" y="458711"/>
                  </a:lnTo>
                  <a:lnTo>
                    <a:pt x="4434244" y="458189"/>
                  </a:lnTo>
                  <a:lnTo>
                    <a:pt x="4438483" y="458189"/>
                  </a:lnTo>
                  <a:lnTo>
                    <a:pt x="4438483" y="457667"/>
                  </a:lnTo>
                  <a:lnTo>
                    <a:pt x="4442723" y="457667"/>
                  </a:lnTo>
                  <a:lnTo>
                    <a:pt x="4442723" y="457667"/>
                  </a:lnTo>
                  <a:lnTo>
                    <a:pt x="4446962" y="457667"/>
                  </a:lnTo>
                  <a:lnTo>
                    <a:pt x="4446962" y="456621"/>
                  </a:lnTo>
                  <a:lnTo>
                    <a:pt x="4451201" y="456621"/>
                  </a:lnTo>
                  <a:lnTo>
                    <a:pt x="4451201" y="456621"/>
                  </a:lnTo>
                  <a:lnTo>
                    <a:pt x="4455440" y="456621"/>
                  </a:lnTo>
                  <a:lnTo>
                    <a:pt x="4455440" y="455046"/>
                  </a:lnTo>
                  <a:lnTo>
                    <a:pt x="4459679" y="455046"/>
                  </a:lnTo>
                  <a:lnTo>
                    <a:pt x="4459679" y="455046"/>
                  </a:lnTo>
                  <a:lnTo>
                    <a:pt x="4463919" y="455046"/>
                  </a:lnTo>
                  <a:lnTo>
                    <a:pt x="4463919" y="453995"/>
                  </a:lnTo>
                  <a:lnTo>
                    <a:pt x="4468158" y="453995"/>
                  </a:lnTo>
                  <a:lnTo>
                    <a:pt x="4468158" y="452943"/>
                  </a:lnTo>
                  <a:lnTo>
                    <a:pt x="4472397" y="452943"/>
                  </a:lnTo>
                  <a:lnTo>
                    <a:pt x="4472397" y="452417"/>
                  </a:lnTo>
                  <a:lnTo>
                    <a:pt x="4476636" y="452417"/>
                  </a:lnTo>
                  <a:lnTo>
                    <a:pt x="4476636" y="449784"/>
                  </a:lnTo>
                  <a:lnTo>
                    <a:pt x="4480876" y="449784"/>
                  </a:lnTo>
                  <a:lnTo>
                    <a:pt x="4480876" y="449784"/>
                  </a:lnTo>
                  <a:lnTo>
                    <a:pt x="4485115" y="449784"/>
                  </a:lnTo>
                  <a:lnTo>
                    <a:pt x="4485115" y="448728"/>
                  </a:lnTo>
                  <a:lnTo>
                    <a:pt x="4489354" y="448728"/>
                  </a:lnTo>
                  <a:lnTo>
                    <a:pt x="4489354" y="448201"/>
                  </a:lnTo>
                  <a:lnTo>
                    <a:pt x="4493593" y="448201"/>
                  </a:lnTo>
                  <a:lnTo>
                    <a:pt x="4493593" y="447672"/>
                  </a:lnTo>
                  <a:lnTo>
                    <a:pt x="4497833" y="447672"/>
                  </a:lnTo>
                  <a:lnTo>
                    <a:pt x="4497833" y="447672"/>
                  </a:lnTo>
                  <a:lnTo>
                    <a:pt x="4502072" y="447672"/>
                  </a:lnTo>
                  <a:lnTo>
                    <a:pt x="4502072" y="447143"/>
                  </a:lnTo>
                  <a:lnTo>
                    <a:pt x="4506311" y="447143"/>
                  </a:lnTo>
                  <a:lnTo>
                    <a:pt x="4506311" y="446084"/>
                  </a:lnTo>
                  <a:lnTo>
                    <a:pt x="4510550" y="446084"/>
                  </a:lnTo>
                  <a:lnTo>
                    <a:pt x="4510550" y="446084"/>
                  </a:lnTo>
                  <a:lnTo>
                    <a:pt x="4514790" y="446084"/>
                  </a:lnTo>
                  <a:lnTo>
                    <a:pt x="4514790" y="445553"/>
                  </a:lnTo>
                  <a:lnTo>
                    <a:pt x="4519029" y="445553"/>
                  </a:lnTo>
                  <a:lnTo>
                    <a:pt x="4519029" y="445022"/>
                  </a:lnTo>
                  <a:lnTo>
                    <a:pt x="4523268" y="445022"/>
                  </a:lnTo>
                  <a:lnTo>
                    <a:pt x="4523268" y="444491"/>
                  </a:lnTo>
                  <a:lnTo>
                    <a:pt x="4527507" y="444491"/>
                  </a:lnTo>
                  <a:lnTo>
                    <a:pt x="4527507" y="444491"/>
                  </a:lnTo>
                  <a:lnTo>
                    <a:pt x="4531747" y="444491"/>
                  </a:lnTo>
                  <a:lnTo>
                    <a:pt x="4531747" y="443428"/>
                  </a:lnTo>
                  <a:lnTo>
                    <a:pt x="4535986" y="443428"/>
                  </a:lnTo>
                  <a:lnTo>
                    <a:pt x="4535986" y="442364"/>
                  </a:lnTo>
                  <a:lnTo>
                    <a:pt x="4540225" y="442364"/>
                  </a:lnTo>
                  <a:lnTo>
                    <a:pt x="4540225" y="442364"/>
                  </a:lnTo>
                  <a:lnTo>
                    <a:pt x="4544464" y="442364"/>
                  </a:lnTo>
                  <a:lnTo>
                    <a:pt x="4544464" y="442364"/>
                  </a:lnTo>
                  <a:lnTo>
                    <a:pt x="4548704" y="442364"/>
                  </a:lnTo>
                  <a:lnTo>
                    <a:pt x="4548704" y="441296"/>
                  </a:lnTo>
                  <a:lnTo>
                    <a:pt x="4552943" y="441296"/>
                  </a:lnTo>
                  <a:lnTo>
                    <a:pt x="4552943" y="440228"/>
                  </a:lnTo>
                  <a:lnTo>
                    <a:pt x="4557182" y="440228"/>
                  </a:lnTo>
                  <a:lnTo>
                    <a:pt x="4557182" y="439693"/>
                  </a:lnTo>
                  <a:lnTo>
                    <a:pt x="4561421" y="439693"/>
                  </a:lnTo>
                  <a:lnTo>
                    <a:pt x="4561421" y="438088"/>
                  </a:lnTo>
                  <a:lnTo>
                    <a:pt x="4565660" y="438088"/>
                  </a:lnTo>
                  <a:lnTo>
                    <a:pt x="4565660" y="437017"/>
                  </a:lnTo>
                  <a:lnTo>
                    <a:pt x="4569900" y="437017"/>
                  </a:lnTo>
                  <a:lnTo>
                    <a:pt x="4569900" y="434874"/>
                  </a:lnTo>
                  <a:lnTo>
                    <a:pt x="4574139" y="434874"/>
                  </a:lnTo>
                  <a:lnTo>
                    <a:pt x="4574139" y="434874"/>
                  </a:lnTo>
                  <a:lnTo>
                    <a:pt x="4578378" y="434874"/>
                  </a:lnTo>
                  <a:lnTo>
                    <a:pt x="4578378" y="434337"/>
                  </a:lnTo>
                  <a:lnTo>
                    <a:pt x="4582617" y="434337"/>
                  </a:lnTo>
                  <a:lnTo>
                    <a:pt x="4582617" y="434337"/>
                  </a:lnTo>
                  <a:lnTo>
                    <a:pt x="4586857" y="434337"/>
                  </a:lnTo>
                  <a:lnTo>
                    <a:pt x="4586857" y="434337"/>
                  </a:lnTo>
                  <a:lnTo>
                    <a:pt x="4591096" y="434337"/>
                  </a:lnTo>
                  <a:lnTo>
                    <a:pt x="4591096" y="433262"/>
                  </a:lnTo>
                  <a:lnTo>
                    <a:pt x="4595335" y="433262"/>
                  </a:lnTo>
                  <a:lnTo>
                    <a:pt x="4595335" y="431648"/>
                  </a:lnTo>
                  <a:lnTo>
                    <a:pt x="4599574" y="431648"/>
                  </a:lnTo>
                  <a:lnTo>
                    <a:pt x="4599574" y="431110"/>
                  </a:lnTo>
                  <a:lnTo>
                    <a:pt x="4603814" y="431110"/>
                  </a:lnTo>
                  <a:lnTo>
                    <a:pt x="4603814" y="430571"/>
                  </a:lnTo>
                  <a:lnTo>
                    <a:pt x="4608053" y="430571"/>
                  </a:lnTo>
                  <a:lnTo>
                    <a:pt x="4608053" y="428955"/>
                  </a:lnTo>
                  <a:lnTo>
                    <a:pt x="4612292" y="428955"/>
                  </a:lnTo>
                  <a:lnTo>
                    <a:pt x="4612292" y="426798"/>
                  </a:lnTo>
                  <a:lnTo>
                    <a:pt x="4616531" y="426798"/>
                  </a:lnTo>
                  <a:lnTo>
                    <a:pt x="4616531" y="426259"/>
                  </a:lnTo>
                  <a:lnTo>
                    <a:pt x="4620771" y="426259"/>
                  </a:lnTo>
                  <a:lnTo>
                    <a:pt x="4620771" y="426259"/>
                  </a:lnTo>
                  <a:lnTo>
                    <a:pt x="4625010" y="426259"/>
                  </a:lnTo>
                  <a:lnTo>
                    <a:pt x="4625010" y="424636"/>
                  </a:lnTo>
                  <a:lnTo>
                    <a:pt x="4629249" y="424636"/>
                  </a:lnTo>
                  <a:lnTo>
                    <a:pt x="4629249" y="423013"/>
                  </a:lnTo>
                  <a:lnTo>
                    <a:pt x="4633488" y="423013"/>
                  </a:lnTo>
                  <a:lnTo>
                    <a:pt x="4633488" y="421384"/>
                  </a:lnTo>
                  <a:lnTo>
                    <a:pt x="4637728" y="421384"/>
                  </a:lnTo>
                  <a:lnTo>
                    <a:pt x="4637728" y="420841"/>
                  </a:lnTo>
                  <a:lnTo>
                    <a:pt x="4641967" y="420841"/>
                  </a:lnTo>
                  <a:lnTo>
                    <a:pt x="4641967" y="420297"/>
                  </a:lnTo>
                  <a:lnTo>
                    <a:pt x="4646206" y="420297"/>
                  </a:lnTo>
                  <a:lnTo>
                    <a:pt x="4646206" y="419210"/>
                  </a:lnTo>
                  <a:lnTo>
                    <a:pt x="4650445" y="419210"/>
                  </a:lnTo>
                  <a:lnTo>
                    <a:pt x="4650445" y="419210"/>
                  </a:lnTo>
                  <a:lnTo>
                    <a:pt x="4654684" y="419210"/>
                  </a:lnTo>
                  <a:lnTo>
                    <a:pt x="4654684" y="418665"/>
                  </a:lnTo>
                  <a:lnTo>
                    <a:pt x="4658924" y="418665"/>
                  </a:lnTo>
                  <a:lnTo>
                    <a:pt x="4658924" y="418665"/>
                  </a:lnTo>
                  <a:lnTo>
                    <a:pt x="4663163" y="418665"/>
                  </a:lnTo>
                  <a:lnTo>
                    <a:pt x="4663163" y="416485"/>
                  </a:lnTo>
                  <a:lnTo>
                    <a:pt x="4667402" y="416485"/>
                  </a:lnTo>
                  <a:lnTo>
                    <a:pt x="4667402" y="415395"/>
                  </a:lnTo>
                  <a:lnTo>
                    <a:pt x="4671641" y="415395"/>
                  </a:lnTo>
                  <a:lnTo>
                    <a:pt x="4671641" y="414849"/>
                  </a:lnTo>
                  <a:lnTo>
                    <a:pt x="4675881" y="414849"/>
                  </a:lnTo>
                  <a:lnTo>
                    <a:pt x="4675881" y="413756"/>
                  </a:lnTo>
                  <a:lnTo>
                    <a:pt x="4680120" y="413756"/>
                  </a:lnTo>
                  <a:lnTo>
                    <a:pt x="4680120" y="413210"/>
                  </a:lnTo>
                  <a:lnTo>
                    <a:pt x="4684359" y="413210"/>
                  </a:lnTo>
                  <a:lnTo>
                    <a:pt x="4684359" y="412662"/>
                  </a:lnTo>
                  <a:lnTo>
                    <a:pt x="4688598" y="412662"/>
                  </a:lnTo>
                  <a:lnTo>
                    <a:pt x="4688598" y="412662"/>
                  </a:lnTo>
                  <a:lnTo>
                    <a:pt x="4692838" y="412662"/>
                  </a:lnTo>
                  <a:lnTo>
                    <a:pt x="4692838" y="412114"/>
                  </a:lnTo>
                  <a:lnTo>
                    <a:pt x="4697077" y="412114"/>
                  </a:lnTo>
                  <a:lnTo>
                    <a:pt x="4697077" y="411566"/>
                  </a:lnTo>
                  <a:lnTo>
                    <a:pt x="4701316" y="411566"/>
                  </a:lnTo>
                  <a:lnTo>
                    <a:pt x="4701316" y="409371"/>
                  </a:lnTo>
                  <a:lnTo>
                    <a:pt x="4705555" y="409371"/>
                  </a:lnTo>
                  <a:lnTo>
                    <a:pt x="4705555" y="409371"/>
                  </a:lnTo>
                  <a:lnTo>
                    <a:pt x="4709795" y="409371"/>
                  </a:lnTo>
                  <a:lnTo>
                    <a:pt x="4709795" y="408272"/>
                  </a:lnTo>
                  <a:lnTo>
                    <a:pt x="4714034" y="408272"/>
                  </a:lnTo>
                  <a:lnTo>
                    <a:pt x="4714034" y="407723"/>
                  </a:lnTo>
                  <a:lnTo>
                    <a:pt x="4718273" y="407723"/>
                  </a:lnTo>
                  <a:lnTo>
                    <a:pt x="4718273" y="406073"/>
                  </a:lnTo>
                  <a:lnTo>
                    <a:pt x="4722512" y="406073"/>
                  </a:lnTo>
                  <a:lnTo>
                    <a:pt x="4722512" y="406073"/>
                  </a:lnTo>
                  <a:lnTo>
                    <a:pt x="4726752" y="406073"/>
                  </a:lnTo>
                  <a:lnTo>
                    <a:pt x="4726752" y="404971"/>
                  </a:lnTo>
                  <a:lnTo>
                    <a:pt x="4730991" y="404971"/>
                  </a:lnTo>
                  <a:lnTo>
                    <a:pt x="4730991" y="404420"/>
                  </a:lnTo>
                  <a:lnTo>
                    <a:pt x="4735230" y="404420"/>
                  </a:lnTo>
                  <a:lnTo>
                    <a:pt x="4735230" y="402766"/>
                  </a:lnTo>
                  <a:lnTo>
                    <a:pt x="4739469" y="402766"/>
                  </a:lnTo>
                  <a:lnTo>
                    <a:pt x="4739469" y="402214"/>
                  </a:lnTo>
                  <a:lnTo>
                    <a:pt x="4743709" y="402214"/>
                  </a:lnTo>
                  <a:lnTo>
                    <a:pt x="4743709" y="401663"/>
                  </a:lnTo>
                  <a:lnTo>
                    <a:pt x="4747948" y="401663"/>
                  </a:lnTo>
                  <a:lnTo>
                    <a:pt x="4747948" y="401110"/>
                  </a:lnTo>
                  <a:lnTo>
                    <a:pt x="4752187" y="401110"/>
                  </a:lnTo>
                  <a:lnTo>
                    <a:pt x="4752187" y="398897"/>
                  </a:lnTo>
                  <a:lnTo>
                    <a:pt x="4756426" y="398897"/>
                  </a:lnTo>
                  <a:lnTo>
                    <a:pt x="4756426" y="397789"/>
                  </a:lnTo>
                  <a:lnTo>
                    <a:pt x="4760665" y="397789"/>
                  </a:lnTo>
                  <a:lnTo>
                    <a:pt x="4760665" y="396680"/>
                  </a:lnTo>
                  <a:lnTo>
                    <a:pt x="4764905" y="396680"/>
                  </a:lnTo>
                  <a:lnTo>
                    <a:pt x="4764905" y="396126"/>
                  </a:lnTo>
                  <a:lnTo>
                    <a:pt x="4769144" y="396126"/>
                  </a:lnTo>
                  <a:lnTo>
                    <a:pt x="4769144" y="395571"/>
                  </a:lnTo>
                  <a:lnTo>
                    <a:pt x="4773383" y="395571"/>
                  </a:lnTo>
                  <a:lnTo>
                    <a:pt x="4773383" y="394460"/>
                  </a:lnTo>
                  <a:lnTo>
                    <a:pt x="4777622" y="394460"/>
                  </a:lnTo>
                  <a:lnTo>
                    <a:pt x="4777622" y="393348"/>
                  </a:lnTo>
                  <a:lnTo>
                    <a:pt x="4781862" y="393348"/>
                  </a:lnTo>
                  <a:lnTo>
                    <a:pt x="4781862" y="393348"/>
                  </a:lnTo>
                  <a:lnTo>
                    <a:pt x="4786101" y="393348"/>
                  </a:lnTo>
                  <a:lnTo>
                    <a:pt x="4786101" y="391674"/>
                  </a:lnTo>
                  <a:lnTo>
                    <a:pt x="4790340" y="391674"/>
                  </a:lnTo>
                  <a:lnTo>
                    <a:pt x="4790340" y="391116"/>
                  </a:lnTo>
                  <a:lnTo>
                    <a:pt x="4794579" y="391116"/>
                  </a:lnTo>
                  <a:lnTo>
                    <a:pt x="4794579" y="391116"/>
                  </a:lnTo>
                  <a:lnTo>
                    <a:pt x="4798819" y="391116"/>
                  </a:lnTo>
                  <a:lnTo>
                    <a:pt x="4798819" y="391116"/>
                  </a:lnTo>
                  <a:lnTo>
                    <a:pt x="4803058" y="391116"/>
                  </a:lnTo>
                  <a:lnTo>
                    <a:pt x="4803058" y="390557"/>
                  </a:lnTo>
                  <a:lnTo>
                    <a:pt x="4807297" y="390557"/>
                  </a:lnTo>
                  <a:lnTo>
                    <a:pt x="4807297" y="388876"/>
                  </a:lnTo>
                  <a:lnTo>
                    <a:pt x="4811536" y="388876"/>
                  </a:lnTo>
                  <a:lnTo>
                    <a:pt x="4811536" y="387754"/>
                  </a:lnTo>
                  <a:lnTo>
                    <a:pt x="4815776" y="387754"/>
                  </a:lnTo>
                  <a:lnTo>
                    <a:pt x="4815776" y="386069"/>
                  </a:lnTo>
                  <a:lnTo>
                    <a:pt x="4820015" y="386069"/>
                  </a:lnTo>
                  <a:lnTo>
                    <a:pt x="4820015" y="384946"/>
                  </a:lnTo>
                  <a:lnTo>
                    <a:pt x="4824254" y="384946"/>
                  </a:lnTo>
                  <a:lnTo>
                    <a:pt x="4824254" y="384383"/>
                  </a:lnTo>
                  <a:lnTo>
                    <a:pt x="4828493" y="384383"/>
                  </a:lnTo>
                  <a:lnTo>
                    <a:pt x="4828493" y="383821"/>
                  </a:lnTo>
                  <a:lnTo>
                    <a:pt x="4832733" y="383821"/>
                  </a:lnTo>
                  <a:lnTo>
                    <a:pt x="4832733" y="382695"/>
                  </a:lnTo>
                  <a:lnTo>
                    <a:pt x="4836972" y="382695"/>
                  </a:lnTo>
                  <a:lnTo>
                    <a:pt x="4836972" y="382133"/>
                  </a:lnTo>
                  <a:lnTo>
                    <a:pt x="4841211" y="382133"/>
                  </a:lnTo>
                  <a:lnTo>
                    <a:pt x="4841211" y="379879"/>
                  </a:lnTo>
                  <a:lnTo>
                    <a:pt x="4845450" y="379879"/>
                  </a:lnTo>
                  <a:lnTo>
                    <a:pt x="4845450" y="379316"/>
                  </a:lnTo>
                  <a:lnTo>
                    <a:pt x="4849690" y="379316"/>
                  </a:lnTo>
                  <a:lnTo>
                    <a:pt x="4849690" y="378189"/>
                  </a:lnTo>
                  <a:lnTo>
                    <a:pt x="4853929" y="378189"/>
                  </a:lnTo>
                  <a:lnTo>
                    <a:pt x="4853929" y="377060"/>
                  </a:lnTo>
                  <a:lnTo>
                    <a:pt x="4858168" y="377060"/>
                  </a:lnTo>
                  <a:lnTo>
                    <a:pt x="4858168" y="376496"/>
                  </a:lnTo>
                  <a:lnTo>
                    <a:pt x="4862407" y="376496"/>
                  </a:lnTo>
                  <a:lnTo>
                    <a:pt x="4862407" y="375931"/>
                  </a:lnTo>
                  <a:lnTo>
                    <a:pt x="4866646" y="375931"/>
                  </a:lnTo>
                  <a:lnTo>
                    <a:pt x="4866646" y="374236"/>
                  </a:lnTo>
                  <a:lnTo>
                    <a:pt x="4870886" y="374236"/>
                  </a:lnTo>
                  <a:lnTo>
                    <a:pt x="4870886" y="373670"/>
                  </a:lnTo>
                  <a:lnTo>
                    <a:pt x="4879364" y="373670"/>
                  </a:lnTo>
                  <a:lnTo>
                    <a:pt x="4879364" y="371970"/>
                  </a:lnTo>
                  <a:lnTo>
                    <a:pt x="4883603" y="371970"/>
                  </a:lnTo>
                  <a:lnTo>
                    <a:pt x="4883603" y="371403"/>
                  </a:lnTo>
                  <a:lnTo>
                    <a:pt x="4887843" y="371403"/>
                  </a:lnTo>
                  <a:lnTo>
                    <a:pt x="4887843" y="370268"/>
                  </a:lnTo>
                  <a:lnTo>
                    <a:pt x="4892082" y="370268"/>
                  </a:lnTo>
                  <a:lnTo>
                    <a:pt x="4892082" y="369700"/>
                  </a:lnTo>
                  <a:lnTo>
                    <a:pt x="4896321" y="369700"/>
                  </a:lnTo>
                  <a:lnTo>
                    <a:pt x="4896321" y="369700"/>
                  </a:lnTo>
                  <a:lnTo>
                    <a:pt x="4900560" y="369700"/>
                  </a:lnTo>
                  <a:lnTo>
                    <a:pt x="4900560" y="369700"/>
                  </a:lnTo>
                  <a:lnTo>
                    <a:pt x="4904800" y="369700"/>
                  </a:lnTo>
                  <a:lnTo>
                    <a:pt x="4904800" y="368562"/>
                  </a:lnTo>
                  <a:lnTo>
                    <a:pt x="4909039" y="368562"/>
                  </a:lnTo>
                  <a:lnTo>
                    <a:pt x="4909039" y="367993"/>
                  </a:lnTo>
                  <a:lnTo>
                    <a:pt x="4913278" y="367993"/>
                  </a:lnTo>
                  <a:lnTo>
                    <a:pt x="4913278" y="367993"/>
                  </a:lnTo>
                  <a:lnTo>
                    <a:pt x="4917517" y="367993"/>
                  </a:lnTo>
                  <a:lnTo>
                    <a:pt x="4917517" y="367423"/>
                  </a:lnTo>
                  <a:lnTo>
                    <a:pt x="4921757" y="367423"/>
                  </a:lnTo>
                  <a:lnTo>
                    <a:pt x="4921757" y="366282"/>
                  </a:lnTo>
                  <a:lnTo>
                    <a:pt x="4925996" y="366282"/>
                  </a:lnTo>
                  <a:lnTo>
                    <a:pt x="4925996" y="365140"/>
                  </a:lnTo>
                  <a:lnTo>
                    <a:pt x="4930235" y="365140"/>
                  </a:lnTo>
                  <a:lnTo>
                    <a:pt x="4930235" y="365140"/>
                  </a:lnTo>
                  <a:lnTo>
                    <a:pt x="4934474" y="365140"/>
                  </a:lnTo>
                  <a:lnTo>
                    <a:pt x="4934474" y="365140"/>
                  </a:lnTo>
                  <a:lnTo>
                    <a:pt x="4938714" y="365140"/>
                  </a:lnTo>
                  <a:lnTo>
                    <a:pt x="4938714" y="365140"/>
                  </a:lnTo>
                  <a:lnTo>
                    <a:pt x="4942953" y="365140"/>
                  </a:lnTo>
                  <a:lnTo>
                    <a:pt x="4942953" y="363997"/>
                  </a:lnTo>
                  <a:lnTo>
                    <a:pt x="4951431" y="363997"/>
                  </a:lnTo>
                  <a:lnTo>
                    <a:pt x="4951431" y="362282"/>
                  </a:lnTo>
                  <a:lnTo>
                    <a:pt x="4955671" y="362282"/>
                  </a:lnTo>
                  <a:lnTo>
                    <a:pt x="4955671" y="361710"/>
                  </a:lnTo>
                  <a:lnTo>
                    <a:pt x="4959910" y="361710"/>
                  </a:lnTo>
                  <a:lnTo>
                    <a:pt x="4959910" y="360564"/>
                  </a:lnTo>
                  <a:lnTo>
                    <a:pt x="4964149" y="360564"/>
                  </a:lnTo>
                  <a:lnTo>
                    <a:pt x="4964149" y="358844"/>
                  </a:lnTo>
                  <a:lnTo>
                    <a:pt x="4968388" y="358844"/>
                  </a:lnTo>
                  <a:lnTo>
                    <a:pt x="4968388" y="357697"/>
                  </a:lnTo>
                  <a:lnTo>
                    <a:pt x="4972627" y="357697"/>
                  </a:lnTo>
                  <a:lnTo>
                    <a:pt x="4972627" y="357124"/>
                  </a:lnTo>
                  <a:lnTo>
                    <a:pt x="4976867" y="357124"/>
                  </a:lnTo>
                  <a:lnTo>
                    <a:pt x="4976867" y="355976"/>
                  </a:lnTo>
                  <a:lnTo>
                    <a:pt x="4981106" y="355976"/>
                  </a:lnTo>
                  <a:lnTo>
                    <a:pt x="4981106" y="354828"/>
                  </a:lnTo>
                  <a:lnTo>
                    <a:pt x="4985345" y="354828"/>
                  </a:lnTo>
                  <a:lnTo>
                    <a:pt x="4985345" y="353105"/>
                  </a:lnTo>
                  <a:lnTo>
                    <a:pt x="4989584" y="353105"/>
                  </a:lnTo>
                  <a:lnTo>
                    <a:pt x="4989584" y="352530"/>
                  </a:lnTo>
                  <a:lnTo>
                    <a:pt x="4993824" y="352530"/>
                  </a:lnTo>
                  <a:lnTo>
                    <a:pt x="4993824" y="350230"/>
                  </a:lnTo>
                  <a:lnTo>
                    <a:pt x="4998063" y="350230"/>
                  </a:lnTo>
                  <a:lnTo>
                    <a:pt x="4998063" y="350230"/>
                  </a:lnTo>
                  <a:lnTo>
                    <a:pt x="5002302" y="350230"/>
                  </a:lnTo>
                  <a:lnTo>
                    <a:pt x="5002302" y="348504"/>
                  </a:lnTo>
                  <a:lnTo>
                    <a:pt x="5006541" y="348504"/>
                  </a:lnTo>
                  <a:lnTo>
                    <a:pt x="5006541" y="348504"/>
                  </a:lnTo>
                  <a:lnTo>
                    <a:pt x="5010781" y="348504"/>
                  </a:lnTo>
                  <a:lnTo>
                    <a:pt x="5010781" y="347928"/>
                  </a:lnTo>
                  <a:lnTo>
                    <a:pt x="5015020" y="347928"/>
                  </a:lnTo>
                  <a:lnTo>
                    <a:pt x="5015020" y="346201"/>
                  </a:lnTo>
                  <a:lnTo>
                    <a:pt x="5019259" y="346201"/>
                  </a:lnTo>
                  <a:lnTo>
                    <a:pt x="5019259" y="345048"/>
                  </a:lnTo>
                  <a:lnTo>
                    <a:pt x="5023498" y="345048"/>
                  </a:lnTo>
                  <a:lnTo>
                    <a:pt x="5023498" y="345048"/>
                  </a:lnTo>
                  <a:lnTo>
                    <a:pt x="5027738" y="345048"/>
                  </a:lnTo>
                  <a:lnTo>
                    <a:pt x="5027738" y="345048"/>
                  </a:lnTo>
                  <a:lnTo>
                    <a:pt x="5031977" y="345048"/>
                  </a:lnTo>
                  <a:lnTo>
                    <a:pt x="5031977" y="343893"/>
                  </a:lnTo>
                  <a:lnTo>
                    <a:pt x="5036216" y="343893"/>
                  </a:lnTo>
                  <a:lnTo>
                    <a:pt x="5036216" y="343893"/>
                  </a:lnTo>
                  <a:lnTo>
                    <a:pt x="5040455" y="343893"/>
                  </a:lnTo>
                  <a:lnTo>
                    <a:pt x="5040455" y="342737"/>
                  </a:lnTo>
                  <a:lnTo>
                    <a:pt x="5044695" y="342737"/>
                  </a:lnTo>
                  <a:lnTo>
                    <a:pt x="5044695" y="342159"/>
                  </a:lnTo>
                  <a:lnTo>
                    <a:pt x="5048934" y="342159"/>
                  </a:lnTo>
                  <a:lnTo>
                    <a:pt x="5048934" y="341579"/>
                  </a:lnTo>
                  <a:lnTo>
                    <a:pt x="5053173" y="341579"/>
                  </a:lnTo>
                  <a:lnTo>
                    <a:pt x="5053173" y="341000"/>
                  </a:lnTo>
                  <a:lnTo>
                    <a:pt x="5057412" y="341000"/>
                  </a:lnTo>
                  <a:lnTo>
                    <a:pt x="5057412" y="339840"/>
                  </a:lnTo>
                  <a:lnTo>
                    <a:pt x="5061651" y="339840"/>
                  </a:lnTo>
                  <a:lnTo>
                    <a:pt x="5061651" y="337520"/>
                  </a:lnTo>
                  <a:lnTo>
                    <a:pt x="5065891" y="337520"/>
                  </a:lnTo>
                  <a:lnTo>
                    <a:pt x="5065891" y="336939"/>
                  </a:lnTo>
                  <a:lnTo>
                    <a:pt x="5070130" y="336939"/>
                  </a:lnTo>
                  <a:lnTo>
                    <a:pt x="5070130" y="335196"/>
                  </a:lnTo>
                  <a:lnTo>
                    <a:pt x="5074369" y="335196"/>
                  </a:lnTo>
                  <a:lnTo>
                    <a:pt x="5074369" y="332869"/>
                  </a:lnTo>
                  <a:lnTo>
                    <a:pt x="5078608" y="332869"/>
                  </a:lnTo>
                  <a:lnTo>
                    <a:pt x="5078608" y="331704"/>
                  </a:lnTo>
                  <a:lnTo>
                    <a:pt x="5082848" y="331704"/>
                  </a:lnTo>
                  <a:lnTo>
                    <a:pt x="5082848" y="331121"/>
                  </a:lnTo>
                  <a:lnTo>
                    <a:pt x="5087087" y="331121"/>
                  </a:lnTo>
                  <a:lnTo>
                    <a:pt x="5087087" y="329374"/>
                  </a:lnTo>
                  <a:lnTo>
                    <a:pt x="5095565" y="329374"/>
                  </a:lnTo>
                  <a:lnTo>
                    <a:pt x="5095565" y="328791"/>
                  </a:lnTo>
                  <a:lnTo>
                    <a:pt x="5104044" y="328791"/>
                  </a:lnTo>
                  <a:lnTo>
                    <a:pt x="5104044" y="328208"/>
                  </a:lnTo>
                  <a:lnTo>
                    <a:pt x="5108283" y="328208"/>
                  </a:lnTo>
                  <a:lnTo>
                    <a:pt x="5108283" y="327041"/>
                  </a:lnTo>
                  <a:lnTo>
                    <a:pt x="5112522" y="327041"/>
                  </a:lnTo>
                  <a:lnTo>
                    <a:pt x="5112522" y="327041"/>
                  </a:lnTo>
                  <a:lnTo>
                    <a:pt x="5116762" y="327041"/>
                  </a:lnTo>
                  <a:lnTo>
                    <a:pt x="5116762" y="324703"/>
                  </a:lnTo>
                  <a:lnTo>
                    <a:pt x="5121001" y="324703"/>
                  </a:lnTo>
                  <a:lnTo>
                    <a:pt x="5121001" y="324703"/>
                  </a:lnTo>
                  <a:lnTo>
                    <a:pt x="5125240" y="324703"/>
                  </a:lnTo>
                  <a:lnTo>
                    <a:pt x="5125240" y="323533"/>
                  </a:lnTo>
                  <a:lnTo>
                    <a:pt x="5129479" y="323533"/>
                  </a:lnTo>
                  <a:lnTo>
                    <a:pt x="5129479" y="322948"/>
                  </a:lnTo>
                  <a:lnTo>
                    <a:pt x="5133719" y="322948"/>
                  </a:lnTo>
                  <a:lnTo>
                    <a:pt x="5133719" y="322362"/>
                  </a:lnTo>
                  <a:lnTo>
                    <a:pt x="5137958" y="322362"/>
                  </a:lnTo>
                  <a:lnTo>
                    <a:pt x="5137958" y="321189"/>
                  </a:lnTo>
                  <a:lnTo>
                    <a:pt x="5142197" y="321189"/>
                  </a:lnTo>
                  <a:lnTo>
                    <a:pt x="5142197" y="321189"/>
                  </a:lnTo>
                  <a:lnTo>
                    <a:pt x="5146436" y="321189"/>
                  </a:lnTo>
                  <a:lnTo>
                    <a:pt x="5146436" y="320602"/>
                  </a:lnTo>
                  <a:lnTo>
                    <a:pt x="5150676" y="320602"/>
                  </a:lnTo>
                  <a:lnTo>
                    <a:pt x="5150676" y="320014"/>
                  </a:lnTo>
                  <a:lnTo>
                    <a:pt x="5154915" y="320014"/>
                  </a:lnTo>
                  <a:lnTo>
                    <a:pt x="5154915" y="320014"/>
                  </a:lnTo>
                  <a:lnTo>
                    <a:pt x="5159154" y="320014"/>
                  </a:lnTo>
                  <a:lnTo>
                    <a:pt x="5159154" y="318836"/>
                  </a:lnTo>
                  <a:lnTo>
                    <a:pt x="5163393" y="318836"/>
                  </a:lnTo>
                  <a:lnTo>
                    <a:pt x="5163393" y="318247"/>
                  </a:lnTo>
                  <a:lnTo>
                    <a:pt x="5167632" y="318247"/>
                  </a:lnTo>
                  <a:lnTo>
                    <a:pt x="5167632" y="317067"/>
                  </a:lnTo>
                  <a:lnTo>
                    <a:pt x="5171872" y="317067"/>
                  </a:lnTo>
                  <a:lnTo>
                    <a:pt x="5171872" y="316476"/>
                  </a:lnTo>
                  <a:lnTo>
                    <a:pt x="5176111" y="316476"/>
                  </a:lnTo>
                  <a:lnTo>
                    <a:pt x="5176111" y="316476"/>
                  </a:lnTo>
                  <a:lnTo>
                    <a:pt x="5180350" y="316476"/>
                  </a:lnTo>
                  <a:lnTo>
                    <a:pt x="5180350" y="315885"/>
                  </a:lnTo>
                  <a:lnTo>
                    <a:pt x="5184589" y="315885"/>
                  </a:lnTo>
                  <a:lnTo>
                    <a:pt x="5184589" y="314702"/>
                  </a:lnTo>
                  <a:lnTo>
                    <a:pt x="5188829" y="314702"/>
                  </a:lnTo>
                  <a:lnTo>
                    <a:pt x="5188829" y="314702"/>
                  </a:lnTo>
                  <a:lnTo>
                    <a:pt x="5193068" y="314702"/>
                  </a:lnTo>
                  <a:lnTo>
                    <a:pt x="5193068" y="314702"/>
                  </a:lnTo>
                  <a:lnTo>
                    <a:pt x="5197307" y="314702"/>
                  </a:lnTo>
                  <a:lnTo>
                    <a:pt x="5197307" y="314702"/>
                  </a:lnTo>
                  <a:lnTo>
                    <a:pt x="5201546" y="314702"/>
                  </a:lnTo>
                  <a:lnTo>
                    <a:pt x="5201546" y="313513"/>
                  </a:lnTo>
                  <a:lnTo>
                    <a:pt x="5205786" y="313513"/>
                  </a:lnTo>
                  <a:lnTo>
                    <a:pt x="5205786" y="313513"/>
                  </a:lnTo>
                  <a:lnTo>
                    <a:pt x="5210025" y="313513"/>
                  </a:lnTo>
                  <a:lnTo>
                    <a:pt x="5210025" y="313513"/>
                  </a:lnTo>
                  <a:lnTo>
                    <a:pt x="5214264" y="313513"/>
                  </a:lnTo>
                  <a:lnTo>
                    <a:pt x="5214264" y="313513"/>
                  </a:lnTo>
                  <a:lnTo>
                    <a:pt x="5218503" y="313513"/>
                  </a:lnTo>
                  <a:lnTo>
                    <a:pt x="5218503" y="311727"/>
                  </a:lnTo>
                  <a:lnTo>
                    <a:pt x="5222743" y="311727"/>
                  </a:lnTo>
                  <a:lnTo>
                    <a:pt x="5222743" y="311131"/>
                  </a:lnTo>
                  <a:lnTo>
                    <a:pt x="5226982" y="311131"/>
                  </a:lnTo>
                  <a:lnTo>
                    <a:pt x="5226982" y="311131"/>
                  </a:lnTo>
                  <a:lnTo>
                    <a:pt x="5231221" y="311131"/>
                  </a:lnTo>
                  <a:lnTo>
                    <a:pt x="5231221" y="311131"/>
                  </a:lnTo>
                  <a:lnTo>
                    <a:pt x="5235460" y="311131"/>
                  </a:lnTo>
                  <a:lnTo>
                    <a:pt x="5235460" y="310533"/>
                  </a:lnTo>
                  <a:lnTo>
                    <a:pt x="5239700" y="310533"/>
                  </a:lnTo>
                  <a:lnTo>
                    <a:pt x="5239700" y="309335"/>
                  </a:lnTo>
                  <a:lnTo>
                    <a:pt x="5243939" y="309335"/>
                  </a:lnTo>
                  <a:lnTo>
                    <a:pt x="5243939" y="308136"/>
                  </a:lnTo>
                  <a:lnTo>
                    <a:pt x="5248178" y="308136"/>
                  </a:lnTo>
                  <a:lnTo>
                    <a:pt x="5248178" y="308136"/>
                  </a:lnTo>
                  <a:lnTo>
                    <a:pt x="5252417" y="308136"/>
                  </a:lnTo>
                  <a:lnTo>
                    <a:pt x="5252417" y="306935"/>
                  </a:lnTo>
                  <a:lnTo>
                    <a:pt x="5256657" y="306935"/>
                  </a:lnTo>
                  <a:lnTo>
                    <a:pt x="5256657" y="306333"/>
                  </a:lnTo>
                  <a:lnTo>
                    <a:pt x="5260896" y="306333"/>
                  </a:lnTo>
                  <a:lnTo>
                    <a:pt x="5260896" y="306333"/>
                  </a:lnTo>
                  <a:lnTo>
                    <a:pt x="5265135" y="306333"/>
                  </a:lnTo>
                  <a:lnTo>
                    <a:pt x="5265135" y="305730"/>
                  </a:lnTo>
                  <a:lnTo>
                    <a:pt x="5269374" y="305730"/>
                  </a:lnTo>
                  <a:lnTo>
                    <a:pt x="5269374" y="304523"/>
                  </a:lnTo>
                  <a:lnTo>
                    <a:pt x="5273613" y="304523"/>
                  </a:lnTo>
                  <a:lnTo>
                    <a:pt x="5273613" y="304523"/>
                  </a:lnTo>
                  <a:lnTo>
                    <a:pt x="5277853" y="304523"/>
                  </a:lnTo>
                  <a:lnTo>
                    <a:pt x="5277853" y="303919"/>
                  </a:lnTo>
                  <a:lnTo>
                    <a:pt x="5282092" y="303919"/>
                  </a:lnTo>
                  <a:lnTo>
                    <a:pt x="5282092" y="303919"/>
                  </a:lnTo>
                  <a:lnTo>
                    <a:pt x="5286331" y="303919"/>
                  </a:lnTo>
                  <a:lnTo>
                    <a:pt x="5286331" y="303314"/>
                  </a:lnTo>
                  <a:lnTo>
                    <a:pt x="5290570" y="303314"/>
                  </a:lnTo>
                  <a:lnTo>
                    <a:pt x="5290570" y="302709"/>
                  </a:lnTo>
                  <a:lnTo>
                    <a:pt x="5294810" y="302709"/>
                  </a:lnTo>
                  <a:lnTo>
                    <a:pt x="5294810" y="301498"/>
                  </a:lnTo>
                  <a:lnTo>
                    <a:pt x="5303288" y="301498"/>
                  </a:lnTo>
                  <a:lnTo>
                    <a:pt x="5303288" y="301498"/>
                  </a:lnTo>
                  <a:lnTo>
                    <a:pt x="5307527" y="301498"/>
                  </a:lnTo>
                  <a:lnTo>
                    <a:pt x="5307527" y="300891"/>
                  </a:lnTo>
                  <a:lnTo>
                    <a:pt x="5311767" y="300891"/>
                  </a:lnTo>
                  <a:lnTo>
                    <a:pt x="5311767" y="300891"/>
                  </a:lnTo>
                  <a:lnTo>
                    <a:pt x="5316006" y="300891"/>
                  </a:lnTo>
                  <a:lnTo>
                    <a:pt x="5316006" y="299676"/>
                  </a:lnTo>
                  <a:lnTo>
                    <a:pt x="5320245" y="299676"/>
                  </a:lnTo>
                  <a:lnTo>
                    <a:pt x="5320245" y="299068"/>
                  </a:lnTo>
                  <a:lnTo>
                    <a:pt x="5324484" y="299068"/>
                  </a:lnTo>
                  <a:lnTo>
                    <a:pt x="5324484" y="299068"/>
                  </a:lnTo>
                  <a:lnTo>
                    <a:pt x="5328724" y="299068"/>
                  </a:lnTo>
                  <a:lnTo>
                    <a:pt x="5328724" y="299068"/>
                  </a:lnTo>
                  <a:lnTo>
                    <a:pt x="5332963" y="299068"/>
                  </a:lnTo>
                  <a:lnTo>
                    <a:pt x="5332963" y="298460"/>
                  </a:lnTo>
                  <a:lnTo>
                    <a:pt x="5337202" y="298460"/>
                  </a:lnTo>
                  <a:lnTo>
                    <a:pt x="5337202" y="297850"/>
                  </a:lnTo>
                  <a:lnTo>
                    <a:pt x="5341441" y="297850"/>
                  </a:lnTo>
                  <a:lnTo>
                    <a:pt x="5341441" y="297850"/>
                  </a:lnTo>
                  <a:lnTo>
                    <a:pt x="5345681" y="297850"/>
                  </a:lnTo>
                  <a:lnTo>
                    <a:pt x="5345681" y="297239"/>
                  </a:lnTo>
                  <a:lnTo>
                    <a:pt x="5349920" y="297239"/>
                  </a:lnTo>
                  <a:lnTo>
                    <a:pt x="5349920" y="297239"/>
                  </a:lnTo>
                  <a:lnTo>
                    <a:pt x="5354159" y="297239"/>
                  </a:lnTo>
                  <a:lnTo>
                    <a:pt x="5354159" y="296628"/>
                  </a:lnTo>
                  <a:lnTo>
                    <a:pt x="5358398" y="296628"/>
                  </a:lnTo>
                  <a:lnTo>
                    <a:pt x="5358398" y="296016"/>
                  </a:lnTo>
                  <a:lnTo>
                    <a:pt x="5362637" y="296016"/>
                  </a:lnTo>
                  <a:lnTo>
                    <a:pt x="5362637" y="295404"/>
                  </a:lnTo>
                  <a:lnTo>
                    <a:pt x="5366877" y="295404"/>
                  </a:lnTo>
                  <a:lnTo>
                    <a:pt x="5366877" y="295404"/>
                  </a:lnTo>
                  <a:lnTo>
                    <a:pt x="5371116" y="295404"/>
                  </a:lnTo>
                  <a:lnTo>
                    <a:pt x="5371116" y="294178"/>
                  </a:lnTo>
                  <a:lnTo>
                    <a:pt x="5375355" y="294178"/>
                  </a:lnTo>
                  <a:lnTo>
                    <a:pt x="5375355" y="292950"/>
                  </a:lnTo>
                  <a:lnTo>
                    <a:pt x="5379594" y="292950"/>
                  </a:lnTo>
                  <a:lnTo>
                    <a:pt x="5379594" y="291721"/>
                  </a:lnTo>
                  <a:lnTo>
                    <a:pt x="5383834" y="291721"/>
                  </a:lnTo>
                  <a:lnTo>
                    <a:pt x="5383834" y="291106"/>
                  </a:lnTo>
                  <a:lnTo>
                    <a:pt x="5388073" y="291106"/>
                  </a:lnTo>
                  <a:lnTo>
                    <a:pt x="5388073" y="289876"/>
                  </a:lnTo>
                  <a:lnTo>
                    <a:pt x="5392312" y="289876"/>
                  </a:lnTo>
                  <a:lnTo>
                    <a:pt x="5392312" y="289261"/>
                  </a:lnTo>
                  <a:lnTo>
                    <a:pt x="5396551" y="289261"/>
                  </a:lnTo>
                  <a:lnTo>
                    <a:pt x="5396551" y="288645"/>
                  </a:lnTo>
                  <a:lnTo>
                    <a:pt x="5400791" y="288645"/>
                  </a:lnTo>
                  <a:lnTo>
                    <a:pt x="5400791" y="288645"/>
                  </a:lnTo>
                  <a:lnTo>
                    <a:pt x="5405030" y="288645"/>
                  </a:lnTo>
                  <a:lnTo>
                    <a:pt x="5405030" y="288028"/>
                  </a:lnTo>
                  <a:lnTo>
                    <a:pt x="5409269" y="288028"/>
                  </a:lnTo>
                  <a:lnTo>
                    <a:pt x="5409269" y="286795"/>
                  </a:lnTo>
                  <a:lnTo>
                    <a:pt x="5413508" y="286795"/>
                  </a:lnTo>
                  <a:lnTo>
                    <a:pt x="5413508" y="285561"/>
                  </a:lnTo>
                  <a:lnTo>
                    <a:pt x="5417748" y="285561"/>
                  </a:lnTo>
                  <a:lnTo>
                    <a:pt x="5417748" y="284326"/>
                  </a:lnTo>
                  <a:lnTo>
                    <a:pt x="5421987" y="284326"/>
                  </a:lnTo>
                  <a:lnTo>
                    <a:pt x="5421987" y="283092"/>
                  </a:lnTo>
                  <a:lnTo>
                    <a:pt x="5426226" y="283092"/>
                  </a:lnTo>
                  <a:lnTo>
                    <a:pt x="5426226" y="282474"/>
                  </a:lnTo>
                  <a:lnTo>
                    <a:pt x="5430465" y="282474"/>
                  </a:lnTo>
                  <a:lnTo>
                    <a:pt x="5430465" y="281237"/>
                  </a:lnTo>
                  <a:lnTo>
                    <a:pt x="5434705" y="281237"/>
                  </a:lnTo>
                  <a:lnTo>
                    <a:pt x="5434705" y="279999"/>
                  </a:lnTo>
                  <a:lnTo>
                    <a:pt x="5438944" y="279999"/>
                  </a:lnTo>
                  <a:lnTo>
                    <a:pt x="5438944" y="279378"/>
                  </a:lnTo>
                  <a:lnTo>
                    <a:pt x="5443183" y="279378"/>
                  </a:lnTo>
                  <a:lnTo>
                    <a:pt x="5443183" y="278758"/>
                  </a:lnTo>
                  <a:lnTo>
                    <a:pt x="5447422" y="278758"/>
                  </a:lnTo>
                  <a:lnTo>
                    <a:pt x="5447422" y="278138"/>
                  </a:lnTo>
                  <a:lnTo>
                    <a:pt x="5451662" y="278138"/>
                  </a:lnTo>
                  <a:lnTo>
                    <a:pt x="5451662" y="278138"/>
                  </a:lnTo>
                  <a:lnTo>
                    <a:pt x="5455901" y="278138"/>
                  </a:lnTo>
                  <a:lnTo>
                    <a:pt x="5455901" y="277517"/>
                  </a:lnTo>
                  <a:lnTo>
                    <a:pt x="5460140" y="277517"/>
                  </a:lnTo>
                  <a:lnTo>
                    <a:pt x="5460140" y="277517"/>
                  </a:lnTo>
                  <a:lnTo>
                    <a:pt x="5464379" y="277517"/>
                  </a:lnTo>
                  <a:lnTo>
                    <a:pt x="5464379" y="276895"/>
                  </a:lnTo>
                  <a:lnTo>
                    <a:pt x="5468618" y="276895"/>
                  </a:lnTo>
                  <a:lnTo>
                    <a:pt x="5468618" y="275026"/>
                  </a:lnTo>
                  <a:lnTo>
                    <a:pt x="5472858" y="275026"/>
                  </a:lnTo>
                  <a:lnTo>
                    <a:pt x="5472858" y="275026"/>
                  </a:lnTo>
                  <a:lnTo>
                    <a:pt x="5477097" y="275026"/>
                  </a:lnTo>
                  <a:lnTo>
                    <a:pt x="5477097" y="273779"/>
                  </a:lnTo>
                  <a:lnTo>
                    <a:pt x="5481336" y="273779"/>
                  </a:lnTo>
                  <a:lnTo>
                    <a:pt x="5481336" y="273779"/>
                  </a:lnTo>
                  <a:lnTo>
                    <a:pt x="5485575" y="273779"/>
                  </a:lnTo>
                  <a:lnTo>
                    <a:pt x="5485575" y="273155"/>
                  </a:lnTo>
                  <a:lnTo>
                    <a:pt x="5489815" y="273155"/>
                  </a:lnTo>
                  <a:lnTo>
                    <a:pt x="5489815" y="270659"/>
                  </a:lnTo>
                  <a:lnTo>
                    <a:pt x="5494054" y="270659"/>
                  </a:lnTo>
                  <a:lnTo>
                    <a:pt x="5494054" y="270033"/>
                  </a:lnTo>
                  <a:lnTo>
                    <a:pt x="5498293" y="270033"/>
                  </a:lnTo>
                  <a:lnTo>
                    <a:pt x="5498293" y="268782"/>
                  </a:lnTo>
                  <a:lnTo>
                    <a:pt x="5502532" y="268782"/>
                  </a:lnTo>
                  <a:lnTo>
                    <a:pt x="5502532" y="268156"/>
                  </a:lnTo>
                  <a:lnTo>
                    <a:pt x="5506772" y="268156"/>
                  </a:lnTo>
                  <a:lnTo>
                    <a:pt x="5506772" y="267529"/>
                  </a:lnTo>
                  <a:lnTo>
                    <a:pt x="5515250" y="267529"/>
                  </a:lnTo>
                  <a:lnTo>
                    <a:pt x="5515250" y="266901"/>
                  </a:lnTo>
                  <a:lnTo>
                    <a:pt x="5519489" y="266901"/>
                  </a:lnTo>
                  <a:lnTo>
                    <a:pt x="5519489" y="266901"/>
                  </a:lnTo>
                  <a:lnTo>
                    <a:pt x="5523729" y="266901"/>
                  </a:lnTo>
                  <a:lnTo>
                    <a:pt x="5523729" y="266273"/>
                  </a:lnTo>
                  <a:lnTo>
                    <a:pt x="5527968" y="266273"/>
                  </a:lnTo>
                  <a:lnTo>
                    <a:pt x="5527968" y="266273"/>
                  </a:lnTo>
                  <a:lnTo>
                    <a:pt x="5532207" y="266273"/>
                  </a:lnTo>
                  <a:lnTo>
                    <a:pt x="5532207" y="265645"/>
                  </a:lnTo>
                  <a:lnTo>
                    <a:pt x="5536446" y="265645"/>
                  </a:lnTo>
                  <a:lnTo>
                    <a:pt x="5536446" y="265016"/>
                  </a:lnTo>
                  <a:lnTo>
                    <a:pt x="5540686" y="265016"/>
                  </a:lnTo>
                  <a:lnTo>
                    <a:pt x="5540686" y="264387"/>
                  </a:lnTo>
                  <a:lnTo>
                    <a:pt x="5544925" y="264387"/>
                  </a:lnTo>
                  <a:lnTo>
                    <a:pt x="5544925" y="262498"/>
                  </a:lnTo>
                  <a:lnTo>
                    <a:pt x="5549164" y="262498"/>
                  </a:lnTo>
                  <a:lnTo>
                    <a:pt x="5549164" y="261239"/>
                  </a:lnTo>
                  <a:lnTo>
                    <a:pt x="5553403" y="261239"/>
                  </a:lnTo>
                  <a:lnTo>
                    <a:pt x="5553403" y="261239"/>
                  </a:lnTo>
                  <a:lnTo>
                    <a:pt x="5557643" y="261239"/>
                  </a:lnTo>
                  <a:lnTo>
                    <a:pt x="5557643" y="261239"/>
                  </a:lnTo>
                  <a:lnTo>
                    <a:pt x="5561882" y="261239"/>
                  </a:lnTo>
                  <a:lnTo>
                    <a:pt x="5561882" y="261239"/>
                  </a:lnTo>
                  <a:lnTo>
                    <a:pt x="5566121" y="261239"/>
                  </a:lnTo>
                  <a:lnTo>
                    <a:pt x="5566121" y="260607"/>
                  </a:lnTo>
                  <a:lnTo>
                    <a:pt x="5570360" y="260607"/>
                  </a:lnTo>
                  <a:lnTo>
                    <a:pt x="5570360" y="259344"/>
                  </a:lnTo>
                  <a:lnTo>
                    <a:pt x="5574599" y="259344"/>
                  </a:lnTo>
                  <a:lnTo>
                    <a:pt x="5574599" y="259344"/>
                  </a:lnTo>
                  <a:lnTo>
                    <a:pt x="5578839" y="259344"/>
                  </a:lnTo>
                  <a:lnTo>
                    <a:pt x="5578839" y="258080"/>
                  </a:lnTo>
                  <a:lnTo>
                    <a:pt x="5583078" y="258080"/>
                  </a:lnTo>
                  <a:lnTo>
                    <a:pt x="5583078" y="257447"/>
                  </a:lnTo>
                  <a:lnTo>
                    <a:pt x="5587317" y="257447"/>
                  </a:lnTo>
                  <a:lnTo>
                    <a:pt x="5587317" y="255546"/>
                  </a:lnTo>
                  <a:lnTo>
                    <a:pt x="5591556" y="255546"/>
                  </a:lnTo>
                  <a:lnTo>
                    <a:pt x="5591556" y="255546"/>
                  </a:lnTo>
                  <a:lnTo>
                    <a:pt x="5595796" y="255546"/>
                  </a:lnTo>
                  <a:lnTo>
                    <a:pt x="5595796" y="254911"/>
                  </a:lnTo>
                  <a:lnTo>
                    <a:pt x="5600035" y="254911"/>
                  </a:lnTo>
                  <a:lnTo>
                    <a:pt x="5600035" y="254276"/>
                  </a:lnTo>
                  <a:lnTo>
                    <a:pt x="5604274" y="254276"/>
                  </a:lnTo>
                  <a:lnTo>
                    <a:pt x="5604274" y="253640"/>
                  </a:lnTo>
                  <a:lnTo>
                    <a:pt x="5608513" y="253640"/>
                  </a:lnTo>
                  <a:lnTo>
                    <a:pt x="5608513" y="253640"/>
                  </a:lnTo>
                  <a:lnTo>
                    <a:pt x="5612753" y="253640"/>
                  </a:lnTo>
                  <a:lnTo>
                    <a:pt x="5612753" y="253003"/>
                  </a:lnTo>
                  <a:lnTo>
                    <a:pt x="5616992" y="253003"/>
                  </a:lnTo>
                  <a:lnTo>
                    <a:pt x="5616992" y="253003"/>
                  </a:lnTo>
                  <a:lnTo>
                    <a:pt x="5621231" y="253003"/>
                  </a:lnTo>
                  <a:lnTo>
                    <a:pt x="5621231" y="252365"/>
                  </a:lnTo>
                  <a:lnTo>
                    <a:pt x="5625470" y="252365"/>
                  </a:lnTo>
                  <a:lnTo>
                    <a:pt x="5625470" y="252365"/>
                  </a:lnTo>
                  <a:lnTo>
                    <a:pt x="5629710" y="252365"/>
                  </a:lnTo>
                  <a:lnTo>
                    <a:pt x="5629710" y="251727"/>
                  </a:lnTo>
                  <a:lnTo>
                    <a:pt x="5638188" y="251727"/>
                  </a:lnTo>
                  <a:lnTo>
                    <a:pt x="5638188" y="251087"/>
                  </a:lnTo>
                  <a:lnTo>
                    <a:pt x="5642427" y="251087"/>
                  </a:lnTo>
                  <a:lnTo>
                    <a:pt x="5642427" y="250447"/>
                  </a:lnTo>
                  <a:lnTo>
                    <a:pt x="5646667" y="250447"/>
                  </a:lnTo>
                  <a:lnTo>
                    <a:pt x="5646667" y="249807"/>
                  </a:lnTo>
                  <a:lnTo>
                    <a:pt x="5650906" y="249807"/>
                  </a:lnTo>
                  <a:lnTo>
                    <a:pt x="5650906" y="249807"/>
                  </a:lnTo>
                  <a:lnTo>
                    <a:pt x="5655145" y="249807"/>
                  </a:lnTo>
                  <a:lnTo>
                    <a:pt x="5655145" y="249807"/>
                  </a:lnTo>
                  <a:lnTo>
                    <a:pt x="5659384" y="249807"/>
                  </a:lnTo>
                  <a:lnTo>
                    <a:pt x="5659384" y="249807"/>
                  </a:lnTo>
                  <a:lnTo>
                    <a:pt x="5663624" y="249807"/>
                  </a:lnTo>
                  <a:lnTo>
                    <a:pt x="5663624" y="249807"/>
                  </a:lnTo>
                  <a:lnTo>
                    <a:pt x="5667863" y="249807"/>
                  </a:lnTo>
                  <a:lnTo>
                    <a:pt x="5667863" y="249163"/>
                  </a:lnTo>
                  <a:lnTo>
                    <a:pt x="5672102" y="249163"/>
                  </a:lnTo>
                  <a:lnTo>
                    <a:pt x="5672102" y="249163"/>
                  </a:lnTo>
                  <a:lnTo>
                    <a:pt x="5676341" y="249163"/>
                  </a:lnTo>
                  <a:lnTo>
                    <a:pt x="5676341" y="247225"/>
                  </a:lnTo>
                  <a:lnTo>
                    <a:pt x="5680580" y="247225"/>
                  </a:lnTo>
                  <a:lnTo>
                    <a:pt x="5680580" y="245932"/>
                  </a:lnTo>
                  <a:lnTo>
                    <a:pt x="5684820" y="245932"/>
                  </a:lnTo>
                  <a:lnTo>
                    <a:pt x="5684820" y="243992"/>
                  </a:lnTo>
                  <a:lnTo>
                    <a:pt x="5689059" y="243992"/>
                  </a:lnTo>
                  <a:lnTo>
                    <a:pt x="5689059" y="243992"/>
                  </a:lnTo>
                  <a:lnTo>
                    <a:pt x="5693298" y="243992"/>
                  </a:lnTo>
                  <a:lnTo>
                    <a:pt x="5693298" y="243992"/>
                  </a:lnTo>
                  <a:lnTo>
                    <a:pt x="5697537" y="243992"/>
                  </a:lnTo>
                  <a:lnTo>
                    <a:pt x="5697537" y="242695"/>
                  </a:lnTo>
                  <a:lnTo>
                    <a:pt x="5701777" y="242695"/>
                  </a:lnTo>
                  <a:lnTo>
                    <a:pt x="5701777" y="242695"/>
                  </a:lnTo>
                  <a:lnTo>
                    <a:pt x="5706016" y="242695"/>
                  </a:lnTo>
                  <a:lnTo>
                    <a:pt x="5706016" y="242045"/>
                  </a:lnTo>
                  <a:lnTo>
                    <a:pt x="5710255" y="242045"/>
                  </a:lnTo>
                  <a:lnTo>
                    <a:pt x="5710255" y="242045"/>
                  </a:lnTo>
                  <a:lnTo>
                    <a:pt x="5714494" y="242045"/>
                  </a:lnTo>
                  <a:lnTo>
                    <a:pt x="5714494" y="242045"/>
                  </a:lnTo>
                  <a:lnTo>
                    <a:pt x="5718734" y="242045"/>
                  </a:lnTo>
                  <a:lnTo>
                    <a:pt x="5718734" y="241392"/>
                  </a:lnTo>
                  <a:lnTo>
                    <a:pt x="5722973" y="241392"/>
                  </a:lnTo>
                  <a:lnTo>
                    <a:pt x="5722973" y="241392"/>
                  </a:lnTo>
                  <a:lnTo>
                    <a:pt x="5727212" y="241392"/>
                  </a:lnTo>
                  <a:lnTo>
                    <a:pt x="5727212" y="240739"/>
                  </a:lnTo>
                  <a:lnTo>
                    <a:pt x="5731451" y="240739"/>
                  </a:lnTo>
                  <a:lnTo>
                    <a:pt x="5731451" y="240739"/>
                  </a:lnTo>
                  <a:lnTo>
                    <a:pt x="5735691" y="240739"/>
                  </a:lnTo>
                  <a:lnTo>
                    <a:pt x="5735691" y="240085"/>
                  </a:lnTo>
                  <a:lnTo>
                    <a:pt x="5739930" y="240085"/>
                  </a:lnTo>
                  <a:lnTo>
                    <a:pt x="5739930" y="239430"/>
                  </a:lnTo>
                  <a:lnTo>
                    <a:pt x="5744169" y="239430"/>
                  </a:lnTo>
                  <a:lnTo>
                    <a:pt x="5744169" y="237467"/>
                  </a:lnTo>
                  <a:lnTo>
                    <a:pt x="5748408" y="237467"/>
                  </a:lnTo>
                  <a:lnTo>
                    <a:pt x="5748408" y="236812"/>
                  </a:lnTo>
                  <a:lnTo>
                    <a:pt x="5752648" y="236812"/>
                  </a:lnTo>
                  <a:lnTo>
                    <a:pt x="5752648" y="234844"/>
                  </a:lnTo>
                  <a:lnTo>
                    <a:pt x="5756887" y="234844"/>
                  </a:lnTo>
                  <a:lnTo>
                    <a:pt x="5756887" y="234189"/>
                  </a:lnTo>
                  <a:lnTo>
                    <a:pt x="5761126" y="234189"/>
                  </a:lnTo>
                  <a:lnTo>
                    <a:pt x="5761126" y="232875"/>
                  </a:lnTo>
                  <a:lnTo>
                    <a:pt x="5765365" y="232875"/>
                  </a:lnTo>
                  <a:lnTo>
                    <a:pt x="5765365" y="232875"/>
                  </a:lnTo>
                  <a:lnTo>
                    <a:pt x="5769604" y="232875"/>
                  </a:lnTo>
                  <a:lnTo>
                    <a:pt x="5769604" y="232217"/>
                  </a:lnTo>
                  <a:lnTo>
                    <a:pt x="5773844" y="232217"/>
                  </a:lnTo>
                  <a:lnTo>
                    <a:pt x="5773844" y="230901"/>
                  </a:lnTo>
                  <a:lnTo>
                    <a:pt x="5778083" y="230901"/>
                  </a:lnTo>
                  <a:lnTo>
                    <a:pt x="5778083" y="230242"/>
                  </a:lnTo>
                  <a:lnTo>
                    <a:pt x="5782322" y="230242"/>
                  </a:lnTo>
                  <a:lnTo>
                    <a:pt x="5782322" y="228924"/>
                  </a:lnTo>
                  <a:lnTo>
                    <a:pt x="5786561" y="228924"/>
                  </a:lnTo>
                  <a:lnTo>
                    <a:pt x="5786561" y="228263"/>
                  </a:lnTo>
                  <a:lnTo>
                    <a:pt x="5790801" y="228263"/>
                  </a:lnTo>
                  <a:lnTo>
                    <a:pt x="5790801" y="228263"/>
                  </a:lnTo>
                  <a:lnTo>
                    <a:pt x="5795040" y="228263"/>
                  </a:lnTo>
                  <a:lnTo>
                    <a:pt x="5795040" y="227601"/>
                  </a:lnTo>
                  <a:lnTo>
                    <a:pt x="5799279" y="227601"/>
                  </a:lnTo>
                  <a:lnTo>
                    <a:pt x="5799279" y="226277"/>
                  </a:lnTo>
                  <a:lnTo>
                    <a:pt x="5803518" y="226277"/>
                  </a:lnTo>
                  <a:lnTo>
                    <a:pt x="5803518" y="226277"/>
                  </a:lnTo>
                  <a:lnTo>
                    <a:pt x="5807758" y="226277"/>
                  </a:lnTo>
                  <a:lnTo>
                    <a:pt x="5807758" y="226277"/>
                  </a:lnTo>
                  <a:lnTo>
                    <a:pt x="5811997" y="226277"/>
                  </a:lnTo>
                  <a:lnTo>
                    <a:pt x="5811997" y="224949"/>
                  </a:lnTo>
                  <a:lnTo>
                    <a:pt x="5816236" y="224949"/>
                  </a:lnTo>
                  <a:lnTo>
                    <a:pt x="5816236" y="224949"/>
                  </a:lnTo>
                  <a:lnTo>
                    <a:pt x="5820475" y="224949"/>
                  </a:lnTo>
                  <a:lnTo>
                    <a:pt x="5820475" y="223617"/>
                  </a:lnTo>
                  <a:lnTo>
                    <a:pt x="5824715" y="223617"/>
                  </a:lnTo>
                  <a:lnTo>
                    <a:pt x="5824715" y="222952"/>
                  </a:lnTo>
                  <a:lnTo>
                    <a:pt x="5828954" y="222952"/>
                  </a:lnTo>
                  <a:lnTo>
                    <a:pt x="5828954" y="222952"/>
                  </a:lnTo>
                  <a:lnTo>
                    <a:pt x="5833193" y="222952"/>
                  </a:lnTo>
                  <a:lnTo>
                    <a:pt x="5833193" y="222286"/>
                  </a:lnTo>
                  <a:lnTo>
                    <a:pt x="5841672" y="222286"/>
                  </a:lnTo>
                  <a:lnTo>
                    <a:pt x="5841672" y="221620"/>
                  </a:lnTo>
                  <a:lnTo>
                    <a:pt x="5845911" y="221620"/>
                  </a:lnTo>
                  <a:lnTo>
                    <a:pt x="5845911" y="221620"/>
                  </a:lnTo>
                  <a:lnTo>
                    <a:pt x="5850150" y="221620"/>
                  </a:lnTo>
                  <a:lnTo>
                    <a:pt x="5850150" y="220952"/>
                  </a:lnTo>
                  <a:lnTo>
                    <a:pt x="5854389" y="220952"/>
                  </a:lnTo>
                  <a:lnTo>
                    <a:pt x="5854389" y="220952"/>
                  </a:lnTo>
                  <a:lnTo>
                    <a:pt x="5858629" y="220952"/>
                  </a:lnTo>
                  <a:lnTo>
                    <a:pt x="5858629" y="220283"/>
                  </a:lnTo>
                  <a:lnTo>
                    <a:pt x="5862868" y="220283"/>
                  </a:lnTo>
                  <a:lnTo>
                    <a:pt x="5862868" y="219614"/>
                  </a:lnTo>
                  <a:lnTo>
                    <a:pt x="5867107" y="219614"/>
                  </a:lnTo>
                  <a:lnTo>
                    <a:pt x="5867107" y="218944"/>
                  </a:lnTo>
                  <a:lnTo>
                    <a:pt x="5871346" y="218944"/>
                  </a:lnTo>
                  <a:lnTo>
                    <a:pt x="5871346" y="218274"/>
                  </a:lnTo>
                  <a:lnTo>
                    <a:pt x="5875585" y="218274"/>
                  </a:lnTo>
                  <a:lnTo>
                    <a:pt x="5875585" y="217604"/>
                  </a:lnTo>
                  <a:lnTo>
                    <a:pt x="5884064" y="217604"/>
                  </a:lnTo>
                  <a:lnTo>
                    <a:pt x="5884064" y="216931"/>
                  </a:lnTo>
                  <a:lnTo>
                    <a:pt x="5888303" y="216931"/>
                  </a:lnTo>
                  <a:lnTo>
                    <a:pt x="5888303" y="216259"/>
                  </a:lnTo>
                  <a:lnTo>
                    <a:pt x="5892542" y="216259"/>
                  </a:lnTo>
                  <a:lnTo>
                    <a:pt x="5892542" y="215586"/>
                  </a:lnTo>
                  <a:lnTo>
                    <a:pt x="5901021" y="215586"/>
                  </a:lnTo>
                  <a:lnTo>
                    <a:pt x="5901021" y="214913"/>
                  </a:lnTo>
                  <a:lnTo>
                    <a:pt x="5905260" y="214913"/>
                  </a:lnTo>
                  <a:lnTo>
                    <a:pt x="5905260" y="214239"/>
                  </a:lnTo>
                  <a:lnTo>
                    <a:pt x="5909499" y="214239"/>
                  </a:lnTo>
                  <a:lnTo>
                    <a:pt x="5909499" y="214239"/>
                  </a:lnTo>
                  <a:lnTo>
                    <a:pt x="5917978" y="214239"/>
                  </a:lnTo>
                  <a:lnTo>
                    <a:pt x="5917978" y="212212"/>
                  </a:lnTo>
                  <a:lnTo>
                    <a:pt x="5922217" y="212212"/>
                  </a:lnTo>
                  <a:lnTo>
                    <a:pt x="5922217" y="212212"/>
                  </a:lnTo>
                  <a:lnTo>
                    <a:pt x="5926456" y="212212"/>
                  </a:lnTo>
                  <a:lnTo>
                    <a:pt x="5926456" y="210183"/>
                  </a:lnTo>
                  <a:lnTo>
                    <a:pt x="5930696" y="210183"/>
                  </a:lnTo>
                  <a:lnTo>
                    <a:pt x="5930696" y="210183"/>
                  </a:lnTo>
                  <a:lnTo>
                    <a:pt x="5934935" y="210183"/>
                  </a:lnTo>
                  <a:lnTo>
                    <a:pt x="5934935" y="209507"/>
                  </a:lnTo>
                  <a:lnTo>
                    <a:pt x="5939174" y="209507"/>
                  </a:lnTo>
                  <a:lnTo>
                    <a:pt x="5939174" y="209507"/>
                  </a:lnTo>
                  <a:lnTo>
                    <a:pt x="5943413" y="209507"/>
                  </a:lnTo>
                  <a:lnTo>
                    <a:pt x="5943413" y="209507"/>
                  </a:lnTo>
                  <a:lnTo>
                    <a:pt x="5947653" y="209507"/>
                  </a:lnTo>
                  <a:lnTo>
                    <a:pt x="5947653" y="209507"/>
                  </a:lnTo>
                  <a:lnTo>
                    <a:pt x="5951892" y="209507"/>
                  </a:lnTo>
                  <a:lnTo>
                    <a:pt x="5951892" y="209507"/>
                  </a:lnTo>
                  <a:lnTo>
                    <a:pt x="5956131" y="209507"/>
                  </a:lnTo>
                  <a:lnTo>
                    <a:pt x="5956131" y="208148"/>
                  </a:lnTo>
                  <a:lnTo>
                    <a:pt x="5960370" y="208148"/>
                  </a:lnTo>
                  <a:lnTo>
                    <a:pt x="5960370" y="207469"/>
                  </a:lnTo>
                  <a:lnTo>
                    <a:pt x="5964610" y="207469"/>
                  </a:lnTo>
                  <a:lnTo>
                    <a:pt x="5964610" y="207469"/>
                  </a:lnTo>
                  <a:lnTo>
                    <a:pt x="5968849" y="207469"/>
                  </a:lnTo>
                  <a:lnTo>
                    <a:pt x="5968849" y="206787"/>
                  </a:lnTo>
                  <a:lnTo>
                    <a:pt x="5973088" y="206787"/>
                  </a:lnTo>
                  <a:lnTo>
                    <a:pt x="5973088" y="206787"/>
                  </a:lnTo>
                  <a:lnTo>
                    <a:pt x="5977327" y="206787"/>
                  </a:lnTo>
                  <a:lnTo>
                    <a:pt x="5977327" y="206105"/>
                  </a:lnTo>
                  <a:lnTo>
                    <a:pt x="5981566" y="206105"/>
                  </a:lnTo>
                  <a:lnTo>
                    <a:pt x="5981566" y="204739"/>
                  </a:lnTo>
                  <a:lnTo>
                    <a:pt x="5985806" y="204739"/>
                  </a:lnTo>
                  <a:lnTo>
                    <a:pt x="5985806" y="204739"/>
                  </a:lnTo>
                  <a:lnTo>
                    <a:pt x="5990045" y="204739"/>
                  </a:lnTo>
                  <a:lnTo>
                    <a:pt x="5990045" y="204054"/>
                  </a:lnTo>
                  <a:lnTo>
                    <a:pt x="5994284" y="204054"/>
                  </a:lnTo>
                  <a:lnTo>
                    <a:pt x="5994284" y="202684"/>
                  </a:lnTo>
                  <a:lnTo>
                    <a:pt x="5998523" y="202684"/>
                  </a:lnTo>
                  <a:lnTo>
                    <a:pt x="5998523" y="201996"/>
                  </a:lnTo>
                  <a:lnTo>
                    <a:pt x="6002763" y="201996"/>
                  </a:lnTo>
                  <a:lnTo>
                    <a:pt x="6002763" y="201308"/>
                  </a:lnTo>
                  <a:lnTo>
                    <a:pt x="6007002" y="201308"/>
                  </a:lnTo>
                  <a:lnTo>
                    <a:pt x="6007002" y="199930"/>
                  </a:lnTo>
                  <a:lnTo>
                    <a:pt x="6011241" y="199930"/>
                  </a:lnTo>
                  <a:lnTo>
                    <a:pt x="6011241" y="197863"/>
                  </a:lnTo>
                  <a:lnTo>
                    <a:pt x="6015480" y="197863"/>
                  </a:lnTo>
                  <a:lnTo>
                    <a:pt x="6015480" y="197863"/>
                  </a:lnTo>
                  <a:lnTo>
                    <a:pt x="6019720" y="197863"/>
                  </a:lnTo>
                  <a:lnTo>
                    <a:pt x="6019720" y="197863"/>
                  </a:lnTo>
                  <a:lnTo>
                    <a:pt x="6023959" y="197863"/>
                  </a:lnTo>
                  <a:lnTo>
                    <a:pt x="6023959" y="197172"/>
                  </a:lnTo>
                  <a:lnTo>
                    <a:pt x="6028198" y="197172"/>
                  </a:lnTo>
                  <a:lnTo>
                    <a:pt x="6028198" y="195097"/>
                  </a:lnTo>
                  <a:lnTo>
                    <a:pt x="6032437" y="195097"/>
                  </a:lnTo>
                  <a:lnTo>
                    <a:pt x="6032437" y="194404"/>
                  </a:lnTo>
                  <a:lnTo>
                    <a:pt x="6036677" y="194404"/>
                  </a:lnTo>
                  <a:lnTo>
                    <a:pt x="6036677" y="194404"/>
                  </a:lnTo>
                  <a:lnTo>
                    <a:pt x="6040916" y="194404"/>
                  </a:lnTo>
                  <a:lnTo>
                    <a:pt x="6040916" y="194404"/>
                  </a:lnTo>
                  <a:lnTo>
                    <a:pt x="6045155" y="194404"/>
                  </a:lnTo>
                  <a:lnTo>
                    <a:pt x="6045155" y="193711"/>
                  </a:lnTo>
                  <a:lnTo>
                    <a:pt x="6049394" y="193711"/>
                  </a:lnTo>
                  <a:lnTo>
                    <a:pt x="6049394" y="191629"/>
                  </a:lnTo>
                  <a:lnTo>
                    <a:pt x="6062112" y="191629"/>
                  </a:lnTo>
                  <a:lnTo>
                    <a:pt x="6062112" y="191629"/>
                  </a:lnTo>
                  <a:lnTo>
                    <a:pt x="6066351" y="191629"/>
                  </a:lnTo>
                  <a:lnTo>
                    <a:pt x="6066351" y="191629"/>
                  </a:lnTo>
                  <a:lnTo>
                    <a:pt x="6070590" y="191629"/>
                  </a:lnTo>
                  <a:lnTo>
                    <a:pt x="6070590" y="191629"/>
                  </a:lnTo>
                  <a:lnTo>
                    <a:pt x="6074830" y="191629"/>
                  </a:lnTo>
                  <a:lnTo>
                    <a:pt x="6074830" y="190933"/>
                  </a:lnTo>
                  <a:lnTo>
                    <a:pt x="6079069" y="190933"/>
                  </a:lnTo>
                  <a:lnTo>
                    <a:pt x="6079069" y="190933"/>
                  </a:lnTo>
                  <a:lnTo>
                    <a:pt x="6083308" y="190933"/>
                  </a:lnTo>
                  <a:lnTo>
                    <a:pt x="6083308" y="190933"/>
                  </a:lnTo>
                  <a:lnTo>
                    <a:pt x="6087547" y="190933"/>
                  </a:lnTo>
                  <a:lnTo>
                    <a:pt x="6087547" y="190236"/>
                  </a:lnTo>
                  <a:lnTo>
                    <a:pt x="6091787" y="190236"/>
                  </a:lnTo>
                  <a:lnTo>
                    <a:pt x="6091787" y="190236"/>
                  </a:lnTo>
                  <a:lnTo>
                    <a:pt x="6096026" y="190236"/>
                  </a:lnTo>
                  <a:lnTo>
                    <a:pt x="6096026" y="188839"/>
                  </a:lnTo>
                  <a:lnTo>
                    <a:pt x="6104504" y="188839"/>
                  </a:lnTo>
                  <a:lnTo>
                    <a:pt x="6104504" y="187440"/>
                  </a:lnTo>
                  <a:lnTo>
                    <a:pt x="6108744" y="187440"/>
                  </a:lnTo>
                  <a:lnTo>
                    <a:pt x="6108744" y="186041"/>
                  </a:lnTo>
                  <a:lnTo>
                    <a:pt x="6112983" y="186041"/>
                  </a:lnTo>
                  <a:lnTo>
                    <a:pt x="6112983" y="184640"/>
                  </a:lnTo>
                  <a:lnTo>
                    <a:pt x="6117222" y="184640"/>
                  </a:lnTo>
                  <a:lnTo>
                    <a:pt x="6117222" y="183238"/>
                  </a:lnTo>
                  <a:lnTo>
                    <a:pt x="6121461" y="183238"/>
                  </a:lnTo>
                  <a:lnTo>
                    <a:pt x="6121461" y="181134"/>
                  </a:lnTo>
                  <a:lnTo>
                    <a:pt x="6125701" y="181134"/>
                  </a:lnTo>
                  <a:lnTo>
                    <a:pt x="6125701" y="179730"/>
                  </a:lnTo>
                  <a:lnTo>
                    <a:pt x="6129940" y="179730"/>
                  </a:lnTo>
                  <a:lnTo>
                    <a:pt x="6129940" y="178326"/>
                  </a:lnTo>
                  <a:lnTo>
                    <a:pt x="6134179" y="178326"/>
                  </a:lnTo>
                  <a:lnTo>
                    <a:pt x="6134179" y="178326"/>
                  </a:lnTo>
                  <a:lnTo>
                    <a:pt x="6138418" y="178326"/>
                  </a:lnTo>
                  <a:lnTo>
                    <a:pt x="6138418" y="177623"/>
                  </a:lnTo>
                  <a:lnTo>
                    <a:pt x="6142658" y="177623"/>
                  </a:lnTo>
                  <a:lnTo>
                    <a:pt x="6142658" y="176919"/>
                  </a:lnTo>
                  <a:lnTo>
                    <a:pt x="6146897" y="176919"/>
                  </a:lnTo>
                  <a:lnTo>
                    <a:pt x="6146897" y="176215"/>
                  </a:lnTo>
                  <a:lnTo>
                    <a:pt x="6151136" y="176215"/>
                  </a:lnTo>
                  <a:lnTo>
                    <a:pt x="6151136" y="175510"/>
                  </a:lnTo>
                  <a:lnTo>
                    <a:pt x="6155375" y="175510"/>
                  </a:lnTo>
                  <a:lnTo>
                    <a:pt x="6155375" y="175510"/>
                  </a:lnTo>
                  <a:lnTo>
                    <a:pt x="6159615" y="175510"/>
                  </a:lnTo>
                  <a:lnTo>
                    <a:pt x="6159615" y="174804"/>
                  </a:lnTo>
                  <a:lnTo>
                    <a:pt x="6163854" y="174804"/>
                  </a:lnTo>
                  <a:lnTo>
                    <a:pt x="6163854" y="174804"/>
                  </a:lnTo>
                  <a:lnTo>
                    <a:pt x="6168093" y="174804"/>
                  </a:lnTo>
                  <a:lnTo>
                    <a:pt x="6168093" y="174804"/>
                  </a:lnTo>
                  <a:lnTo>
                    <a:pt x="6172332" y="174804"/>
                  </a:lnTo>
                  <a:lnTo>
                    <a:pt x="6172332" y="174097"/>
                  </a:lnTo>
                  <a:lnTo>
                    <a:pt x="6176571" y="174097"/>
                  </a:lnTo>
                  <a:lnTo>
                    <a:pt x="6176571" y="174097"/>
                  </a:lnTo>
                  <a:lnTo>
                    <a:pt x="6180811" y="174097"/>
                  </a:lnTo>
                  <a:lnTo>
                    <a:pt x="6180811" y="172681"/>
                  </a:lnTo>
                  <a:lnTo>
                    <a:pt x="6185050" y="172681"/>
                  </a:lnTo>
                  <a:lnTo>
                    <a:pt x="6185050" y="172681"/>
                  </a:lnTo>
                  <a:lnTo>
                    <a:pt x="6189289" y="172681"/>
                  </a:lnTo>
                  <a:lnTo>
                    <a:pt x="6189289" y="171971"/>
                  </a:lnTo>
                  <a:lnTo>
                    <a:pt x="6193528" y="171971"/>
                  </a:lnTo>
                  <a:lnTo>
                    <a:pt x="6193528" y="171971"/>
                  </a:lnTo>
                  <a:lnTo>
                    <a:pt x="6202007" y="171971"/>
                  </a:lnTo>
                  <a:lnTo>
                    <a:pt x="6202007" y="171261"/>
                  </a:lnTo>
                  <a:lnTo>
                    <a:pt x="6206246" y="171261"/>
                  </a:lnTo>
                  <a:lnTo>
                    <a:pt x="6206246" y="171261"/>
                  </a:lnTo>
                  <a:lnTo>
                    <a:pt x="6210485" y="171261"/>
                  </a:lnTo>
                  <a:lnTo>
                    <a:pt x="6210485" y="170550"/>
                  </a:lnTo>
                  <a:lnTo>
                    <a:pt x="6214725" y="170550"/>
                  </a:lnTo>
                  <a:lnTo>
                    <a:pt x="6214725" y="170550"/>
                  </a:lnTo>
                  <a:lnTo>
                    <a:pt x="6223203" y="170550"/>
                  </a:lnTo>
                  <a:lnTo>
                    <a:pt x="6223203" y="170550"/>
                  </a:lnTo>
                  <a:lnTo>
                    <a:pt x="6227442" y="170550"/>
                  </a:lnTo>
                  <a:lnTo>
                    <a:pt x="6227442" y="169121"/>
                  </a:lnTo>
                  <a:lnTo>
                    <a:pt x="6231682" y="169121"/>
                  </a:lnTo>
                  <a:lnTo>
                    <a:pt x="6231682" y="169121"/>
                  </a:lnTo>
                  <a:lnTo>
                    <a:pt x="6235921" y="169121"/>
                  </a:lnTo>
                  <a:lnTo>
                    <a:pt x="6235921" y="169121"/>
                  </a:lnTo>
                  <a:lnTo>
                    <a:pt x="6240160" y="169121"/>
                  </a:lnTo>
                  <a:lnTo>
                    <a:pt x="6240160" y="168405"/>
                  </a:lnTo>
                  <a:lnTo>
                    <a:pt x="6244399" y="168405"/>
                  </a:lnTo>
                  <a:lnTo>
                    <a:pt x="6244399" y="168405"/>
                  </a:lnTo>
                  <a:lnTo>
                    <a:pt x="6252878" y="168405"/>
                  </a:lnTo>
                  <a:lnTo>
                    <a:pt x="6252878" y="168405"/>
                  </a:lnTo>
                  <a:lnTo>
                    <a:pt x="6257117" y="168405"/>
                  </a:lnTo>
                  <a:lnTo>
                    <a:pt x="6257117" y="167686"/>
                  </a:lnTo>
                  <a:lnTo>
                    <a:pt x="6261356" y="167686"/>
                  </a:lnTo>
                  <a:lnTo>
                    <a:pt x="6261356" y="167686"/>
                  </a:lnTo>
                  <a:lnTo>
                    <a:pt x="6265596" y="167686"/>
                  </a:lnTo>
                  <a:lnTo>
                    <a:pt x="6265596" y="165529"/>
                  </a:lnTo>
                  <a:lnTo>
                    <a:pt x="6269835" y="165529"/>
                  </a:lnTo>
                  <a:lnTo>
                    <a:pt x="6269835" y="163370"/>
                  </a:lnTo>
                  <a:lnTo>
                    <a:pt x="6274074" y="163370"/>
                  </a:lnTo>
                  <a:lnTo>
                    <a:pt x="6274074" y="163370"/>
                  </a:lnTo>
                  <a:lnTo>
                    <a:pt x="6278313" y="163370"/>
                  </a:lnTo>
                  <a:lnTo>
                    <a:pt x="6278313" y="163370"/>
                  </a:lnTo>
                  <a:lnTo>
                    <a:pt x="6282552" y="163370"/>
                  </a:lnTo>
                  <a:lnTo>
                    <a:pt x="6282552" y="161926"/>
                  </a:lnTo>
                  <a:lnTo>
                    <a:pt x="6286792" y="161926"/>
                  </a:lnTo>
                  <a:lnTo>
                    <a:pt x="6286792" y="161203"/>
                  </a:lnTo>
                  <a:lnTo>
                    <a:pt x="6291031" y="161203"/>
                  </a:lnTo>
                  <a:lnTo>
                    <a:pt x="6291031" y="161203"/>
                  </a:lnTo>
                  <a:lnTo>
                    <a:pt x="6295270" y="161203"/>
                  </a:lnTo>
                  <a:lnTo>
                    <a:pt x="6295270" y="159754"/>
                  </a:lnTo>
                  <a:lnTo>
                    <a:pt x="6299509" y="159754"/>
                  </a:lnTo>
                  <a:lnTo>
                    <a:pt x="6299509" y="159754"/>
                  </a:lnTo>
                  <a:lnTo>
                    <a:pt x="6303749" y="159754"/>
                  </a:lnTo>
                  <a:lnTo>
                    <a:pt x="6303749" y="158304"/>
                  </a:lnTo>
                  <a:lnTo>
                    <a:pt x="6316466" y="158304"/>
                  </a:lnTo>
                  <a:lnTo>
                    <a:pt x="6316466" y="158304"/>
                  </a:lnTo>
                  <a:lnTo>
                    <a:pt x="6320706" y="158304"/>
                  </a:lnTo>
                  <a:lnTo>
                    <a:pt x="6320706" y="157578"/>
                  </a:lnTo>
                  <a:lnTo>
                    <a:pt x="6329184" y="157578"/>
                  </a:lnTo>
                  <a:lnTo>
                    <a:pt x="6329184" y="156850"/>
                  </a:lnTo>
                  <a:lnTo>
                    <a:pt x="6333423" y="156850"/>
                  </a:lnTo>
                  <a:lnTo>
                    <a:pt x="6333423" y="156850"/>
                  </a:lnTo>
                  <a:lnTo>
                    <a:pt x="6337663" y="156850"/>
                  </a:lnTo>
                  <a:lnTo>
                    <a:pt x="6337663" y="156850"/>
                  </a:lnTo>
                  <a:lnTo>
                    <a:pt x="6341902" y="156850"/>
                  </a:lnTo>
                  <a:lnTo>
                    <a:pt x="6341902" y="156850"/>
                  </a:lnTo>
                  <a:lnTo>
                    <a:pt x="6346141" y="156850"/>
                  </a:lnTo>
                  <a:lnTo>
                    <a:pt x="6346141" y="156121"/>
                  </a:lnTo>
                  <a:lnTo>
                    <a:pt x="6350380" y="156121"/>
                  </a:lnTo>
                  <a:lnTo>
                    <a:pt x="6350380" y="156121"/>
                  </a:lnTo>
                  <a:lnTo>
                    <a:pt x="6354620" y="156121"/>
                  </a:lnTo>
                  <a:lnTo>
                    <a:pt x="6354620" y="155390"/>
                  </a:lnTo>
                  <a:lnTo>
                    <a:pt x="6358859" y="155390"/>
                  </a:lnTo>
                  <a:lnTo>
                    <a:pt x="6358859" y="154658"/>
                  </a:lnTo>
                  <a:lnTo>
                    <a:pt x="6363098" y="154658"/>
                  </a:lnTo>
                  <a:lnTo>
                    <a:pt x="6363098" y="153927"/>
                  </a:lnTo>
                  <a:lnTo>
                    <a:pt x="6367337" y="153927"/>
                  </a:lnTo>
                  <a:lnTo>
                    <a:pt x="6367337" y="152465"/>
                  </a:lnTo>
                  <a:lnTo>
                    <a:pt x="6371577" y="152465"/>
                  </a:lnTo>
                  <a:lnTo>
                    <a:pt x="6371577" y="151002"/>
                  </a:lnTo>
                  <a:lnTo>
                    <a:pt x="6375816" y="151002"/>
                  </a:lnTo>
                  <a:lnTo>
                    <a:pt x="6375816" y="151002"/>
                  </a:lnTo>
                  <a:lnTo>
                    <a:pt x="6380055" y="151002"/>
                  </a:lnTo>
                  <a:lnTo>
                    <a:pt x="6380055" y="150269"/>
                  </a:lnTo>
                  <a:lnTo>
                    <a:pt x="6384294" y="150269"/>
                  </a:lnTo>
                  <a:lnTo>
                    <a:pt x="6384294" y="150269"/>
                  </a:lnTo>
                  <a:lnTo>
                    <a:pt x="6388533" y="150269"/>
                  </a:lnTo>
                  <a:lnTo>
                    <a:pt x="6388533" y="149534"/>
                  </a:lnTo>
                  <a:lnTo>
                    <a:pt x="6392773" y="149534"/>
                  </a:lnTo>
                  <a:lnTo>
                    <a:pt x="6392773" y="149534"/>
                  </a:lnTo>
                  <a:lnTo>
                    <a:pt x="6397012" y="149534"/>
                  </a:lnTo>
                  <a:lnTo>
                    <a:pt x="6397012" y="148797"/>
                  </a:lnTo>
                  <a:lnTo>
                    <a:pt x="6401251" y="148797"/>
                  </a:lnTo>
                  <a:lnTo>
                    <a:pt x="6401251" y="148797"/>
                  </a:lnTo>
                  <a:lnTo>
                    <a:pt x="6405490" y="148797"/>
                  </a:lnTo>
                  <a:lnTo>
                    <a:pt x="6405490" y="148797"/>
                  </a:lnTo>
                  <a:lnTo>
                    <a:pt x="6409730" y="148797"/>
                  </a:lnTo>
                  <a:lnTo>
                    <a:pt x="6409730" y="148059"/>
                  </a:lnTo>
                  <a:lnTo>
                    <a:pt x="6413969" y="148059"/>
                  </a:lnTo>
                  <a:lnTo>
                    <a:pt x="6413969" y="148059"/>
                  </a:lnTo>
                  <a:lnTo>
                    <a:pt x="6418208" y="148059"/>
                  </a:lnTo>
                  <a:lnTo>
                    <a:pt x="6418208" y="148059"/>
                  </a:lnTo>
                  <a:lnTo>
                    <a:pt x="6422447" y="148059"/>
                  </a:lnTo>
                  <a:lnTo>
                    <a:pt x="6422447" y="146576"/>
                  </a:lnTo>
                  <a:lnTo>
                    <a:pt x="6426687" y="146576"/>
                  </a:lnTo>
                  <a:lnTo>
                    <a:pt x="6426687" y="146576"/>
                  </a:lnTo>
                  <a:lnTo>
                    <a:pt x="6435165" y="146576"/>
                  </a:lnTo>
                  <a:lnTo>
                    <a:pt x="6435165" y="146576"/>
                  </a:lnTo>
                  <a:lnTo>
                    <a:pt x="6439404" y="146576"/>
                  </a:lnTo>
                  <a:lnTo>
                    <a:pt x="6439404" y="146576"/>
                  </a:lnTo>
                  <a:lnTo>
                    <a:pt x="6443644" y="146576"/>
                  </a:lnTo>
                  <a:lnTo>
                    <a:pt x="6443644" y="145832"/>
                  </a:lnTo>
                  <a:lnTo>
                    <a:pt x="6447883" y="145832"/>
                  </a:lnTo>
                  <a:lnTo>
                    <a:pt x="6447883" y="145832"/>
                  </a:lnTo>
                  <a:lnTo>
                    <a:pt x="6452122" y="145832"/>
                  </a:lnTo>
                  <a:lnTo>
                    <a:pt x="6452122" y="145832"/>
                  </a:lnTo>
                  <a:lnTo>
                    <a:pt x="6456361" y="145832"/>
                  </a:lnTo>
                  <a:lnTo>
                    <a:pt x="6456361" y="145087"/>
                  </a:lnTo>
                  <a:lnTo>
                    <a:pt x="6460601" y="145087"/>
                  </a:lnTo>
                  <a:lnTo>
                    <a:pt x="6460601" y="144341"/>
                  </a:lnTo>
                  <a:lnTo>
                    <a:pt x="6464840" y="144341"/>
                  </a:lnTo>
                  <a:lnTo>
                    <a:pt x="6464840" y="143595"/>
                  </a:lnTo>
                  <a:lnTo>
                    <a:pt x="6469079" y="143595"/>
                  </a:lnTo>
                  <a:lnTo>
                    <a:pt x="6469079" y="142847"/>
                  </a:lnTo>
                  <a:lnTo>
                    <a:pt x="6473318" y="142847"/>
                  </a:lnTo>
                  <a:lnTo>
                    <a:pt x="6473318" y="142847"/>
                  </a:lnTo>
                  <a:lnTo>
                    <a:pt x="6477557" y="142847"/>
                  </a:lnTo>
                  <a:lnTo>
                    <a:pt x="6477557" y="141347"/>
                  </a:lnTo>
                  <a:lnTo>
                    <a:pt x="6481797" y="141347"/>
                  </a:lnTo>
                  <a:lnTo>
                    <a:pt x="6481797" y="140596"/>
                  </a:lnTo>
                  <a:lnTo>
                    <a:pt x="6486036" y="140596"/>
                  </a:lnTo>
                  <a:lnTo>
                    <a:pt x="6486036" y="140596"/>
                  </a:lnTo>
                  <a:lnTo>
                    <a:pt x="6490275" y="140596"/>
                  </a:lnTo>
                  <a:lnTo>
                    <a:pt x="6490275" y="139844"/>
                  </a:lnTo>
                  <a:lnTo>
                    <a:pt x="6494514" y="139844"/>
                  </a:lnTo>
                  <a:lnTo>
                    <a:pt x="6494514" y="139844"/>
                  </a:lnTo>
                  <a:lnTo>
                    <a:pt x="6498754" y="139844"/>
                  </a:lnTo>
                  <a:lnTo>
                    <a:pt x="6498754" y="139091"/>
                  </a:lnTo>
                  <a:lnTo>
                    <a:pt x="6507232" y="139091"/>
                  </a:lnTo>
                  <a:lnTo>
                    <a:pt x="6507232" y="139091"/>
                  </a:lnTo>
                  <a:lnTo>
                    <a:pt x="6511471" y="139091"/>
                  </a:lnTo>
                  <a:lnTo>
                    <a:pt x="6511471" y="139091"/>
                  </a:lnTo>
                  <a:lnTo>
                    <a:pt x="6515711" y="139091"/>
                  </a:lnTo>
                  <a:lnTo>
                    <a:pt x="6515711" y="137581"/>
                  </a:lnTo>
                  <a:lnTo>
                    <a:pt x="6519950" y="137581"/>
                  </a:lnTo>
                  <a:lnTo>
                    <a:pt x="6519950" y="136072"/>
                  </a:lnTo>
                  <a:lnTo>
                    <a:pt x="6524189" y="136072"/>
                  </a:lnTo>
                  <a:lnTo>
                    <a:pt x="6524189" y="135316"/>
                  </a:lnTo>
                  <a:lnTo>
                    <a:pt x="6528428" y="135316"/>
                  </a:lnTo>
                  <a:lnTo>
                    <a:pt x="6528428" y="135316"/>
                  </a:lnTo>
                  <a:lnTo>
                    <a:pt x="6532668" y="135316"/>
                  </a:lnTo>
                  <a:lnTo>
                    <a:pt x="6532668" y="134558"/>
                  </a:lnTo>
                  <a:lnTo>
                    <a:pt x="6536907" y="134558"/>
                  </a:lnTo>
                  <a:lnTo>
                    <a:pt x="6536907" y="134558"/>
                  </a:lnTo>
                  <a:lnTo>
                    <a:pt x="6541146" y="134558"/>
                  </a:lnTo>
                  <a:lnTo>
                    <a:pt x="6541146" y="134558"/>
                  </a:lnTo>
                  <a:lnTo>
                    <a:pt x="6545385" y="134558"/>
                  </a:lnTo>
                  <a:lnTo>
                    <a:pt x="6545385" y="134558"/>
                  </a:lnTo>
                  <a:lnTo>
                    <a:pt x="6549625" y="134558"/>
                  </a:lnTo>
                  <a:lnTo>
                    <a:pt x="6549625" y="134558"/>
                  </a:lnTo>
                  <a:lnTo>
                    <a:pt x="6553864" y="134558"/>
                  </a:lnTo>
                  <a:lnTo>
                    <a:pt x="6553864" y="134558"/>
                  </a:lnTo>
                  <a:lnTo>
                    <a:pt x="6558103" y="134558"/>
                  </a:lnTo>
                  <a:lnTo>
                    <a:pt x="6558103" y="133795"/>
                  </a:lnTo>
                  <a:lnTo>
                    <a:pt x="6562342" y="133795"/>
                  </a:lnTo>
                  <a:lnTo>
                    <a:pt x="6562342" y="133031"/>
                  </a:lnTo>
                  <a:lnTo>
                    <a:pt x="6570821" y="133031"/>
                  </a:lnTo>
                  <a:lnTo>
                    <a:pt x="6570821" y="133031"/>
                  </a:lnTo>
                  <a:lnTo>
                    <a:pt x="6575060" y="133031"/>
                  </a:lnTo>
                  <a:lnTo>
                    <a:pt x="6575060" y="132267"/>
                  </a:lnTo>
                  <a:lnTo>
                    <a:pt x="6579299" y="132267"/>
                  </a:lnTo>
                  <a:lnTo>
                    <a:pt x="6579299" y="132267"/>
                  </a:lnTo>
                  <a:lnTo>
                    <a:pt x="6583538" y="132267"/>
                  </a:lnTo>
                  <a:lnTo>
                    <a:pt x="6583538" y="131501"/>
                  </a:lnTo>
                  <a:lnTo>
                    <a:pt x="6587778" y="131501"/>
                  </a:lnTo>
                  <a:lnTo>
                    <a:pt x="6587778" y="130735"/>
                  </a:lnTo>
                  <a:lnTo>
                    <a:pt x="6592017" y="130735"/>
                  </a:lnTo>
                  <a:lnTo>
                    <a:pt x="6592017" y="130735"/>
                  </a:lnTo>
                  <a:lnTo>
                    <a:pt x="6596256" y="130735"/>
                  </a:lnTo>
                  <a:lnTo>
                    <a:pt x="6596256" y="129966"/>
                  </a:lnTo>
                  <a:lnTo>
                    <a:pt x="6604735" y="129966"/>
                  </a:lnTo>
                  <a:lnTo>
                    <a:pt x="6604735" y="129197"/>
                  </a:lnTo>
                  <a:lnTo>
                    <a:pt x="6608974" y="129197"/>
                  </a:lnTo>
                  <a:lnTo>
                    <a:pt x="6608974" y="129197"/>
                  </a:lnTo>
                  <a:lnTo>
                    <a:pt x="6613213" y="129197"/>
                  </a:lnTo>
                  <a:lnTo>
                    <a:pt x="6613213" y="127659"/>
                  </a:lnTo>
                  <a:lnTo>
                    <a:pt x="6617452" y="127659"/>
                  </a:lnTo>
                  <a:lnTo>
                    <a:pt x="6617452" y="126118"/>
                  </a:lnTo>
                  <a:lnTo>
                    <a:pt x="6621692" y="126118"/>
                  </a:lnTo>
                  <a:lnTo>
                    <a:pt x="6621692" y="125346"/>
                  </a:lnTo>
                  <a:lnTo>
                    <a:pt x="6625931" y="125346"/>
                  </a:lnTo>
                  <a:lnTo>
                    <a:pt x="6625931" y="125346"/>
                  </a:lnTo>
                  <a:lnTo>
                    <a:pt x="6630170" y="125346"/>
                  </a:lnTo>
                  <a:lnTo>
                    <a:pt x="6630170" y="124572"/>
                  </a:lnTo>
                  <a:lnTo>
                    <a:pt x="6634409" y="124572"/>
                  </a:lnTo>
                  <a:lnTo>
                    <a:pt x="6634409" y="124572"/>
                  </a:lnTo>
                  <a:lnTo>
                    <a:pt x="6638649" y="124572"/>
                  </a:lnTo>
                  <a:lnTo>
                    <a:pt x="6638649" y="123795"/>
                  </a:lnTo>
                  <a:lnTo>
                    <a:pt x="6642888" y="123795"/>
                  </a:lnTo>
                  <a:lnTo>
                    <a:pt x="6642888" y="123018"/>
                  </a:lnTo>
                  <a:lnTo>
                    <a:pt x="6647127" y="123018"/>
                  </a:lnTo>
                  <a:lnTo>
                    <a:pt x="6647127" y="123018"/>
                  </a:lnTo>
                  <a:lnTo>
                    <a:pt x="6651366" y="123018"/>
                  </a:lnTo>
                  <a:lnTo>
                    <a:pt x="6651366" y="122240"/>
                  </a:lnTo>
                  <a:lnTo>
                    <a:pt x="6655606" y="122240"/>
                  </a:lnTo>
                  <a:lnTo>
                    <a:pt x="6655606" y="121462"/>
                  </a:lnTo>
                  <a:lnTo>
                    <a:pt x="6659845" y="121462"/>
                  </a:lnTo>
                  <a:lnTo>
                    <a:pt x="6659845" y="119905"/>
                  </a:lnTo>
                  <a:lnTo>
                    <a:pt x="6664084" y="119905"/>
                  </a:lnTo>
                  <a:lnTo>
                    <a:pt x="6664084" y="119125"/>
                  </a:lnTo>
                  <a:lnTo>
                    <a:pt x="6672563" y="119125"/>
                  </a:lnTo>
                  <a:lnTo>
                    <a:pt x="6672563" y="119125"/>
                  </a:lnTo>
                  <a:lnTo>
                    <a:pt x="6676802" y="119125"/>
                  </a:lnTo>
                  <a:lnTo>
                    <a:pt x="6676802" y="118345"/>
                  </a:lnTo>
                  <a:lnTo>
                    <a:pt x="6681041" y="118345"/>
                  </a:lnTo>
                  <a:lnTo>
                    <a:pt x="6681041" y="118345"/>
                  </a:lnTo>
                  <a:lnTo>
                    <a:pt x="6685280" y="118345"/>
                  </a:lnTo>
                  <a:lnTo>
                    <a:pt x="6685280" y="117564"/>
                  </a:lnTo>
                  <a:lnTo>
                    <a:pt x="6693759" y="117564"/>
                  </a:lnTo>
                  <a:lnTo>
                    <a:pt x="6693759" y="116782"/>
                  </a:lnTo>
                  <a:lnTo>
                    <a:pt x="6697998" y="116782"/>
                  </a:lnTo>
                  <a:lnTo>
                    <a:pt x="6697998" y="115999"/>
                  </a:lnTo>
                  <a:lnTo>
                    <a:pt x="6702237" y="115999"/>
                  </a:lnTo>
                  <a:lnTo>
                    <a:pt x="6702237" y="115999"/>
                  </a:lnTo>
                  <a:lnTo>
                    <a:pt x="6706476" y="115999"/>
                  </a:lnTo>
                  <a:lnTo>
                    <a:pt x="6706476" y="115215"/>
                  </a:lnTo>
                  <a:lnTo>
                    <a:pt x="6714955" y="115215"/>
                  </a:lnTo>
                  <a:lnTo>
                    <a:pt x="6714955" y="114430"/>
                  </a:lnTo>
                  <a:lnTo>
                    <a:pt x="6719194" y="114430"/>
                  </a:lnTo>
                  <a:lnTo>
                    <a:pt x="6719194" y="113645"/>
                  </a:lnTo>
                  <a:lnTo>
                    <a:pt x="6723433" y="113645"/>
                  </a:lnTo>
                  <a:lnTo>
                    <a:pt x="6723433" y="112073"/>
                  </a:lnTo>
                  <a:lnTo>
                    <a:pt x="6727673" y="112073"/>
                  </a:lnTo>
                  <a:lnTo>
                    <a:pt x="6727673" y="112073"/>
                  </a:lnTo>
                  <a:lnTo>
                    <a:pt x="6731912" y="112073"/>
                  </a:lnTo>
                  <a:lnTo>
                    <a:pt x="6731912" y="112073"/>
                  </a:lnTo>
                  <a:lnTo>
                    <a:pt x="6736151" y="112073"/>
                  </a:lnTo>
                  <a:lnTo>
                    <a:pt x="6736151" y="112073"/>
                  </a:lnTo>
                  <a:lnTo>
                    <a:pt x="6744630" y="112073"/>
                  </a:lnTo>
                  <a:lnTo>
                    <a:pt x="6744630" y="110495"/>
                  </a:lnTo>
                  <a:lnTo>
                    <a:pt x="6748869" y="110495"/>
                  </a:lnTo>
                  <a:lnTo>
                    <a:pt x="6748869" y="108915"/>
                  </a:lnTo>
                  <a:lnTo>
                    <a:pt x="6757347" y="108915"/>
                  </a:lnTo>
                  <a:lnTo>
                    <a:pt x="6757347" y="106544"/>
                  </a:lnTo>
                  <a:lnTo>
                    <a:pt x="6761587" y="106544"/>
                  </a:lnTo>
                  <a:lnTo>
                    <a:pt x="6761587" y="105752"/>
                  </a:lnTo>
                  <a:lnTo>
                    <a:pt x="6765826" y="105752"/>
                  </a:lnTo>
                  <a:lnTo>
                    <a:pt x="6765826" y="104960"/>
                  </a:lnTo>
                  <a:lnTo>
                    <a:pt x="6770065" y="104960"/>
                  </a:lnTo>
                  <a:lnTo>
                    <a:pt x="6770065" y="104960"/>
                  </a:lnTo>
                  <a:lnTo>
                    <a:pt x="6774304" y="104960"/>
                  </a:lnTo>
                  <a:lnTo>
                    <a:pt x="6774304" y="104166"/>
                  </a:lnTo>
                  <a:lnTo>
                    <a:pt x="6778543" y="104166"/>
                  </a:lnTo>
                  <a:lnTo>
                    <a:pt x="6778543" y="104166"/>
                  </a:lnTo>
                  <a:lnTo>
                    <a:pt x="6782783" y="104166"/>
                  </a:lnTo>
                  <a:lnTo>
                    <a:pt x="6782783" y="103372"/>
                  </a:lnTo>
                  <a:lnTo>
                    <a:pt x="6791261" y="103372"/>
                  </a:lnTo>
                  <a:lnTo>
                    <a:pt x="6791261" y="103372"/>
                  </a:lnTo>
                  <a:lnTo>
                    <a:pt x="6795500" y="103372"/>
                  </a:lnTo>
                  <a:lnTo>
                    <a:pt x="6795500" y="103372"/>
                  </a:lnTo>
                  <a:lnTo>
                    <a:pt x="6799740" y="103372"/>
                  </a:lnTo>
                  <a:lnTo>
                    <a:pt x="6799740" y="103372"/>
                  </a:lnTo>
                  <a:lnTo>
                    <a:pt x="6803979" y="103372"/>
                  </a:lnTo>
                  <a:lnTo>
                    <a:pt x="6803979" y="102574"/>
                  </a:lnTo>
                  <a:lnTo>
                    <a:pt x="6808218" y="102574"/>
                  </a:lnTo>
                  <a:lnTo>
                    <a:pt x="6808218" y="100977"/>
                  </a:lnTo>
                  <a:lnTo>
                    <a:pt x="6812457" y="100977"/>
                  </a:lnTo>
                  <a:lnTo>
                    <a:pt x="6812457" y="99377"/>
                  </a:lnTo>
                  <a:lnTo>
                    <a:pt x="6816697" y="99377"/>
                  </a:lnTo>
                  <a:lnTo>
                    <a:pt x="6816697" y="98577"/>
                  </a:lnTo>
                  <a:lnTo>
                    <a:pt x="6820936" y="98577"/>
                  </a:lnTo>
                  <a:lnTo>
                    <a:pt x="6820936" y="97777"/>
                  </a:lnTo>
                  <a:lnTo>
                    <a:pt x="6825175" y="97777"/>
                  </a:lnTo>
                  <a:lnTo>
                    <a:pt x="6825175" y="96975"/>
                  </a:lnTo>
                  <a:lnTo>
                    <a:pt x="6829414" y="96975"/>
                  </a:lnTo>
                  <a:lnTo>
                    <a:pt x="6829414" y="96975"/>
                  </a:lnTo>
                  <a:lnTo>
                    <a:pt x="6833654" y="96975"/>
                  </a:lnTo>
                  <a:lnTo>
                    <a:pt x="6833654" y="96975"/>
                  </a:lnTo>
                  <a:lnTo>
                    <a:pt x="6837893" y="96975"/>
                  </a:lnTo>
                  <a:lnTo>
                    <a:pt x="6837893" y="96975"/>
                  </a:lnTo>
                  <a:lnTo>
                    <a:pt x="6842132" y="96975"/>
                  </a:lnTo>
                  <a:lnTo>
                    <a:pt x="6842132" y="96975"/>
                  </a:lnTo>
                  <a:lnTo>
                    <a:pt x="6846371" y="96975"/>
                  </a:lnTo>
                  <a:lnTo>
                    <a:pt x="6846371" y="96975"/>
                  </a:lnTo>
                  <a:lnTo>
                    <a:pt x="6854850" y="96975"/>
                  </a:lnTo>
                  <a:lnTo>
                    <a:pt x="6854850" y="96170"/>
                  </a:lnTo>
                  <a:lnTo>
                    <a:pt x="6859089" y="96170"/>
                  </a:lnTo>
                  <a:lnTo>
                    <a:pt x="6859089" y="96170"/>
                  </a:lnTo>
                  <a:lnTo>
                    <a:pt x="6867568" y="96170"/>
                  </a:lnTo>
                  <a:lnTo>
                    <a:pt x="6867568" y="95364"/>
                  </a:lnTo>
                  <a:lnTo>
                    <a:pt x="6871807" y="95364"/>
                  </a:lnTo>
                  <a:lnTo>
                    <a:pt x="6871807" y="95364"/>
                  </a:lnTo>
                  <a:lnTo>
                    <a:pt x="6876046" y="95364"/>
                  </a:lnTo>
                  <a:lnTo>
                    <a:pt x="6876046" y="93751"/>
                  </a:lnTo>
                  <a:lnTo>
                    <a:pt x="6880285" y="93751"/>
                  </a:lnTo>
                  <a:lnTo>
                    <a:pt x="6880285" y="92944"/>
                  </a:lnTo>
                  <a:lnTo>
                    <a:pt x="6884524" y="92944"/>
                  </a:lnTo>
                  <a:lnTo>
                    <a:pt x="6884524" y="92944"/>
                  </a:lnTo>
                  <a:lnTo>
                    <a:pt x="6888764" y="92944"/>
                  </a:lnTo>
                  <a:lnTo>
                    <a:pt x="6888764" y="92944"/>
                  </a:lnTo>
                  <a:lnTo>
                    <a:pt x="6897242" y="92944"/>
                  </a:lnTo>
                  <a:lnTo>
                    <a:pt x="6897242" y="92136"/>
                  </a:lnTo>
                  <a:lnTo>
                    <a:pt x="6901481" y="92136"/>
                  </a:lnTo>
                  <a:lnTo>
                    <a:pt x="6901481" y="91326"/>
                  </a:lnTo>
                  <a:lnTo>
                    <a:pt x="6905721" y="91326"/>
                  </a:lnTo>
                  <a:lnTo>
                    <a:pt x="6905721" y="91326"/>
                  </a:lnTo>
                  <a:lnTo>
                    <a:pt x="6914199" y="91326"/>
                  </a:lnTo>
                  <a:lnTo>
                    <a:pt x="6914199" y="90514"/>
                  </a:lnTo>
                  <a:lnTo>
                    <a:pt x="6918438" y="90514"/>
                  </a:lnTo>
                  <a:lnTo>
                    <a:pt x="6918438" y="90514"/>
                  </a:lnTo>
                  <a:lnTo>
                    <a:pt x="6922678" y="90514"/>
                  </a:lnTo>
                  <a:lnTo>
                    <a:pt x="6922678" y="90514"/>
                  </a:lnTo>
                  <a:lnTo>
                    <a:pt x="6926917" y="90514"/>
                  </a:lnTo>
                  <a:lnTo>
                    <a:pt x="6926917" y="89699"/>
                  </a:lnTo>
                  <a:lnTo>
                    <a:pt x="6931156" y="89699"/>
                  </a:lnTo>
                  <a:lnTo>
                    <a:pt x="6931156" y="89699"/>
                  </a:lnTo>
                  <a:lnTo>
                    <a:pt x="6939635" y="89699"/>
                  </a:lnTo>
                  <a:lnTo>
                    <a:pt x="6939635" y="89699"/>
                  </a:lnTo>
                  <a:lnTo>
                    <a:pt x="6943874" y="89699"/>
                  </a:lnTo>
                  <a:lnTo>
                    <a:pt x="6943874" y="89699"/>
                  </a:lnTo>
                  <a:lnTo>
                    <a:pt x="6948113" y="89699"/>
                  </a:lnTo>
                  <a:lnTo>
                    <a:pt x="6948113" y="88882"/>
                  </a:lnTo>
                  <a:lnTo>
                    <a:pt x="6956592" y="88882"/>
                  </a:lnTo>
                  <a:lnTo>
                    <a:pt x="6956592" y="87247"/>
                  </a:lnTo>
                  <a:lnTo>
                    <a:pt x="6960831" y="87247"/>
                  </a:lnTo>
                  <a:lnTo>
                    <a:pt x="6960831" y="87247"/>
                  </a:lnTo>
                  <a:lnTo>
                    <a:pt x="6969309" y="87247"/>
                  </a:lnTo>
                  <a:lnTo>
                    <a:pt x="6969309" y="86429"/>
                  </a:lnTo>
                  <a:lnTo>
                    <a:pt x="6973549" y="86429"/>
                  </a:lnTo>
                  <a:lnTo>
                    <a:pt x="6973549" y="85611"/>
                  </a:lnTo>
                  <a:lnTo>
                    <a:pt x="6977788" y="85611"/>
                  </a:lnTo>
                  <a:lnTo>
                    <a:pt x="6977788" y="85611"/>
                  </a:lnTo>
                  <a:lnTo>
                    <a:pt x="6982027" y="85611"/>
                  </a:lnTo>
                  <a:lnTo>
                    <a:pt x="6982027" y="83971"/>
                  </a:lnTo>
                  <a:lnTo>
                    <a:pt x="6990505" y="83971"/>
                  </a:lnTo>
                  <a:lnTo>
                    <a:pt x="6990505" y="82331"/>
                  </a:lnTo>
                  <a:lnTo>
                    <a:pt x="6994745" y="82331"/>
                  </a:lnTo>
                  <a:lnTo>
                    <a:pt x="6994745" y="80690"/>
                  </a:lnTo>
                  <a:lnTo>
                    <a:pt x="6998984" y="80690"/>
                  </a:lnTo>
                  <a:lnTo>
                    <a:pt x="6998984" y="78228"/>
                  </a:lnTo>
                  <a:lnTo>
                    <a:pt x="7003223" y="78228"/>
                  </a:lnTo>
                  <a:lnTo>
                    <a:pt x="7003223" y="76586"/>
                  </a:lnTo>
                  <a:lnTo>
                    <a:pt x="7007462" y="76586"/>
                  </a:lnTo>
                  <a:lnTo>
                    <a:pt x="7007462" y="75764"/>
                  </a:lnTo>
                  <a:lnTo>
                    <a:pt x="7011702" y="75764"/>
                  </a:lnTo>
                  <a:lnTo>
                    <a:pt x="7011702" y="75764"/>
                  </a:lnTo>
                  <a:lnTo>
                    <a:pt x="7015941" y="75764"/>
                  </a:lnTo>
                  <a:lnTo>
                    <a:pt x="7015941" y="74941"/>
                  </a:lnTo>
                  <a:lnTo>
                    <a:pt x="7020180" y="74941"/>
                  </a:lnTo>
                  <a:lnTo>
                    <a:pt x="7020180" y="74117"/>
                  </a:lnTo>
                  <a:lnTo>
                    <a:pt x="7028659" y="74117"/>
                  </a:lnTo>
                  <a:lnTo>
                    <a:pt x="7028659" y="73294"/>
                  </a:lnTo>
                  <a:lnTo>
                    <a:pt x="7032898" y="73294"/>
                  </a:lnTo>
                  <a:lnTo>
                    <a:pt x="7032898" y="73294"/>
                  </a:lnTo>
                  <a:lnTo>
                    <a:pt x="7037137" y="73294"/>
                  </a:lnTo>
                  <a:lnTo>
                    <a:pt x="7037137" y="72470"/>
                  </a:lnTo>
                  <a:lnTo>
                    <a:pt x="7041376" y="72470"/>
                  </a:lnTo>
                  <a:lnTo>
                    <a:pt x="7041376" y="72470"/>
                  </a:lnTo>
                  <a:lnTo>
                    <a:pt x="7045616" y="72470"/>
                  </a:lnTo>
                  <a:lnTo>
                    <a:pt x="7045616" y="72470"/>
                  </a:lnTo>
                  <a:lnTo>
                    <a:pt x="7049855" y="72470"/>
                  </a:lnTo>
                  <a:lnTo>
                    <a:pt x="7049855" y="72470"/>
                  </a:lnTo>
                  <a:lnTo>
                    <a:pt x="7054094" y="72470"/>
                  </a:lnTo>
                  <a:lnTo>
                    <a:pt x="7054094" y="72470"/>
                  </a:lnTo>
                  <a:lnTo>
                    <a:pt x="7062573" y="72470"/>
                  </a:lnTo>
                  <a:lnTo>
                    <a:pt x="7062573" y="72470"/>
                  </a:lnTo>
                  <a:lnTo>
                    <a:pt x="7066812" y="72470"/>
                  </a:lnTo>
                  <a:lnTo>
                    <a:pt x="7066812" y="71642"/>
                  </a:lnTo>
                  <a:lnTo>
                    <a:pt x="7071051" y="71642"/>
                  </a:lnTo>
                  <a:lnTo>
                    <a:pt x="7071051" y="70814"/>
                  </a:lnTo>
                  <a:lnTo>
                    <a:pt x="7075290" y="70814"/>
                  </a:lnTo>
                  <a:lnTo>
                    <a:pt x="7075290" y="68327"/>
                  </a:lnTo>
                  <a:lnTo>
                    <a:pt x="7079530" y="68327"/>
                  </a:lnTo>
                  <a:lnTo>
                    <a:pt x="7079530" y="67499"/>
                  </a:lnTo>
                  <a:lnTo>
                    <a:pt x="7083769" y="67499"/>
                  </a:lnTo>
                  <a:lnTo>
                    <a:pt x="7083769" y="67499"/>
                  </a:lnTo>
                  <a:lnTo>
                    <a:pt x="7092247" y="67499"/>
                  </a:lnTo>
                  <a:lnTo>
                    <a:pt x="7092247" y="67499"/>
                  </a:lnTo>
                  <a:lnTo>
                    <a:pt x="7096486" y="67499"/>
                  </a:lnTo>
                  <a:lnTo>
                    <a:pt x="7096486" y="67499"/>
                  </a:lnTo>
                  <a:lnTo>
                    <a:pt x="7100726" y="67499"/>
                  </a:lnTo>
                  <a:lnTo>
                    <a:pt x="7100726" y="65832"/>
                  </a:lnTo>
                  <a:lnTo>
                    <a:pt x="7104965" y="65832"/>
                  </a:lnTo>
                  <a:lnTo>
                    <a:pt x="7104965" y="64164"/>
                  </a:lnTo>
                  <a:lnTo>
                    <a:pt x="7109204" y="64164"/>
                  </a:lnTo>
                  <a:lnTo>
                    <a:pt x="7109204" y="63330"/>
                  </a:lnTo>
                  <a:lnTo>
                    <a:pt x="7113443" y="63330"/>
                  </a:lnTo>
                  <a:lnTo>
                    <a:pt x="7113443" y="62496"/>
                  </a:lnTo>
                  <a:lnTo>
                    <a:pt x="7117683" y="62496"/>
                  </a:lnTo>
                  <a:lnTo>
                    <a:pt x="7117683" y="62496"/>
                  </a:lnTo>
                  <a:lnTo>
                    <a:pt x="7121922" y="62496"/>
                  </a:lnTo>
                  <a:lnTo>
                    <a:pt x="7121922" y="60825"/>
                  </a:lnTo>
                  <a:lnTo>
                    <a:pt x="7126161" y="60825"/>
                  </a:lnTo>
                  <a:lnTo>
                    <a:pt x="7126161" y="59988"/>
                  </a:lnTo>
                  <a:lnTo>
                    <a:pt x="7130400" y="59988"/>
                  </a:lnTo>
                  <a:lnTo>
                    <a:pt x="7130400" y="59151"/>
                  </a:lnTo>
                  <a:lnTo>
                    <a:pt x="7138879" y="59151"/>
                  </a:lnTo>
                  <a:lnTo>
                    <a:pt x="7138879" y="59151"/>
                  </a:lnTo>
                  <a:lnTo>
                    <a:pt x="7143118" y="59151"/>
                  </a:lnTo>
                  <a:lnTo>
                    <a:pt x="7143118" y="59151"/>
                  </a:lnTo>
                  <a:lnTo>
                    <a:pt x="7151597" y="59151"/>
                  </a:lnTo>
                  <a:lnTo>
                    <a:pt x="7151597" y="59151"/>
                  </a:lnTo>
                  <a:lnTo>
                    <a:pt x="7155836" y="59151"/>
                  </a:lnTo>
                  <a:lnTo>
                    <a:pt x="7155836" y="58308"/>
                  </a:lnTo>
                  <a:lnTo>
                    <a:pt x="7160075" y="58308"/>
                  </a:lnTo>
                  <a:lnTo>
                    <a:pt x="7160075" y="58308"/>
                  </a:lnTo>
                  <a:lnTo>
                    <a:pt x="7164314" y="58308"/>
                  </a:lnTo>
                  <a:lnTo>
                    <a:pt x="7164314" y="58308"/>
                  </a:lnTo>
                  <a:lnTo>
                    <a:pt x="7168554" y="58308"/>
                  </a:lnTo>
                  <a:lnTo>
                    <a:pt x="7168554" y="58308"/>
                  </a:lnTo>
                  <a:lnTo>
                    <a:pt x="7172793" y="58308"/>
                  </a:lnTo>
                  <a:lnTo>
                    <a:pt x="7172793" y="57465"/>
                  </a:lnTo>
                  <a:lnTo>
                    <a:pt x="7177032" y="57465"/>
                  </a:lnTo>
                  <a:lnTo>
                    <a:pt x="7177032" y="57465"/>
                  </a:lnTo>
                  <a:lnTo>
                    <a:pt x="7181271" y="57465"/>
                  </a:lnTo>
                  <a:lnTo>
                    <a:pt x="7181271" y="56620"/>
                  </a:lnTo>
                  <a:lnTo>
                    <a:pt x="7185510" y="56620"/>
                  </a:lnTo>
                  <a:lnTo>
                    <a:pt x="7185510" y="55773"/>
                  </a:lnTo>
                  <a:lnTo>
                    <a:pt x="7193989" y="55773"/>
                  </a:lnTo>
                  <a:lnTo>
                    <a:pt x="7193989" y="55773"/>
                  </a:lnTo>
                  <a:lnTo>
                    <a:pt x="7198228" y="55773"/>
                  </a:lnTo>
                  <a:lnTo>
                    <a:pt x="7198228" y="54926"/>
                  </a:lnTo>
                  <a:lnTo>
                    <a:pt x="7202467" y="54926"/>
                  </a:lnTo>
                  <a:lnTo>
                    <a:pt x="7202467" y="54078"/>
                  </a:lnTo>
                  <a:lnTo>
                    <a:pt x="7206707" y="54078"/>
                  </a:lnTo>
                  <a:lnTo>
                    <a:pt x="7206707" y="53229"/>
                  </a:lnTo>
                  <a:lnTo>
                    <a:pt x="7210946" y="53229"/>
                  </a:lnTo>
                  <a:lnTo>
                    <a:pt x="7210946" y="53229"/>
                  </a:lnTo>
                  <a:lnTo>
                    <a:pt x="7215185" y="53229"/>
                  </a:lnTo>
                  <a:lnTo>
                    <a:pt x="7215185" y="52379"/>
                  </a:lnTo>
                  <a:lnTo>
                    <a:pt x="7219424" y="52379"/>
                  </a:lnTo>
                  <a:lnTo>
                    <a:pt x="7219424" y="50677"/>
                  </a:lnTo>
                  <a:lnTo>
                    <a:pt x="7223664" y="50677"/>
                  </a:lnTo>
                  <a:lnTo>
                    <a:pt x="7223664" y="50677"/>
                  </a:lnTo>
                  <a:lnTo>
                    <a:pt x="7232142" y="50677"/>
                  </a:lnTo>
                  <a:lnTo>
                    <a:pt x="7232142" y="49824"/>
                  </a:lnTo>
                  <a:lnTo>
                    <a:pt x="7236381" y="49824"/>
                  </a:lnTo>
                  <a:lnTo>
                    <a:pt x="7236381" y="49824"/>
                  </a:lnTo>
                  <a:lnTo>
                    <a:pt x="7240621" y="49824"/>
                  </a:lnTo>
                  <a:lnTo>
                    <a:pt x="7240621" y="49824"/>
                  </a:lnTo>
                  <a:lnTo>
                    <a:pt x="7244860" y="49824"/>
                  </a:lnTo>
                  <a:lnTo>
                    <a:pt x="7244860" y="49824"/>
                  </a:lnTo>
                  <a:lnTo>
                    <a:pt x="7253338" y="49824"/>
                  </a:lnTo>
                  <a:lnTo>
                    <a:pt x="7253338" y="49824"/>
                  </a:lnTo>
                  <a:lnTo>
                    <a:pt x="7261817" y="49824"/>
                  </a:lnTo>
                  <a:lnTo>
                    <a:pt x="7261817" y="49824"/>
                  </a:lnTo>
                  <a:lnTo>
                    <a:pt x="7266056" y="49824"/>
                  </a:lnTo>
                  <a:lnTo>
                    <a:pt x="7266056" y="49824"/>
                  </a:lnTo>
                  <a:lnTo>
                    <a:pt x="7270295" y="49824"/>
                  </a:lnTo>
                  <a:lnTo>
                    <a:pt x="7270295" y="49824"/>
                  </a:lnTo>
                  <a:lnTo>
                    <a:pt x="7274535" y="49824"/>
                  </a:lnTo>
                  <a:lnTo>
                    <a:pt x="7274535" y="48965"/>
                  </a:lnTo>
                  <a:lnTo>
                    <a:pt x="7278774" y="48965"/>
                  </a:lnTo>
                  <a:lnTo>
                    <a:pt x="7278774" y="47246"/>
                  </a:lnTo>
                  <a:lnTo>
                    <a:pt x="7283013" y="47246"/>
                  </a:lnTo>
                  <a:lnTo>
                    <a:pt x="7283013" y="46385"/>
                  </a:lnTo>
                  <a:lnTo>
                    <a:pt x="7287252" y="46385"/>
                  </a:lnTo>
                  <a:lnTo>
                    <a:pt x="7287252" y="45525"/>
                  </a:lnTo>
                  <a:lnTo>
                    <a:pt x="7295731" y="45525"/>
                  </a:lnTo>
                  <a:lnTo>
                    <a:pt x="7295731" y="44664"/>
                  </a:lnTo>
                  <a:lnTo>
                    <a:pt x="7299970" y="44664"/>
                  </a:lnTo>
                  <a:lnTo>
                    <a:pt x="7299970" y="43803"/>
                  </a:lnTo>
                  <a:lnTo>
                    <a:pt x="7304209" y="43803"/>
                  </a:lnTo>
                  <a:lnTo>
                    <a:pt x="7304209" y="43803"/>
                  </a:lnTo>
                  <a:lnTo>
                    <a:pt x="7308448" y="43803"/>
                  </a:lnTo>
                  <a:lnTo>
                    <a:pt x="7308448" y="43803"/>
                  </a:lnTo>
                  <a:lnTo>
                    <a:pt x="7312688" y="43803"/>
                  </a:lnTo>
                  <a:lnTo>
                    <a:pt x="7312688" y="42937"/>
                  </a:lnTo>
                  <a:lnTo>
                    <a:pt x="7329645" y="42937"/>
                  </a:lnTo>
                  <a:lnTo>
                    <a:pt x="7329645" y="42937"/>
                  </a:lnTo>
                  <a:lnTo>
                    <a:pt x="7333884" y="42937"/>
                  </a:lnTo>
                  <a:lnTo>
                    <a:pt x="7333884" y="40337"/>
                  </a:lnTo>
                  <a:lnTo>
                    <a:pt x="7342362" y="40337"/>
                  </a:lnTo>
                  <a:lnTo>
                    <a:pt x="7342362" y="40337"/>
                  </a:lnTo>
                  <a:lnTo>
                    <a:pt x="7346602" y="40337"/>
                  </a:lnTo>
                  <a:lnTo>
                    <a:pt x="7346602" y="40337"/>
                  </a:lnTo>
                  <a:lnTo>
                    <a:pt x="7350841" y="40337"/>
                  </a:lnTo>
                  <a:lnTo>
                    <a:pt x="7350841" y="38599"/>
                  </a:lnTo>
                  <a:lnTo>
                    <a:pt x="7355080" y="38599"/>
                  </a:lnTo>
                  <a:lnTo>
                    <a:pt x="7355080" y="38599"/>
                  </a:lnTo>
                  <a:lnTo>
                    <a:pt x="7359319" y="38599"/>
                  </a:lnTo>
                  <a:lnTo>
                    <a:pt x="7359319" y="38599"/>
                  </a:lnTo>
                  <a:lnTo>
                    <a:pt x="7363559" y="38599"/>
                  </a:lnTo>
                  <a:lnTo>
                    <a:pt x="7363559" y="37725"/>
                  </a:lnTo>
                  <a:lnTo>
                    <a:pt x="7367798" y="37725"/>
                  </a:lnTo>
                  <a:lnTo>
                    <a:pt x="7367798" y="37725"/>
                  </a:lnTo>
                  <a:lnTo>
                    <a:pt x="7372037" y="37725"/>
                  </a:lnTo>
                  <a:lnTo>
                    <a:pt x="7372037" y="37725"/>
                  </a:lnTo>
                  <a:lnTo>
                    <a:pt x="7376276" y="37725"/>
                  </a:lnTo>
                  <a:lnTo>
                    <a:pt x="7376276" y="36851"/>
                  </a:lnTo>
                  <a:lnTo>
                    <a:pt x="7380516" y="36851"/>
                  </a:lnTo>
                  <a:lnTo>
                    <a:pt x="7380516" y="34224"/>
                  </a:lnTo>
                  <a:lnTo>
                    <a:pt x="7384755" y="34224"/>
                  </a:lnTo>
                  <a:lnTo>
                    <a:pt x="7384755" y="32473"/>
                  </a:lnTo>
                  <a:lnTo>
                    <a:pt x="7388994" y="32473"/>
                  </a:lnTo>
                  <a:lnTo>
                    <a:pt x="7388994" y="32473"/>
                  </a:lnTo>
                  <a:lnTo>
                    <a:pt x="7393233" y="32473"/>
                  </a:lnTo>
                  <a:lnTo>
                    <a:pt x="7393233" y="32473"/>
                  </a:lnTo>
                  <a:lnTo>
                    <a:pt x="7397472" y="32473"/>
                  </a:lnTo>
                  <a:lnTo>
                    <a:pt x="7397472" y="32473"/>
                  </a:lnTo>
                  <a:lnTo>
                    <a:pt x="7401712" y="32473"/>
                  </a:lnTo>
                  <a:lnTo>
                    <a:pt x="7401712" y="32473"/>
                  </a:lnTo>
                  <a:lnTo>
                    <a:pt x="7405951" y="32473"/>
                  </a:lnTo>
                  <a:lnTo>
                    <a:pt x="7405951" y="32473"/>
                  </a:lnTo>
                  <a:lnTo>
                    <a:pt x="7410190" y="32473"/>
                  </a:lnTo>
                  <a:lnTo>
                    <a:pt x="7410190" y="30714"/>
                  </a:lnTo>
                  <a:lnTo>
                    <a:pt x="7414429" y="30714"/>
                  </a:lnTo>
                  <a:lnTo>
                    <a:pt x="7414429" y="30714"/>
                  </a:lnTo>
                  <a:lnTo>
                    <a:pt x="7418669" y="30714"/>
                  </a:lnTo>
                  <a:lnTo>
                    <a:pt x="7418669" y="30714"/>
                  </a:lnTo>
                  <a:lnTo>
                    <a:pt x="7422908" y="30714"/>
                  </a:lnTo>
                  <a:lnTo>
                    <a:pt x="7422908" y="28950"/>
                  </a:lnTo>
                  <a:lnTo>
                    <a:pt x="7431386" y="28950"/>
                  </a:lnTo>
                  <a:lnTo>
                    <a:pt x="7431386" y="28068"/>
                  </a:lnTo>
                  <a:lnTo>
                    <a:pt x="7444104" y="28068"/>
                  </a:lnTo>
                  <a:lnTo>
                    <a:pt x="7444104" y="28068"/>
                  </a:lnTo>
                  <a:lnTo>
                    <a:pt x="7448343" y="28068"/>
                  </a:lnTo>
                  <a:lnTo>
                    <a:pt x="7448343" y="27185"/>
                  </a:lnTo>
                  <a:lnTo>
                    <a:pt x="7452583" y="27185"/>
                  </a:lnTo>
                  <a:lnTo>
                    <a:pt x="7452583" y="24532"/>
                  </a:lnTo>
                  <a:lnTo>
                    <a:pt x="7456822" y="24532"/>
                  </a:lnTo>
                  <a:lnTo>
                    <a:pt x="7456822" y="24532"/>
                  </a:lnTo>
                  <a:lnTo>
                    <a:pt x="7461061" y="24532"/>
                  </a:lnTo>
                  <a:lnTo>
                    <a:pt x="7461061" y="24532"/>
                  </a:lnTo>
                  <a:lnTo>
                    <a:pt x="7465300" y="24532"/>
                  </a:lnTo>
                  <a:lnTo>
                    <a:pt x="7465300" y="22757"/>
                  </a:lnTo>
                  <a:lnTo>
                    <a:pt x="7469540" y="22757"/>
                  </a:lnTo>
                  <a:lnTo>
                    <a:pt x="7469540" y="22757"/>
                  </a:lnTo>
                  <a:lnTo>
                    <a:pt x="7473779" y="22757"/>
                  </a:lnTo>
                  <a:lnTo>
                    <a:pt x="7473779" y="21868"/>
                  </a:lnTo>
                  <a:lnTo>
                    <a:pt x="7478018" y="21868"/>
                  </a:lnTo>
                  <a:lnTo>
                    <a:pt x="7478018" y="20977"/>
                  </a:lnTo>
                  <a:lnTo>
                    <a:pt x="7486496" y="20977"/>
                  </a:lnTo>
                  <a:lnTo>
                    <a:pt x="7486496" y="20977"/>
                  </a:lnTo>
                  <a:lnTo>
                    <a:pt x="7499214" y="20977"/>
                  </a:lnTo>
                  <a:lnTo>
                    <a:pt x="7499214" y="20977"/>
                  </a:lnTo>
                  <a:lnTo>
                    <a:pt x="7503453" y="20977"/>
                  </a:lnTo>
                  <a:lnTo>
                    <a:pt x="7503453" y="19187"/>
                  </a:lnTo>
                  <a:lnTo>
                    <a:pt x="7507693" y="19187"/>
                  </a:lnTo>
                  <a:lnTo>
                    <a:pt x="7507693" y="19187"/>
                  </a:lnTo>
                  <a:lnTo>
                    <a:pt x="7520410" y="19187"/>
                  </a:lnTo>
                  <a:lnTo>
                    <a:pt x="7520410" y="18289"/>
                  </a:lnTo>
                  <a:lnTo>
                    <a:pt x="7524650" y="18289"/>
                  </a:lnTo>
                  <a:lnTo>
                    <a:pt x="7524650" y="18289"/>
                  </a:lnTo>
                  <a:lnTo>
                    <a:pt x="7528889" y="18289"/>
                  </a:lnTo>
                  <a:lnTo>
                    <a:pt x="7528889" y="16486"/>
                  </a:lnTo>
                  <a:lnTo>
                    <a:pt x="7533128" y="16486"/>
                  </a:lnTo>
                  <a:lnTo>
                    <a:pt x="7533128" y="15585"/>
                  </a:lnTo>
                  <a:lnTo>
                    <a:pt x="7537367" y="15585"/>
                  </a:lnTo>
                  <a:lnTo>
                    <a:pt x="7537367" y="15585"/>
                  </a:lnTo>
                  <a:lnTo>
                    <a:pt x="7545846" y="15585"/>
                  </a:lnTo>
                  <a:lnTo>
                    <a:pt x="7545846" y="14681"/>
                  </a:lnTo>
                  <a:lnTo>
                    <a:pt x="7550085" y="14681"/>
                  </a:lnTo>
                  <a:lnTo>
                    <a:pt x="7550085" y="14681"/>
                  </a:lnTo>
                  <a:lnTo>
                    <a:pt x="7554324" y="14681"/>
                  </a:lnTo>
                  <a:lnTo>
                    <a:pt x="7554324" y="13777"/>
                  </a:lnTo>
                  <a:lnTo>
                    <a:pt x="7558564" y="13777"/>
                  </a:lnTo>
                  <a:lnTo>
                    <a:pt x="7558564" y="13777"/>
                  </a:lnTo>
                  <a:lnTo>
                    <a:pt x="7562803" y="13777"/>
                  </a:lnTo>
                  <a:lnTo>
                    <a:pt x="7562803" y="13777"/>
                  </a:lnTo>
                  <a:lnTo>
                    <a:pt x="7567042" y="13777"/>
                  </a:lnTo>
                  <a:lnTo>
                    <a:pt x="7567042" y="13777"/>
                  </a:lnTo>
                  <a:lnTo>
                    <a:pt x="7571281" y="13777"/>
                  </a:lnTo>
                  <a:lnTo>
                    <a:pt x="7571281" y="12868"/>
                  </a:lnTo>
                  <a:lnTo>
                    <a:pt x="7583999" y="12868"/>
                  </a:lnTo>
                  <a:lnTo>
                    <a:pt x="7583999" y="11957"/>
                  </a:lnTo>
                  <a:lnTo>
                    <a:pt x="7588238" y="11957"/>
                  </a:lnTo>
                  <a:lnTo>
                    <a:pt x="7588238" y="11047"/>
                  </a:lnTo>
                  <a:lnTo>
                    <a:pt x="7592477" y="11047"/>
                  </a:lnTo>
                  <a:lnTo>
                    <a:pt x="7592477" y="10137"/>
                  </a:lnTo>
                  <a:lnTo>
                    <a:pt x="7596717" y="10137"/>
                  </a:lnTo>
                  <a:lnTo>
                    <a:pt x="7596717" y="10137"/>
                  </a:lnTo>
                  <a:lnTo>
                    <a:pt x="7600956" y="10137"/>
                  </a:lnTo>
                  <a:lnTo>
                    <a:pt x="7600956" y="9224"/>
                  </a:lnTo>
                  <a:lnTo>
                    <a:pt x="7605195" y="9224"/>
                  </a:lnTo>
                  <a:lnTo>
                    <a:pt x="7605195" y="9224"/>
                  </a:lnTo>
                  <a:lnTo>
                    <a:pt x="7613674" y="9224"/>
                  </a:lnTo>
                  <a:lnTo>
                    <a:pt x="7613674" y="8311"/>
                  </a:lnTo>
                  <a:lnTo>
                    <a:pt x="7617913" y="8311"/>
                  </a:lnTo>
                  <a:lnTo>
                    <a:pt x="7617913" y="8311"/>
                  </a:lnTo>
                  <a:lnTo>
                    <a:pt x="7622152" y="8311"/>
                  </a:lnTo>
                  <a:lnTo>
                    <a:pt x="7622152" y="8311"/>
                  </a:lnTo>
                  <a:lnTo>
                    <a:pt x="7626391" y="8311"/>
                  </a:lnTo>
                  <a:lnTo>
                    <a:pt x="7626391" y="8311"/>
                  </a:lnTo>
                  <a:lnTo>
                    <a:pt x="7630631" y="8311"/>
                  </a:lnTo>
                  <a:lnTo>
                    <a:pt x="7630631" y="8311"/>
                  </a:lnTo>
                  <a:lnTo>
                    <a:pt x="7634870" y="8311"/>
                  </a:lnTo>
                  <a:lnTo>
                    <a:pt x="7634870" y="7395"/>
                  </a:lnTo>
                  <a:lnTo>
                    <a:pt x="7639109" y="7395"/>
                  </a:lnTo>
                  <a:lnTo>
                    <a:pt x="7639109" y="7395"/>
                  </a:lnTo>
                  <a:lnTo>
                    <a:pt x="7643348" y="7395"/>
                  </a:lnTo>
                  <a:lnTo>
                    <a:pt x="7643348" y="7395"/>
                  </a:lnTo>
                  <a:lnTo>
                    <a:pt x="7647588" y="7395"/>
                  </a:lnTo>
                  <a:lnTo>
                    <a:pt x="7647588" y="6476"/>
                  </a:lnTo>
                  <a:lnTo>
                    <a:pt x="7656066" y="6476"/>
                  </a:lnTo>
                  <a:lnTo>
                    <a:pt x="7656066" y="5557"/>
                  </a:lnTo>
                  <a:lnTo>
                    <a:pt x="7660305" y="5557"/>
                  </a:lnTo>
                  <a:lnTo>
                    <a:pt x="7660305" y="5557"/>
                  </a:lnTo>
                  <a:lnTo>
                    <a:pt x="7673023" y="5557"/>
                  </a:lnTo>
                  <a:lnTo>
                    <a:pt x="7673023" y="5557"/>
                  </a:lnTo>
                  <a:lnTo>
                    <a:pt x="7677262" y="5557"/>
                  </a:lnTo>
                  <a:lnTo>
                    <a:pt x="7677262" y="4636"/>
                  </a:lnTo>
                  <a:lnTo>
                    <a:pt x="7681502" y="4636"/>
                  </a:lnTo>
                  <a:lnTo>
                    <a:pt x="7681502" y="4636"/>
                  </a:lnTo>
                  <a:lnTo>
                    <a:pt x="7689980" y="4636"/>
                  </a:lnTo>
                  <a:lnTo>
                    <a:pt x="7689980" y="4636"/>
                  </a:lnTo>
                  <a:lnTo>
                    <a:pt x="7694219" y="4636"/>
                  </a:lnTo>
                  <a:lnTo>
                    <a:pt x="7694219" y="4636"/>
                  </a:lnTo>
                  <a:lnTo>
                    <a:pt x="7698458" y="4636"/>
                  </a:lnTo>
                  <a:lnTo>
                    <a:pt x="7698458" y="2787"/>
                  </a:lnTo>
                  <a:lnTo>
                    <a:pt x="7706937" y="2787"/>
                  </a:lnTo>
                  <a:lnTo>
                    <a:pt x="7706937" y="2787"/>
                  </a:lnTo>
                  <a:lnTo>
                    <a:pt x="7711176" y="2787"/>
                  </a:lnTo>
                  <a:lnTo>
                    <a:pt x="7711176" y="2787"/>
                  </a:lnTo>
                  <a:lnTo>
                    <a:pt x="7715415" y="2787"/>
                  </a:lnTo>
                  <a:lnTo>
                    <a:pt x="7715415" y="931"/>
                  </a:lnTo>
                  <a:lnTo>
                    <a:pt x="7719655" y="931"/>
                  </a:lnTo>
                  <a:lnTo>
                    <a:pt x="7719655" y="931"/>
                  </a:lnTo>
                  <a:lnTo>
                    <a:pt x="7728133" y="931"/>
                  </a:lnTo>
                  <a:lnTo>
                    <a:pt x="7728133" y="0"/>
                  </a:lnTo>
                  <a:lnTo>
                    <a:pt x="7736612" y="0"/>
                  </a:lnTo>
                  <a:lnTo>
                    <a:pt x="773661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9568" y="896590"/>
              <a:ext cx="7736612" cy="3784204"/>
            </a:xfrm>
            <a:custGeom>
              <a:avLst/>
              <a:pathLst>
                <a:path w="7736612" h="3784204">
                  <a:moveTo>
                    <a:pt x="7736612" y="0"/>
                  </a:moveTo>
                  <a:lnTo>
                    <a:pt x="7736612" y="0"/>
                  </a:lnTo>
                  <a:lnTo>
                    <a:pt x="7728133" y="0"/>
                  </a:lnTo>
                  <a:lnTo>
                    <a:pt x="7728133" y="912"/>
                  </a:lnTo>
                  <a:lnTo>
                    <a:pt x="7719655" y="912"/>
                  </a:lnTo>
                  <a:lnTo>
                    <a:pt x="7719655" y="912"/>
                  </a:lnTo>
                  <a:lnTo>
                    <a:pt x="7715415" y="912"/>
                  </a:lnTo>
                  <a:lnTo>
                    <a:pt x="7715415" y="2731"/>
                  </a:lnTo>
                  <a:lnTo>
                    <a:pt x="7711176" y="2731"/>
                  </a:lnTo>
                  <a:lnTo>
                    <a:pt x="7711176" y="2731"/>
                  </a:lnTo>
                  <a:lnTo>
                    <a:pt x="7706937" y="2731"/>
                  </a:lnTo>
                  <a:lnTo>
                    <a:pt x="7706937" y="2731"/>
                  </a:lnTo>
                  <a:lnTo>
                    <a:pt x="7698458" y="2731"/>
                  </a:lnTo>
                  <a:lnTo>
                    <a:pt x="7698458" y="4544"/>
                  </a:lnTo>
                  <a:lnTo>
                    <a:pt x="7694219" y="4544"/>
                  </a:lnTo>
                  <a:lnTo>
                    <a:pt x="7694219" y="4544"/>
                  </a:lnTo>
                  <a:lnTo>
                    <a:pt x="7689980" y="4544"/>
                  </a:lnTo>
                  <a:lnTo>
                    <a:pt x="7689980" y="4544"/>
                  </a:lnTo>
                  <a:lnTo>
                    <a:pt x="7681502" y="4544"/>
                  </a:lnTo>
                  <a:lnTo>
                    <a:pt x="7681502" y="4544"/>
                  </a:lnTo>
                  <a:lnTo>
                    <a:pt x="7677262" y="4544"/>
                  </a:lnTo>
                  <a:lnTo>
                    <a:pt x="7677262" y="5448"/>
                  </a:lnTo>
                  <a:lnTo>
                    <a:pt x="7673023" y="5448"/>
                  </a:lnTo>
                  <a:lnTo>
                    <a:pt x="7673023" y="5448"/>
                  </a:lnTo>
                  <a:lnTo>
                    <a:pt x="7660305" y="5448"/>
                  </a:lnTo>
                  <a:lnTo>
                    <a:pt x="7660305" y="5448"/>
                  </a:lnTo>
                  <a:lnTo>
                    <a:pt x="7656066" y="5448"/>
                  </a:lnTo>
                  <a:lnTo>
                    <a:pt x="7656066" y="6349"/>
                  </a:lnTo>
                  <a:lnTo>
                    <a:pt x="7647588" y="6349"/>
                  </a:lnTo>
                  <a:lnTo>
                    <a:pt x="7647588" y="7249"/>
                  </a:lnTo>
                  <a:lnTo>
                    <a:pt x="7643348" y="7249"/>
                  </a:lnTo>
                  <a:lnTo>
                    <a:pt x="7643348" y="7249"/>
                  </a:lnTo>
                  <a:lnTo>
                    <a:pt x="7639109" y="7249"/>
                  </a:lnTo>
                  <a:lnTo>
                    <a:pt x="7639109" y="7249"/>
                  </a:lnTo>
                  <a:lnTo>
                    <a:pt x="7634870" y="7249"/>
                  </a:lnTo>
                  <a:lnTo>
                    <a:pt x="7634870" y="8148"/>
                  </a:lnTo>
                  <a:lnTo>
                    <a:pt x="7630631" y="8148"/>
                  </a:lnTo>
                  <a:lnTo>
                    <a:pt x="7630631" y="8148"/>
                  </a:lnTo>
                  <a:lnTo>
                    <a:pt x="7626391" y="8148"/>
                  </a:lnTo>
                  <a:lnTo>
                    <a:pt x="7626391" y="8148"/>
                  </a:lnTo>
                  <a:lnTo>
                    <a:pt x="7622152" y="8148"/>
                  </a:lnTo>
                  <a:lnTo>
                    <a:pt x="7622152" y="8148"/>
                  </a:lnTo>
                  <a:lnTo>
                    <a:pt x="7617913" y="8148"/>
                  </a:lnTo>
                  <a:lnTo>
                    <a:pt x="7617913" y="8148"/>
                  </a:lnTo>
                  <a:lnTo>
                    <a:pt x="7613674" y="8148"/>
                  </a:lnTo>
                  <a:lnTo>
                    <a:pt x="7613674" y="9044"/>
                  </a:lnTo>
                  <a:lnTo>
                    <a:pt x="7605195" y="9044"/>
                  </a:lnTo>
                  <a:lnTo>
                    <a:pt x="7605195" y="9044"/>
                  </a:lnTo>
                  <a:lnTo>
                    <a:pt x="7600956" y="9044"/>
                  </a:lnTo>
                  <a:lnTo>
                    <a:pt x="7600956" y="9939"/>
                  </a:lnTo>
                  <a:lnTo>
                    <a:pt x="7596717" y="9939"/>
                  </a:lnTo>
                  <a:lnTo>
                    <a:pt x="7596717" y="9939"/>
                  </a:lnTo>
                  <a:lnTo>
                    <a:pt x="7592477" y="9939"/>
                  </a:lnTo>
                  <a:lnTo>
                    <a:pt x="7592477" y="10832"/>
                  </a:lnTo>
                  <a:lnTo>
                    <a:pt x="7588238" y="10832"/>
                  </a:lnTo>
                  <a:lnTo>
                    <a:pt x="7588238" y="11725"/>
                  </a:lnTo>
                  <a:lnTo>
                    <a:pt x="7583999" y="11725"/>
                  </a:lnTo>
                  <a:lnTo>
                    <a:pt x="7583999" y="12618"/>
                  </a:lnTo>
                  <a:lnTo>
                    <a:pt x="7571281" y="12618"/>
                  </a:lnTo>
                  <a:lnTo>
                    <a:pt x="7571281" y="13510"/>
                  </a:lnTo>
                  <a:lnTo>
                    <a:pt x="7567042" y="13510"/>
                  </a:lnTo>
                  <a:lnTo>
                    <a:pt x="7567042" y="13510"/>
                  </a:lnTo>
                  <a:lnTo>
                    <a:pt x="7562803" y="13510"/>
                  </a:lnTo>
                  <a:lnTo>
                    <a:pt x="7562803" y="13510"/>
                  </a:lnTo>
                  <a:lnTo>
                    <a:pt x="7558564" y="13510"/>
                  </a:lnTo>
                  <a:lnTo>
                    <a:pt x="7558564" y="13510"/>
                  </a:lnTo>
                  <a:lnTo>
                    <a:pt x="7554324" y="13510"/>
                  </a:lnTo>
                  <a:lnTo>
                    <a:pt x="7554324" y="14397"/>
                  </a:lnTo>
                  <a:lnTo>
                    <a:pt x="7550085" y="14397"/>
                  </a:lnTo>
                  <a:lnTo>
                    <a:pt x="7550085" y="14397"/>
                  </a:lnTo>
                  <a:lnTo>
                    <a:pt x="7545846" y="14397"/>
                  </a:lnTo>
                  <a:lnTo>
                    <a:pt x="7545846" y="15284"/>
                  </a:lnTo>
                  <a:lnTo>
                    <a:pt x="7537367" y="15284"/>
                  </a:lnTo>
                  <a:lnTo>
                    <a:pt x="7537367" y="15284"/>
                  </a:lnTo>
                  <a:lnTo>
                    <a:pt x="7533128" y="15284"/>
                  </a:lnTo>
                  <a:lnTo>
                    <a:pt x="7533128" y="16168"/>
                  </a:lnTo>
                  <a:lnTo>
                    <a:pt x="7528889" y="16168"/>
                  </a:lnTo>
                  <a:lnTo>
                    <a:pt x="7528889" y="17937"/>
                  </a:lnTo>
                  <a:lnTo>
                    <a:pt x="7524650" y="17937"/>
                  </a:lnTo>
                  <a:lnTo>
                    <a:pt x="7524650" y="17937"/>
                  </a:lnTo>
                  <a:lnTo>
                    <a:pt x="7520410" y="17937"/>
                  </a:lnTo>
                  <a:lnTo>
                    <a:pt x="7520410" y="18819"/>
                  </a:lnTo>
                  <a:lnTo>
                    <a:pt x="7507693" y="18819"/>
                  </a:lnTo>
                  <a:lnTo>
                    <a:pt x="7507693" y="18819"/>
                  </a:lnTo>
                  <a:lnTo>
                    <a:pt x="7503453" y="18819"/>
                  </a:lnTo>
                  <a:lnTo>
                    <a:pt x="7503453" y="20576"/>
                  </a:lnTo>
                  <a:lnTo>
                    <a:pt x="7499214" y="20576"/>
                  </a:lnTo>
                  <a:lnTo>
                    <a:pt x="7499214" y="20576"/>
                  </a:lnTo>
                  <a:lnTo>
                    <a:pt x="7486496" y="20576"/>
                  </a:lnTo>
                  <a:lnTo>
                    <a:pt x="7486496" y="20576"/>
                  </a:lnTo>
                  <a:lnTo>
                    <a:pt x="7478018" y="20576"/>
                  </a:lnTo>
                  <a:lnTo>
                    <a:pt x="7478018" y="21450"/>
                  </a:lnTo>
                  <a:lnTo>
                    <a:pt x="7473779" y="21450"/>
                  </a:lnTo>
                  <a:lnTo>
                    <a:pt x="7473779" y="22323"/>
                  </a:lnTo>
                  <a:lnTo>
                    <a:pt x="7469540" y="22323"/>
                  </a:lnTo>
                  <a:lnTo>
                    <a:pt x="7469540" y="22323"/>
                  </a:lnTo>
                  <a:lnTo>
                    <a:pt x="7465300" y="22323"/>
                  </a:lnTo>
                  <a:lnTo>
                    <a:pt x="7465300" y="24066"/>
                  </a:lnTo>
                  <a:lnTo>
                    <a:pt x="7461061" y="24066"/>
                  </a:lnTo>
                  <a:lnTo>
                    <a:pt x="7461061" y="24066"/>
                  </a:lnTo>
                  <a:lnTo>
                    <a:pt x="7456822" y="24066"/>
                  </a:lnTo>
                  <a:lnTo>
                    <a:pt x="7456822" y="24066"/>
                  </a:lnTo>
                  <a:lnTo>
                    <a:pt x="7452583" y="24066"/>
                  </a:lnTo>
                  <a:lnTo>
                    <a:pt x="7452583" y="26672"/>
                  </a:lnTo>
                  <a:lnTo>
                    <a:pt x="7448343" y="26672"/>
                  </a:lnTo>
                  <a:lnTo>
                    <a:pt x="7448343" y="27539"/>
                  </a:lnTo>
                  <a:lnTo>
                    <a:pt x="7444104" y="27539"/>
                  </a:lnTo>
                  <a:lnTo>
                    <a:pt x="7444104" y="27539"/>
                  </a:lnTo>
                  <a:lnTo>
                    <a:pt x="7431386" y="27539"/>
                  </a:lnTo>
                  <a:lnTo>
                    <a:pt x="7431386" y="28405"/>
                  </a:lnTo>
                  <a:lnTo>
                    <a:pt x="7422908" y="28405"/>
                  </a:lnTo>
                  <a:lnTo>
                    <a:pt x="7422908" y="30137"/>
                  </a:lnTo>
                  <a:lnTo>
                    <a:pt x="7418669" y="30137"/>
                  </a:lnTo>
                  <a:lnTo>
                    <a:pt x="7418669" y="30137"/>
                  </a:lnTo>
                  <a:lnTo>
                    <a:pt x="7414429" y="30137"/>
                  </a:lnTo>
                  <a:lnTo>
                    <a:pt x="7414429" y="30137"/>
                  </a:lnTo>
                  <a:lnTo>
                    <a:pt x="7410190" y="30137"/>
                  </a:lnTo>
                  <a:lnTo>
                    <a:pt x="7410190" y="31865"/>
                  </a:lnTo>
                  <a:lnTo>
                    <a:pt x="7405951" y="31865"/>
                  </a:lnTo>
                  <a:lnTo>
                    <a:pt x="7405951" y="31865"/>
                  </a:lnTo>
                  <a:lnTo>
                    <a:pt x="7401712" y="31865"/>
                  </a:lnTo>
                  <a:lnTo>
                    <a:pt x="7401712" y="31865"/>
                  </a:lnTo>
                  <a:lnTo>
                    <a:pt x="7397472" y="31865"/>
                  </a:lnTo>
                  <a:lnTo>
                    <a:pt x="7397472" y="31865"/>
                  </a:lnTo>
                  <a:lnTo>
                    <a:pt x="7393233" y="31865"/>
                  </a:lnTo>
                  <a:lnTo>
                    <a:pt x="7393233" y="31865"/>
                  </a:lnTo>
                  <a:lnTo>
                    <a:pt x="7388994" y="31865"/>
                  </a:lnTo>
                  <a:lnTo>
                    <a:pt x="7388994" y="31865"/>
                  </a:lnTo>
                  <a:lnTo>
                    <a:pt x="7384755" y="31865"/>
                  </a:lnTo>
                  <a:lnTo>
                    <a:pt x="7384755" y="33585"/>
                  </a:lnTo>
                  <a:lnTo>
                    <a:pt x="7380516" y="33585"/>
                  </a:lnTo>
                  <a:lnTo>
                    <a:pt x="7380516" y="36165"/>
                  </a:lnTo>
                  <a:lnTo>
                    <a:pt x="7376276" y="36165"/>
                  </a:lnTo>
                  <a:lnTo>
                    <a:pt x="7376276" y="37024"/>
                  </a:lnTo>
                  <a:lnTo>
                    <a:pt x="7372037" y="37024"/>
                  </a:lnTo>
                  <a:lnTo>
                    <a:pt x="7372037" y="37024"/>
                  </a:lnTo>
                  <a:lnTo>
                    <a:pt x="7367798" y="37024"/>
                  </a:lnTo>
                  <a:lnTo>
                    <a:pt x="7367798" y="37024"/>
                  </a:lnTo>
                  <a:lnTo>
                    <a:pt x="7363559" y="37024"/>
                  </a:lnTo>
                  <a:lnTo>
                    <a:pt x="7363559" y="37882"/>
                  </a:lnTo>
                  <a:lnTo>
                    <a:pt x="7359319" y="37882"/>
                  </a:lnTo>
                  <a:lnTo>
                    <a:pt x="7359319" y="37882"/>
                  </a:lnTo>
                  <a:lnTo>
                    <a:pt x="7355080" y="37882"/>
                  </a:lnTo>
                  <a:lnTo>
                    <a:pt x="7355080" y="37882"/>
                  </a:lnTo>
                  <a:lnTo>
                    <a:pt x="7350841" y="37882"/>
                  </a:lnTo>
                  <a:lnTo>
                    <a:pt x="7350841" y="39589"/>
                  </a:lnTo>
                  <a:lnTo>
                    <a:pt x="7346602" y="39589"/>
                  </a:lnTo>
                  <a:lnTo>
                    <a:pt x="7346602" y="39589"/>
                  </a:lnTo>
                  <a:lnTo>
                    <a:pt x="7342362" y="39589"/>
                  </a:lnTo>
                  <a:lnTo>
                    <a:pt x="7342362" y="39589"/>
                  </a:lnTo>
                  <a:lnTo>
                    <a:pt x="7333884" y="39589"/>
                  </a:lnTo>
                  <a:lnTo>
                    <a:pt x="7333884" y="42144"/>
                  </a:lnTo>
                  <a:lnTo>
                    <a:pt x="7329645" y="42144"/>
                  </a:lnTo>
                  <a:lnTo>
                    <a:pt x="7329645" y="42144"/>
                  </a:lnTo>
                  <a:lnTo>
                    <a:pt x="7312688" y="42144"/>
                  </a:lnTo>
                  <a:lnTo>
                    <a:pt x="7312688" y="42995"/>
                  </a:lnTo>
                  <a:lnTo>
                    <a:pt x="7308448" y="42995"/>
                  </a:lnTo>
                  <a:lnTo>
                    <a:pt x="7308448" y="42995"/>
                  </a:lnTo>
                  <a:lnTo>
                    <a:pt x="7304209" y="42995"/>
                  </a:lnTo>
                  <a:lnTo>
                    <a:pt x="7304209" y="42995"/>
                  </a:lnTo>
                  <a:lnTo>
                    <a:pt x="7299970" y="42995"/>
                  </a:lnTo>
                  <a:lnTo>
                    <a:pt x="7299970" y="43841"/>
                  </a:lnTo>
                  <a:lnTo>
                    <a:pt x="7295731" y="43841"/>
                  </a:lnTo>
                  <a:lnTo>
                    <a:pt x="7295731" y="44687"/>
                  </a:lnTo>
                  <a:lnTo>
                    <a:pt x="7287252" y="44687"/>
                  </a:lnTo>
                  <a:lnTo>
                    <a:pt x="7287252" y="45533"/>
                  </a:lnTo>
                  <a:lnTo>
                    <a:pt x="7283013" y="45533"/>
                  </a:lnTo>
                  <a:lnTo>
                    <a:pt x="7283013" y="46378"/>
                  </a:lnTo>
                  <a:lnTo>
                    <a:pt x="7278774" y="46378"/>
                  </a:lnTo>
                  <a:lnTo>
                    <a:pt x="7278774" y="48068"/>
                  </a:lnTo>
                  <a:lnTo>
                    <a:pt x="7274535" y="48068"/>
                  </a:lnTo>
                  <a:lnTo>
                    <a:pt x="7274535" y="48912"/>
                  </a:lnTo>
                  <a:lnTo>
                    <a:pt x="7270295" y="48912"/>
                  </a:lnTo>
                  <a:lnTo>
                    <a:pt x="7270295" y="48912"/>
                  </a:lnTo>
                  <a:lnTo>
                    <a:pt x="7266056" y="48912"/>
                  </a:lnTo>
                  <a:lnTo>
                    <a:pt x="7266056" y="48912"/>
                  </a:lnTo>
                  <a:lnTo>
                    <a:pt x="7261817" y="48912"/>
                  </a:lnTo>
                  <a:lnTo>
                    <a:pt x="7261817" y="48912"/>
                  </a:lnTo>
                  <a:lnTo>
                    <a:pt x="7253338" y="48912"/>
                  </a:lnTo>
                  <a:lnTo>
                    <a:pt x="7253338" y="48912"/>
                  </a:lnTo>
                  <a:lnTo>
                    <a:pt x="7244860" y="48912"/>
                  </a:lnTo>
                  <a:lnTo>
                    <a:pt x="7244860" y="48912"/>
                  </a:lnTo>
                  <a:lnTo>
                    <a:pt x="7240621" y="48912"/>
                  </a:lnTo>
                  <a:lnTo>
                    <a:pt x="7240621" y="48912"/>
                  </a:lnTo>
                  <a:lnTo>
                    <a:pt x="7236381" y="48912"/>
                  </a:lnTo>
                  <a:lnTo>
                    <a:pt x="7236381" y="48912"/>
                  </a:lnTo>
                  <a:lnTo>
                    <a:pt x="7232142" y="48912"/>
                  </a:lnTo>
                  <a:lnTo>
                    <a:pt x="7232142" y="49751"/>
                  </a:lnTo>
                  <a:lnTo>
                    <a:pt x="7223664" y="49751"/>
                  </a:lnTo>
                  <a:lnTo>
                    <a:pt x="7223664" y="49751"/>
                  </a:lnTo>
                  <a:lnTo>
                    <a:pt x="7219424" y="49751"/>
                  </a:lnTo>
                  <a:lnTo>
                    <a:pt x="7219424" y="51424"/>
                  </a:lnTo>
                  <a:lnTo>
                    <a:pt x="7215185" y="51424"/>
                  </a:lnTo>
                  <a:lnTo>
                    <a:pt x="7215185" y="52260"/>
                  </a:lnTo>
                  <a:lnTo>
                    <a:pt x="7210946" y="52260"/>
                  </a:lnTo>
                  <a:lnTo>
                    <a:pt x="7210946" y="52260"/>
                  </a:lnTo>
                  <a:lnTo>
                    <a:pt x="7206707" y="52260"/>
                  </a:lnTo>
                  <a:lnTo>
                    <a:pt x="7206707" y="53094"/>
                  </a:lnTo>
                  <a:lnTo>
                    <a:pt x="7202467" y="53094"/>
                  </a:lnTo>
                  <a:lnTo>
                    <a:pt x="7202467" y="53928"/>
                  </a:lnTo>
                  <a:lnTo>
                    <a:pt x="7198228" y="53928"/>
                  </a:lnTo>
                  <a:lnTo>
                    <a:pt x="7198228" y="54761"/>
                  </a:lnTo>
                  <a:lnTo>
                    <a:pt x="7193989" y="54761"/>
                  </a:lnTo>
                  <a:lnTo>
                    <a:pt x="7193989" y="54761"/>
                  </a:lnTo>
                  <a:lnTo>
                    <a:pt x="7185510" y="54761"/>
                  </a:lnTo>
                  <a:lnTo>
                    <a:pt x="7185510" y="55593"/>
                  </a:lnTo>
                  <a:lnTo>
                    <a:pt x="7181271" y="55593"/>
                  </a:lnTo>
                  <a:lnTo>
                    <a:pt x="7181271" y="56424"/>
                  </a:lnTo>
                  <a:lnTo>
                    <a:pt x="7177032" y="56424"/>
                  </a:lnTo>
                  <a:lnTo>
                    <a:pt x="7177032" y="56424"/>
                  </a:lnTo>
                  <a:lnTo>
                    <a:pt x="7172793" y="56424"/>
                  </a:lnTo>
                  <a:lnTo>
                    <a:pt x="7172793" y="57254"/>
                  </a:lnTo>
                  <a:lnTo>
                    <a:pt x="7168554" y="57254"/>
                  </a:lnTo>
                  <a:lnTo>
                    <a:pt x="7168554" y="57254"/>
                  </a:lnTo>
                  <a:lnTo>
                    <a:pt x="7164314" y="57254"/>
                  </a:lnTo>
                  <a:lnTo>
                    <a:pt x="7164314" y="57254"/>
                  </a:lnTo>
                  <a:lnTo>
                    <a:pt x="7160075" y="57254"/>
                  </a:lnTo>
                  <a:lnTo>
                    <a:pt x="7160075" y="57254"/>
                  </a:lnTo>
                  <a:lnTo>
                    <a:pt x="7155836" y="57254"/>
                  </a:lnTo>
                  <a:lnTo>
                    <a:pt x="7155836" y="58082"/>
                  </a:lnTo>
                  <a:lnTo>
                    <a:pt x="7151597" y="58082"/>
                  </a:lnTo>
                  <a:lnTo>
                    <a:pt x="7151597" y="58082"/>
                  </a:lnTo>
                  <a:lnTo>
                    <a:pt x="7143118" y="58082"/>
                  </a:lnTo>
                  <a:lnTo>
                    <a:pt x="7143118" y="58082"/>
                  </a:lnTo>
                  <a:lnTo>
                    <a:pt x="7138879" y="58082"/>
                  </a:lnTo>
                  <a:lnTo>
                    <a:pt x="7138879" y="58082"/>
                  </a:lnTo>
                  <a:lnTo>
                    <a:pt x="7130400" y="58082"/>
                  </a:lnTo>
                  <a:lnTo>
                    <a:pt x="7130400" y="58906"/>
                  </a:lnTo>
                  <a:lnTo>
                    <a:pt x="7126161" y="58906"/>
                  </a:lnTo>
                  <a:lnTo>
                    <a:pt x="7126161" y="59729"/>
                  </a:lnTo>
                  <a:lnTo>
                    <a:pt x="7121922" y="59729"/>
                  </a:lnTo>
                  <a:lnTo>
                    <a:pt x="7121922" y="61373"/>
                  </a:lnTo>
                  <a:lnTo>
                    <a:pt x="7117683" y="61373"/>
                  </a:lnTo>
                  <a:lnTo>
                    <a:pt x="7117683" y="61373"/>
                  </a:lnTo>
                  <a:lnTo>
                    <a:pt x="7113443" y="61373"/>
                  </a:lnTo>
                  <a:lnTo>
                    <a:pt x="7113443" y="62194"/>
                  </a:lnTo>
                  <a:lnTo>
                    <a:pt x="7109204" y="62194"/>
                  </a:lnTo>
                  <a:lnTo>
                    <a:pt x="7109204" y="63015"/>
                  </a:lnTo>
                  <a:lnTo>
                    <a:pt x="7104965" y="63015"/>
                  </a:lnTo>
                  <a:lnTo>
                    <a:pt x="7104965" y="64656"/>
                  </a:lnTo>
                  <a:lnTo>
                    <a:pt x="7100726" y="64656"/>
                  </a:lnTo>
                  <a:lnTo>
                    <a:pt x="7100726" y="66295"/>
                  </a:lnTo>
                  <a:lnTo>
                    <a:pt x="7096486" y="66295"/>
                  </a:lnTo>
                  <a:lnTo>
                    <a:pt x="7096486" y="66295"/>
                  </a:lnTo>
                  <a:lnTo>
                    <a:pt x="7092247" y="66295"/>
                  </a:lnTo>
                  <a:lnTo>
                    <a:pt x="7092247" y="66295"/>
                  </a:lnTo>
                  <a:lnTo>
                    <a:pt x="7083769" y="66295"/>
                  </a:lnTo>
                  <a:lnTo>
                    <a:pt x="7083769" y="66295"/>
                  </a:lnTo>
                  <a:lnTo>
                    <a:pt x="7079530" y="66295"/>
                  </a:lnTo>
                  <a:lnTo>
                    <a:pt x="7079530" y="67110"/>
                  </a:lnTo>
                  <a:lnTo>
                    <a:pt x="7075290" y="67110"/>
                  </a:lnTo>
                  <a:lnTo>
                    <a:pt x="7075290" y="69556"/>
                  </a:lnTo>
                  <a:lnTo>
                    <a:pt x="7071051" y="69556"/>
                  </a:lnTo>
                  <a:lnTo>
                    <a:pt x="7071051" y="70371"/>
                  </a:lnTo>
                  <a:lnTo>
                    <a:pt x="7066812" y="70371"/>
                  </a:lnTo>
                  <a:lnTo>
                    <a:pt x="7066812" y="71186"/>
                  </a:lnTo>
                  <a:lnTo>
                    <a:pt x="7062573" y="71186"/>
                  </a:lnTo>
                  <a:lnTo>
                    <a:pt x="7062573" y="71186"/>
                  </a:lnTo>
                  <a:lnTo>
                    <a:pt x="7054094" y="71186"/>
                  </a:lnTo>
                  <a:lnTo>
                    <a:pt x="7054094" y="71186"/>
                  </a:lnTo>
                  <a:lnTo>
                    <a:pt x="7049855" y="71186"/>
                  </a:lnTo>
                  <a:lnTo>
                    <a:pt x="7049855" y="71186"/>
                  </a:lnTo>
                  <a:lnTo>
                    <a:pt x="7045616" y="71186"/>
                  </a:lnTo>
                  <a:lnTo>
                    <a:pt x="7045616" y="71186"/>
                  </a:lnTo>
                  <a:lnTo>
                    <a:pt x="7041376" y="71186"/>
                  </a:lnTo>
                  <a:lnTo>
                    <a:pt x="7041376" y="71186"/>
                  </a:lnTo>
                  <a:lnTo>
                    <a:pt x="7037137" y="71186"/>
                  </a:lnTo>
                  <a:lnTo>
                    <a:pt x="7037137" y="71997"/>
                  </a:lnTo>
                  <a:lnTo>
                    <a:pt x="7032898" y="71997"/>
                  </a:lnTo>
                  <a:lnTo>
                    <a:pt x="7032898" y="71997"/>
                  </a:lnTo>
                  <a:lnTo>
                    <a:pt x="7028659" y="71997"/>
                  </a:lnTo>
                  <a:lnTo>
                    <a:pt x="7028659" y="72807"/>
                  </a:lnTo>
                  <a:lnTo>
                    <a:pt x="7020180" y="72807"/>
                  </a:lnTo>
                  <a:lnTo>
                    <a:pt x="7020180" y="73618"/>
                  </a:lnTo>
                  <a:lnTo>
                    <a:pt x="7015941" y="73618"/>
                  </a:lnTo>
                  <a:lnTo>
                    <a:pt x="7015941" y="74428"/>
                  </a:lnTo>
                  <a:lnTo>
                    <a:pt x="7011702" y="74428"/>
                  </a:lnTo>
                  <a:lnTo>
                    <a:pt x="7011702" y="74428"/>
                  </a:lnTo>
                  <a:lnTo>
                    <a:pt x="7007462" y="74428"/>
                  </a:lnTo>
                  <a:lnTo>
                    <a:pt x="7007462" y="75237"/>
                  </a:lnTo>
                  <a:lnTo>
                    <a:pt x="7003223" y="75237"/>
                  </a:lnTo>
                  <a:lnTo>
                    <a:pt x="7003223" y="76853"/>
                  </a:lnTo>
                  <a:lnTo>
                    <a:pt x="6998984" y="76853"/>
                  </a:lnTo>
                  <a:lnTo>
                    <a:pt x="6998984" y="79276"/>
                  </a:lnTo>
                  <a:lnTo>
                    <a:pt x="6994745" y="79276"/>
                  </a:lnTo>
                  <a:lnTo>
                    <a:pt x="6994745" y="80890"/>
                  </a:lnTo>
                  <a:lnTo>
                    <a:pt x="6990505" y="80890"/>
                  </a:lnTo>
                  <a:lnTo>
                    <a:pt x="6990505" y="82504"/>
                  </a:lnTo>
                  <a:lnTo>
                    <a:pt x="6982027" y="82504"/>
                  </a:lnTo>
                  <a:lnTo>
                    <a:pt x="6982027" y="84117"/>
                  </a:lnTo>
                  <a:lnTo>
                    <a:pt x="6977788" y="84117"/>
                  </a:lnTo>
                  <a:lnTo>
                    <a:pt x="6977788" y="84117"/>
                  </a:lnTo>
                  <a:lnTo>
                    <a:pt x="6973549" y="84117"/>
                  </a:lnTo>
                  <a:lnTo>
                    <a:pt x="6973549" y="84922"/>
                  </a:lnTo>
                  <a:lnTo>
                    <a:pt x="6969309" y="84922"/>
                  </a:lnTo>
                  <a:lnTo>
                    <a:pt x="6969309" y="85726"/>
                  </a:lnTo>
                  <a:lnTo>
                    <a:pt x="6960831" y="85726"/>
                  </a:lnTo>
                  <a:lnTo>
                    <a:pt x="6960831" y="85726"/>
                  </a:lnTo>
                  <a:lnTo>
                    <a:pt x="6956592" y="85726"/>
                  </a:lnTo>
                  <a:lnTo>
                    <a:pt x="6956592" y="87335"/>
                  </a:lnTo>
                  <a:lnTo>
                    <a:pt x="6948113" y="87335"/>
                  </a:lnTo>
                  <a:lnTo>
                    <a:pt x="6948113" y="88139"/>
                  </a:lnTo>
                  <a:lnTo>
                    <a:pt x="6943874" y="88139"/>
                  </a:lnTo>
                  <a:lnTo>
                    <a:pt x="6943874" y="88139"/>
                  </a:lnTo>
                  <a:lnTo>
                    <a:pt x="6939635" y="88139"/>
                  </a:lnTo>
                  <a:lnTo>
                    <a:pt x="6939635" y="88139"/>
                  </a:lnTo>
                  <a:lnTo>
                    <a:pt x="6931156" y="88139"/>
                  </a:lnTo>
                  <a:lnTo>
                    <a:pt x="6931156" y="88139"/>
                  </a:lnTo>
                  <a:lnTo>
                    <a:pt x="6926917" y="88139"/>
                  </a:lnTo>
                  <a:lnTo>
                    <a:pt x="6926917" y="88941"/>
                  </a:lnTo>
                  <a:lnTo>
                    <a:pt x="6922678" y="88941"/>
                  </a:lnTo>
                  <a:lnTo>
                    <a:pt x="6922678" y="88941"/>
                  </a:lnTo>
                  <a:lnTo>
                    <a:pt x="6918438" y="88941"/>
                  </a:lnTo>
                  <a:lnTo>
                    <a:pt x="6918438" y="88941"/>
                  </a:lnTo>
                  <a:lnTo>
                    <a:pt x="6914199" y="88941"/>
                  </a:lnTo>
                  <a:lnTo>
                    <a:pt x="6914199" y="89740"/>
                  </a:lnTo>
                  <a:lnTo>
                    <a:pt x="6905721" y="89740"/>
                  </a:lnTo>
                  <a:lnTo>
                    <a:pt x="6905721" y="89740"/>
                  </a:lnTo>
                  <a:lnTo>
                    <a:pt x="6901481" y="89740"/>
                  </a:lnTo>
                  <a:lnTo>
                    <a:pt x="6901481" y="90537"/>
                  </a:lnTo>
                  <a:lnTo>
                    <a:pt x="6897242" y="90537"/>
                  </a:lnTo>
                  <a:lnTo>
                    <a:pt x="6897242" y="91332"/>
                  </a:lnTo>
                  <a:lnTo>
                    <a:pt x="6888764" y="91332"/>
                  </a:lnTo>
                  <a:lnTo>
                    <a:pt x="6888764" y="91332"/>
                  </a:lnTo>
                  <a:lnTo>
                    <a:pt x="6884524" y="91332"/>
                  </a:lnTo>
                  <a:lnTo>
                    <a:pt x="6884524" y="91332"/>
                  </a:lnTo>
                  <a:lnTo>
                    <a:pt x="6880285" y="91332"/>
                  </a:lnTo>
                  <a:lnTo>
                    <a:pt x="6880285" y="92127"/>
                  </a:lnTo>
                  <a:lnTo>
                    <a:pt x="6876046" y="92127"/>
                  </a:lnTo>
                  <a:lnTo>
                    <a:pt x="6876046" y="93714"/>
                  </a:lnTo>
                  <a:lnTo>
                    <a:pt x="6871807" y="93714"/>
                  </a:lnTo>
                  <a:lnTo>
                    <a:pt x="6871807" y="93714"/>
                  </a:lnTo>
                  <a:lnTo>
                    <a:pt x="6867568" y="93714"/>
                  </a:lnTo>
                  <a:lnTo>
                    <a:pt x="6867568" y="94508"/>
                  </a:lnTo>
                  <a:lnTo>
                    <a:pt x="6859089" y="94508"/>
                  </a:lnTo>
                  <a:lnTo>
                    <a:pt x="6859089" y="94508"/>
                  </a:lnTo>
                  <a:lnTo>
                    <a:pt x="6854850" y="94508"/>
                  </a:lnTo>
                  <a:lnTo>
                    <a:pt x="6854850" y="95300"/>
                  </a:lnTo>
                  <a:lnTo>
                    <a:pt x="6846371" y="95300"/>
                  </a:lnTo>
                  <a:lnTo>
                    <a:pt x="6846371" y="95300"/>
                  </a:lnTo>
                  <a:lnTo>
                    <a:pt x="6842132" y="95300"/>
                  </a:lnTo>
                  <a:lnTo>
                    <a:pt x="6842132" y="95300"/>
                  </a:lnTo>
                  <a:lnTo>
                    <a:pt x="6837893" y="95300"/>
                  </a:lnTo>
                  <a:lnTo>
                    <a:pt x="6837893" y="95300"/>
                  </a:lnTo>
                  <a:lnTo>
                    <a:pt x="6833654" y="95300"/>
                  </a:lnTo>
                  <a:lnTo>
                    <a:pt x="6833654" y="95300"/>
                  </a:lnTo>
                  <a:lnTo>
                    <a:pt x="6829414" y="95300"/>
                  </a:lnTo>
                  <a:lnTo>
                    <a:pt x="6829414" y="95300"/>
                  </a:lnTo>
                  <a:lnTo>
                    <a:pt x="6825175" y="95300"/>
                  </a:lnTo>
                  <a:lnTo>
                    <a:pt x="6825175" y="96090"/>
                  </a:lnTo>
                  <a:lnTo>
                    <a:pt x="6820936" y="96090"/>
                  </a:lnTo>
                  <a:lnTo>
                    <a:pt x="6820936" y="96878"/>
                  </a:lnTo>
                  <a:lnTo>
                    <a:pt x="6816697" y="96878"/>
                  </a:lnTo>
                  <a:lnTo>
                    <a:pt x="6816697" y="97666"/>
                  </a:lnTo>
                  <a:lnTo>
                    <a:pt x="6812457" y="97666"/>
                  </a:lnTo>
                  <a:lnTo>
                    <a:pt x="6812457" y="99241"/>
                  </a:lnTo>
                  <a:lnTo>
                    <a:pt x="6808218" y="99241"/>
                  </a:lnTo>
                  <a:lnTo>
                    <a:pt x="6808218" y="100813"/>
                  </a:lnTo>
                  <a:lnTo>
                    <a:pt x="6803979" y="100813"/>
                  </a:lnTo>
                  <a:lnTo>
                    <a:pt x="6803979" y="101599"/>
                  </a:lnTo>
                  <a:lnTo>
                    <a:pt x="6799740" y="101599"/>
                  </a:lnTo>
                  <a:lnTo>
                    <a:pt x="6799740" y="101599"/>
                  </a:lnTo>
                  <a:lnTo>
                    <a:pt x="6795500" y="101599"/>
                  </a:lnTo>
                  <a:lnTo>
                    <a:pt x="6795500" y="101599"/>
                  </a:lnTo>
                  <a:lnTo>
                    <a:pt x="6791261" y="101599"/>
                  </a:lnTo>
                  <a:lnTo>
                    <a:pt x="6791261" y="101599"/>
                  </a:lnTo>
                  <a:lnTo>
                    <a:pt x="6782783" y="101599"/>
                  </a:lnTo>
                  <a:lnTo>
                    <a:pt x="6782783" y="102381"/>
                  </a:lnTo>
                  <a:lnTo>
                    <a:pt x="6778543" y="102381"/>
                  </a:lnTo>
                  <a:lnTo>
                    <a:pt x="6778543" y="102381"/>
                  </a:lnTo>
                  <a:lnTo>
                    <a:pt x="6774304" y="102381"/>
                  </a:lnTo>
                  <a:lnTo>
                    <a:pt x="6774304" y="103163"/>
                  </a:lnTo>
                  <a:lnTo>
                    <a:pt x="6770065" y="103163"/>
                  </a:lnTo>
                  <a:lnTo>
                    <a:pt x="6770065" y="103163"/>
                  </a:lnTo>
                  <a:lnTo>
                    <a:pt x="6765826" y="103163"/>
                  </a:lnTo>
                  <a:lnTo>
                    <a:pt x="6765826" y="103944"/>
                  </a:lnTo>
                  <a:lnTo>
                    <a:pt x="6761587" y="103944"/>
                  </a:lnTo>
                  <a:lnTo>
                    <a:pt x="6761587" y="104723"/>
                  </a:lnTo>
                  <a:lnTo>
                    <a:pt x="6757347" y="104723"/>
                  </a:lnTo>
                  <a:lnTo>
                    <a:pt x="6757347" y="107059"/>
                  </a:lnTo>
                  <a:lnTo>
                    <a:pt x="6748869" y="107059"/>
                  </a:lnTo>
                  <a:lnTo>
                    <a:pt x="6748869" y="108615"/>
                  </a:lnTo>
                  <a:lnTo>
                    <a:pt x="6744630" y="108615"/>
                  </a:lnTo>
                  <a:lnTo>
                    <a:pt x="6744630" y="110169"/>
                  </a:lnTo>
                  <a:lnTo>
                    <a:pt x="6736151" y="110169"/>
                  </a:lnTo>
                  <a:lnTo>
                    <a:pt x="6736151" y="110169"/>
                  </a:lnTo>
                  <a:lnTo>
                    <a:pt x="6731912" y="110169"/>
                  </a:lnTo>
                  <a:lnTo>
                    <a:pt x="6731912" y="110169"/>
                  </a:lnTo>
                  <a:lnTo>
                    <a:pt x="6727673" y="110169"/>
                  </a:lnTo>
                  <a:lnTo>
                    <a:pt x="6727673" y="110169"/>
                  </a:lnTo>
                  <a:lnTo>
                    <a:pt x="6723433" y="110169"/>
                  </a:lnTo>
                  <a:lnTo>
                    <a:pt x="6723433" y="111717"/>
                  </a:lnTo>
                  <a:lnTo>
                    <a:pt x="6719194" y="111717"/>
                  </a:lnTo>
                  <a:lnTo>
                    <a:pt x="6719194" y="112491"/>
                  </a:lnTo>
                  <a:lnTo>
                    <a:pt x="6714955" y="112491"/>
                  </a:lnTo>
                  <a:lnTo>
                    <a:pt x="6714955" y="113264"/>
                  </a:lnTo>
                  <a:lnTo>
                    <a:pt x="6706476" y="113264"/>
                  </a:lnTo>
                  <a:lnTo>
                    <a:pt x="6706476" y="114036"/>
                  </a:lnTo>
                  <a:lnTo>
                    <a:pt x="6702237" y="114036"/>
                  </a:lnTo>
                  <a:lnTo>
                    <a:pt x="6702237" y="114036"/>
                  </a:lnTo>
                  <a:lnTo>
                    <a:pt x="6697998" y="114036"/>
                  </a:lnTo>
                  <a:lnTo>
                    <a:pt x="6697998" y="114807"/>
                  </a:lnTo>
                  <a:lnTo>
                    <a:pt x="6693759" y="114807"/>
                  </a:lnTo>
                  <a:lnTo>
                    <a:pt x="6693759" y="115578"/>
                  </a:lnTo>
                  <a:lnTo>
                    <a:pt x="6685280" y="115578"/>
                  </a:lnTo>
                  <a:lnTo>
                    <a:pt x="6685280" y="116347"/>
                  </a:lnTo>
                  <a:lnTo>
                    <a:pt x="6681041" y="116347"/>
                  </a:lnTo>
                  <a:lnTo>
                    <a:pt x="6681041" y="116347"/>
                  </a:lnTo>
                  <a:lnTo>
                    <a:pt x="6676802" y="116347"/>
                  </a:lnTo>
                  <a:lnTo>
                    <a:pt x="6676802" y="117116"/>
                  </a:lnTo>
                  <a:lnTo>
                    <a:pt x="6672563" y="117116"/>
                  </a:lnTo>
                  <a:lnTo>
                    <a:pt x="6672563" y="117116"/>
                  </a:lnTo>
                  <a:lnTo>
                    <a:pt x="6664084" y="117116"/>
                  </a:lnTo>
                  <a:lnTo>
                    <a:pt x="6664084" y="117884"/>
                  </a:lnTo>
                  <a:lnTo>
                    <a:pt x="6659845" y="117884"/>
                  </a:lnTo>
                  <a:lnTo>
                    <a:pt x="6659845" y="119418"/>
                  </a:lnTo>
                  <a:lnTo>
                    <a:pt x="6655606" y="119418"/>
                  </a:lnTo>
                  <a:lnTo>
                    <a:pt x="6655606" y="120185"/>
                  </a:lnTo>
                  <a:lnTo>
                    <a:pt x="6651366" y="120185"/>
                  </a:lnTo>
                  <a:lnTo>
                    <a:pt x="6651366" y="120952"/>
                  </a:lnTo>
                  <a:lnTo>
                    <a:pt x="6647127" y="120952"/>
                  </a:lnTo>
                  <a:lnTo>
                    <a:pt x="6647127" y="120952"/>
                  </a:lnTo>
                  <a:lnTo>
                    <a:pt x="6642888" y="120952"/>
                  </a:lnTo>
                  <a:lnTo>
                    <a:pt x="6642888" y="121717"/>
                  </a:lnTo>
                  <a:lnTo>
                    <a:pt x="6638649" y="121717"/>
                  </a:lnTo>
                  <a:lnTo>
                    <a:pt x="6638649" y="122482"/>
                  </a:lnTo>
                  <a:lnTo>
                    <a:pt x="6634409" y="122482"/>
                  </a:lnTo>
                  <a:lnTo>
                    <a:pt x="6634409" y="122482"/>
                  </a:lnTo>
                  <a:lnTo>
                    <a:pt x="6630170" y="122482"/>
                  </a:lnTo>
                  <a:lnTo>
                    <a:pt x="6630170" y="123245"/>
                  </a:lnTo>
                  <a:lnTo>
                    <a:pt x="6625931" y="123245"/>
                  </a:lnTo>
                  <a:lnTo>
                    <a:pt x="6625931" y="123245"/>
                  </a:lnTo>
                  <a:lnTo>
                    <a:pt x="6621692" y="123245"/>
                  </a:lnTo>
                  <a:lnTo>
                    <a:pt x="6621692" y="124006"/>
                  </a:lnTo>
                  <a:lnTo>
                    <a:pt x="6617452" y="124006"/>
                  </a:lnTo>
                  <a:lnTo>
                    <a:pt x="6617452" y="125525"/>
                  </a:lnTo>
                  <a:lnTo>
                    <a:pt x="6613213" y="125525"/>
                  </a:lnTo>
                  <a:lnTo>
                    <a:pt x="6613213" y="127041"/>
                  </a:lnTo>
                  <a:lnTo>
                    <a:pt x="6608974" y="127041"/>
                  </a:lnTo>
                  <a:lnTo>
                    <a:pt x="6608974" y="127041"/>
                  </a:lnTo>
                  <a:lnTo>
                    <a:pt x="6604735" y="127041"/>
                  </a:lnTo>
                  <a:lnTo>
                    <a:pt x="6604735" y="127799"/>
                  </a:lnTo>
                  <a:lnTo>
                    <a:pt x="6596256" y="127799"/>
                  </a:lnTo>
                  <a:lnTo>
                    <a:pt x="6596256" y="128557"/>
                  </a:lnTo>
                  <a:lnTo>
                    <a:pt x="6592017" y="128557"/>
                  </a:lnTo>
                  <a:lnTo>
                    <a:pt x="6592017" y="128557"/>
                  </a:lnTo>
                  <a:lnTo>
                    <a:pt x="6587778" y="128557"/>
                  </a:lnTo>
                  <a:lnTo>
                    <a:pt x="6587778" y="129312"/>
                  </a:lnTo>
                  <a:lnTo>
                    <a:pt x="6583538" y="129312"/>
                  </a:lnTo>
                  <a:lnTo>
                    <a:pt x="6583538" y="130066"/>
                  </a:lnTo>
                  <a:lnTo>
                    <a:pt x="6579299" y="130066"/>
                  </a:lnTo>
                  <a:lnTo>
                    <a:pt x="6579299" y="130066"/>
                  </a:lnTo>
                  <a:lnTo>
                    <a:pt x="6575060" y="130066"/>
                  </a:lnTo>
                  <a:lnTo>
                    <a:pt x="6575060" y="130820"/>
                  </a:lnTo>
                  <a:lnTo>
                    <a:pt x="6570821" y="130820"/>
                  </a:lnTo>
                  <a:lnTo>
                    <a:pt x="6570821" y="130820"/>
                  </a:lnTo>
                  <a:lnTo>
                    <a:pt x="6562342" y="130820"/>
                  </a:lnTo>
                  <a:lnTo>
                    <a:pt x="6562342" y="131573"/>
                  </a:lnTo>
                  <a:lnTo>
                    <a:pt x="6558103" y="131573"/>
                  </a:lnTo>
                  <a:lnTo>
                    <a:pt x="6558103" y="132325"/>
                  </a:lnTo>
                  <a:lnTo>
                    <a:pt x="6553864" y="132325"/>
                  </a:lnTo>
                  <a:lnTo>
                    <a:pt x="6553864" y="132325"/>
                  </a:lnTo>
                  <a:lnTo>
                    <a:pt x="6549625" y="132325"/>
                  </a:lnTo>
                  <a:lnTo>
                    <a:pt x="6549625" y="132325"/>
                  </a:lnTo>
                  <a:lnTo>
                    <a:pt x="6545385" y="132325"/>
                  </a:lnTo>
                  <a:lnTo>
                    <a:pt x="6545385" y="132325"/>
                  </a:lnTo>
                  <a:lnTo>
                    <a:pt x="6541146" y="132325"/>
                  </a:lnTo>
                  <a:lnTo>
                    <a:pt x="6541146" y="132325"/>
                  </a:lnTo>
                  <a:lnTo>
                    <a:pt x="6536907" y="132325"/>
                  </a:lnTo>
                  <a:lnTo>
                    <a:pt x="6536907" y="132325"/>
                  </a:lnTo>
                  <a:lnTo>
                    <a:pt x="6532668" y="132325"/>
                  </a:lnTo>
                  <a:lnTo>
                    <a:pt x="6532668" y="133073"/>
                  </a:lnTo>
                  <a:lnTo>
                    <a:pt x="6528428" y="133073"/>
                  </a:lnTo>
                  <a:lnTo>
                    <a:pt x="6528428" y="133073"/>
                  </a:lnTo>
                  <a:lnTo>
                    <a:pt x="6524189" y="133073"/>
                  </a:lnTo>
                  <a:lnTo>
                    <a:pt x="6524189" y="133818"/>
                  </a:lnTo>
                  <a:lnTo>
                    <a:pt x="6519950" y="133818"/>
                  </a:lnTo>
                  <a:lnTo>
                    <a:pt x="6519950" y="135307"/>
                  </a:lnTo>
                  <a:lnTo>
                    <a:pt x="6515711" y="135307"/>
                  </a:lnTo>
                  <a:lnTo>
                    <a:pt x="6515711" y="136796"/>
                  </a:lnTo>
                  <a:lnTo>
                    <a:pt x="6511471" y="136796"/>
                  </a:lnTo>
                  <a:lnTo>
                    <a:pt x="6511471" y="136796"/>
                  </a:lnTo>
                  <a:lnTo>
                    <a:pt x="6507232" y="136796"/>
                  </a:lnTo>
                  <a:lnTo>
                    <a:pt x="6507232" y="136796"/>
                  </a:lnTo>
                  <a:lnTo>
                    <a:pt x="6498754" y="136796"/>
                  </a:lnTo>
                  <a:lnTo>
                    <a:pt x="6498754" y="137539"/>
                  </a:lnTo>
                  <a:lnTo>
                    <a:pt x="6494514" y="137539"/>
                  </a:lnTo>
                  <a:lnTo>
                    <a:pt x="6494514" y="137539"/>
                  </a:lnTo>
                  <a:lnTo>
                    <a:pt x="6490275" y="137539"/>
                  </a:lnTo>
                  <a:lnTo>
                    <a:pt x="6490275" y="138281"/>
                  </a:lnTo>
                  <a:lnTo>
                    <a:pt x="6486036" y="138281"/>
                  </a:lnTo>
                  <a:lnTo>
                    <a:pt x="6486036" y="138281"/>
                  </a:lnTo>
                  <a:lnTo>
                    <a:pt x="6481797" y="138281"/>
                  </a:lnTo>
                  <a:lnTo>
                    <a:pt x="6481797" y="139022"/>
                  </a:lnTo>
                  <a:lnTo>
                    <a:pt x="6477557" y="139022"/>
                  </a:lnTo>
                  <a:lnTo>
                    <a:pt x="6477557" y="140502"/>
                  </a:lnTo>
                  <a:lnTo>
                    <a:pt x="6473318" y="140502"/>
                  </a:lnTo>
                  <a:lnTo>
                    <a:pt x="6473318" y="140502"/>
                  </a:lnTo>
                  <a:lnTo>
                    <a:pt x="6469079" y="140502"/>
                  </a:lnTo>
                  <a:lnTo>
                    <a:pt x="6469079" y="141240"/>
                  </a:lnTo>
                  <a:lnTo>
                    <a:pt x="6464840" y="141240"/>
                  </a:lnTo>
                  <a:lnTo>
                    <a:pt x="6464840" y="141976"/>
                  </a:lnTo>
                  <a:lnTo>
                    <a:pt x="6460601" y="141976"/>
                  </a:lnTo>
                  <a:lnTo>
                    <a:pt x="6460601" y="142712"/>
                  </a:lnTo>
                  <a:lnTo>
                    <a:pt x="6456361" y="142712"/>
                  </a:lnTo>
                  <a:lnTo>
                    <a:pt x="6456361" y="143448"/>
                  </a:lnTo>
                  <a:lnTo>
                    <a:pt x="6452122" y="143448"/>
                  </a:lnTo>
                  <a:lnTo>
                    <a:pt x="6452122" y="143448"/>
                  </a:lnTo>
                  <a:lnTo>
                    <a:pt x="6447883" y="143448"/>
                  </a:lnTo>
                  <a:lnTo>
                    <a:pt x="6447883" y="143448"/>
                  </a:lnTo>
                  <a:lnTo>
                    <a:pt x="6443644" y="143448"/>
                  </a:lnTo>
                  <a:lnTo>
                    <a:pt x="6443644" y="144182"/>
                  </a:lnTo>
                  <a:lnTo>
                    <a:pt x="6439404" y="144182"/>
                  </a:lnTo>
                  <a:lnTo>
                    <a:pt x="6439404" y="144182"/>
                  </a:lnTo>
                  <a:lnTo>
                    <a:pt x="6435165" y="144182"/>
                  </a:lnTo>
                  <a:lnTo>
                    <a:pt x="6435165" y="144182"/>
                  </a:lnTo>
                  <a:lnTo>
                    <a:pt x="6426687" y="144182"/>
                  </a:lnTo>
                  <a:lnTo>
                    <a:pt x="6426687" y="144182"/>
                  </a:lnTo>
                  <a:lnTo>
                    <a:pt x="6422447" y="144182"/>
                  </a:lnTo>
                  <a:lnTo>
                    <a:pt x="6422447" y="145645"/>
                  </a:lnTo>
                  <a:lnTo>
                    <a:pt x="6418208" y="145645"/>
                  </a:lnTo>
                  <a:lnTo>
                    <a:pt x="6418208" y="145645"/>
                  </a:lnTo>
                  <a:lnTo>
                    <a:pt x="6413969" y="145645"/>
                  </a:lnTo>
                  <a:lnTo>
                    <a:pt x="6413969" y="145645"/>
                  </a:lnTo>
                  <a:lnTo>
                    <a:pt x="6409730" y="145645"/>
                  </a:lnTo>
                  <a:lnTo>
                    <a:pt x="6409730" y="146374"/>
                  </a:lnTo>
                  <a:lnTo>
                    <a:pt x="6405490" y="146374"/>
                  </a:lnTo>
                  <a:lnTo>
                    <a:pt x="6405490" y="146374"/>
                  </a:lnTo>
                  <a:lnTo>
                    <a:pt x="6401251" y="146374"/>
                  </a:lnTo>
                  <a:lnTo>
                    <a:pt x="6401251" y="146374"/>
                  </a:lnTo>
                  <a:lnTo>
                    <a:pt x="6397012" y="146374"/>
                  </a:lnTo>
                  <a:lnTo>
                    <a:pt x="6397012" y="147101"/>
                  </a:lnTo>
                  <a:lnTo>
                    <a:pt x="6392773" y="147101"/>
                  </a:lnTo>
                  <a:lnTo>
                    <a:pt x="6392773" y="147101"/>
                  </a:lnTo>
                  <a:lnTo>
                    <a:pt x="6388533" y="147101"/>
                  </a:lnTo>
                  <a:lnTo>
                    <a:pt x="6388533" y="147827"/>
                  </a:lnTo>
                  <a:lnTo>
                    <a:pt x="6384294" y="147827"/>
                  </a:lnTo>
                  <a:lnTo>
                    <a:pt x="6384294" y="147827"/>
                  </a:lnTo>
                  <a:lnTo>
                    <a:pt x="6380055" y="147827"/>
                  </a:lnTo>
                  <a:lnTo>
                    <a:pt x="6380055" y="148551"/>
                  </a:lnTo>
                  <a:lnTo>
                    <a:pt x="6375816" y="148551"/>
                  </a:lnTo>
                  <a:lnTo>
                    <a:pt x="6375816" y="148551"/>
                  </a:lnTo>
                  <a:lnTo>
                    <a:pt x="6371577" y="148551"/>
                  </a:lnTo>
                  <a:lnTo>
                    <a:pt x="6371577" y="149995"/>
                  </a:lnTo>
                  <a:lnTo>
                    <a:pt x="6367337" y="149995"/>
                  </a:lnTo>
                  <a:lnTo>
                    <a:pt x="6367337" y="151439"/>
                  </a:lnTo>
                  <a:lnTo>
                    <a:pt x="6363098" y="151439"/>
                  </a:lnTo>
                  <a:lnTo>
                    <a:pt x="6363098" y="152162"/>
                  </a:lnTo>
                  <a:lnTo>
                    <a:pt x="6358859" y="152162"/>
                  </a:lnTo>
                  <a:lnTo>
                    <a:pt x="6358859" y="152884"/>
                  </a:lnTo>
                  <a:lnTo>
                    <a:pt x="6354620" y="152884"/>
                  </a:lnTo>
                  <a:lnTo>
                    <a:pt x="6354620" y="153606"/>
                  </a:lnTo>
                  <a:lnTo>
                    <a:pt x="6350380" y="153606"/>
                  </a:lnTo>
                  <a:lnTo>
                    <a:pt x="6350380" y="153606"/>
                  </a:lnTo>
                  <a:lnTo>
                    <a:pt x="6346141" y="153606"/>
                  </a:lnTo>
                  <a:lnTo>
                    <a:pt x="6346141" y="154326"/>
                  </a:lnTo>
                  <a:lnTo>
                    <a:pt x="6341902" y="154326"/>
                  </a:lnTo>
                  <a:lnTo>
                    <a:pt x="6341902" y="154326"/>
                  </a:lnTo>
                  <a:lnTo>
                    <a:pt x="6337663" y="154326"/>
                  </a:lnTo>
                  <a:lnTo>
                    <a:pt x="6337663" y="154326"/>
                  </a:lnTo>
                  <a:lnTo>
                    <a:pt x="6333423" y="154326"/>
                  </a:lnTo>
                  <a:lnTo>
                    <a:pt x="6333423" y="154326"/>
                  </a:lnTo>
                  <a:lnTo>
                    <a:pt x="6329184" y="154326"/>
                  </a:lnTo>
                  <a:lnTo>
                    <a:pt x="6329184" y="155045"/>
                  </a:lnTo>
                  <a:lnTo>
                    <a:pt x="6320706" y="155045"/>
                  </a:lnTo>
                  <a:lnTo>
                    <a:pt x="6320706" y="155762"/>
                  </a:lnTo>
                  <a:lnTo>
                    <a:pt x="6316466" y="155762"/>
                  </a:lnTo>
                  <a:lnTo>
                    <a:pt x="6316466" y="155762"/>
                  </a:lnTo>
                  <a:lnTo>
                    <a:pt x="6303749" y="155762"/>
                  </a:lnTo>
                  <a:lnTo>
                    <a:pt x="6303749" y="157194"/>
                  </a:lnTo>
                  <a:lnTo>
                    <a:pt x="6299509" y="157194"/>
                  </a:lnTo>
                  <a:lnTo>
                    <a:pt x="6299509" y="157194"/>
                  </a:lnTo>
                  <a:lnTo>
                    <a:pt x="6295270" y="157194"/>
                  </a:lnTo>
                  <a:lnTo>
                    <a:pt x="6295270" y="158625"/>
                  </a:lnTo>
                  <a:lnTo>
                    <a:pt x="6291031" y="158625"/>
                  </a:lnTo>
                  <a:lnTo>
                    <a:pt x="6291031" y="158625"/>
                  </a:lnTo>
                  <a:lnTo>
                    <a:pt x="6286792" y="158625"/>
                  </a:lnTo>
                  <a:lnTo>
                    <a:pt x="6286792" y="159340"/>
                  </a:lnTo>
                  <a:lnTo>
                    <a:pt x="6282552" y="159340"/>
                  </a:lnTo>
                  <a:lnTo>
                    <a:pt x="6282552" y="160767"/>
                  </a:lnTo>
                  <a:lnTo>
                    <a:pt x="6278313" y="160767"/>
                  </a:lnTo>
                  <a:lnTo>
                    <a:pt x="6278313" y="160767"/>
                  </a:lnTo>
                  <a:lnTo>
                    <a:pt x="6274074" y="160767"/>
                  </a:lnTo>
                  <a:lnTo>
                    <a:pt x="6274074" y="160767"/>
                  </a:lnTo>
                  <a:lnTo>
                    <a:pt x="6269835" y="160767"/>
                  </a:lnTo>
                  <a:lnTo>
                    <a:pt x="6269835" y="162899"/>
                  </a:lnTo>
                  <a:lnTo>
                    <a:pt x="6265596" y="162899"/>
                  </a:lnTo>
                  <a:lnTo>
                    <a:pt x="6265596" y="165031"/>
                  </a:lnTo>
                  <a:lnTo>
                    <a:pt x="6261356" y="165031"/>
                  </a:lnTo>
                  <a:lnTo>
                    <a:pt x="6261356" y="165031"/>
                  </a:lnTo>
                  <a:lnTo>
                    <a:pt x="6257117" y="165031"/>
                  </a:lnTo>
                  <a:lnTo>
                    <a:pt x="6257117" y="165740"/>
                  </a:lnTo>
                  <a:lnTo>
                    <a:pt x="6252878" y="165740"/>
                  </a:lnTo>
                  <a:lnTo>
                    <a:pt x="6252878" y="165740"/>
                  </a:lnTo>
                  <a:lnTo>
                    <a:pt x="6244399" y="165740"/>
                  </a:lnTo>
                  <a:lnTo>
                    <a:pt x="6244399" y="165740"/>
                  </a:lnTo>
                  <a:lnTo>
                    <a:pt x="6240160" y="165740"/>
                  </a:lnTo>
                  <a:lnTo>
                    <a:pt x="6240160" y="166448"/>
                  </a:lnTo>
                  <a:lnTo>
                    <a:pt x="6235921" y="166448"/>
                  </a:lnTo>
                  <a:lnTo>
                    <a:pt x="6235921" y="166448"/>
                  </a:lnTo>
                  <a:lnTo>
                    <a:pt x="6231682" y="166448"/>
                  </a:lnTo>
                  <a:lnTo>
                    <a:pt x="6231682" y="166448"/>
                  </a:lnTo>
                  <a:lnTo>
                    <a:pt x="6227442" y="166448"/>
                  </a:lnTo>
                  <a:lnTo>
                    <a:pt x="6227442" y="167860"/>
                  </a:lnTo>
                  <a:lnTo>
                    <a:pt x="6223203" y="167860"/>
                  </a:lnTo>
                  <a:lnTo>
                    <a:pt x="6223203" y="167860"/>
                  </a:lnTo>
                  <a:lnTo>
                    <a:pt x="6214725" y="167860"/>
                  </a:lnTo>
                  <a:lnTo>
                    <a:pt x="6214725" y="167860"/>
                  </a:lnTo>
                  <a:lnTo>
                    <a:pt x="6210485" y="167860"/>
                  </a:lnTo>
                  <a:lnTo>
                    <a:pt x="6210485" y="168563"/>
                  </a:lnTo>
                  <a:lnTo>
                    <a:pt x="6206246" y="168563"/>
                  </a:lnTo>
                  <a:lnTo>
                    <a:pt x="6206246" y="168563"/>
                  </a:lnTo>
                  <a:lnTo>
                    <a:pt x="6202007" y="168563"/>
                  </a:lnTo>
                  <a:lnTo>
                    <a:pt x="6202007" y="169265"/>
                  </a:lnTo>
                  <a:lnTo>
                    <a:pt x="6193528" y="169265"/>
                  </a:lnTo>
                  <a:lnTo>
                    <a:pt x="6193528" y="169265"/>
                  </a:lnTo>
                  <a:lnTo>
                    <a:pt x="6189289" y="169265"/>
                  </a:lnTo>
                  <a:lnTo>
                    <a:pt x="6189289" y="169966"/>
                  </a:lnTo>
                  <a:lnTo>
                    <a:pt x="6185050" y="169966"/>
                  </a:lnTo>
                  <a:lnTo>
                    <a:pt x="6185050" y="169966"/>
                  </a:lnTo>
                  <a:lnTo>
                    <a:pt x="6180811" y="169966"/>
                  </a:lnTo>
                  <a:lnTo>
                    <a:pt x="6180811" y="171367"/>
                  </a:lnTo>
                  <a:lnTo>
                    <a:pt x="6176571" y="171367"/>
                  </a:lnTo>
                  <a:lnTo>
                    <a:pt x="6176571" y="171367"/>
                  </a:lnTo>
                  <a:lnTo>
                    <a:pt x="6172332" y="171367"/>
                  </a:lnTo>
                  <a:lnTo>
                    <a:pt x="6172332" y="172066"/>
                  </a:lnTo>
                  <a:lnTo>
                    <a:pt x="6168093" y="172066"/>
                  </a:lnTo>
                  <a:lnTo>
                    <a:pt x="6168093" y="172066"/>
                  </a:lnTo>
                  <a:lnTo>
                    <a:pt x="6163854" y="172066"/>
                  </a:lnTo>
                  <a:lnTo>
                    <a:pt x="6163854" y="172066"/>
                  </a:lnTo>
                  <a:lnTo>
                    <a:pt x="6159615" y="172066"/>
                  </a:lnTo>
                  <a:lnTo>
                    <a:pt x="6159615" y="172763"/>
                  </a:lnTo>
                  <a:lnTo>
                    <a:pt x="6155375" y="172763"/>
                  </a:lnTo>
                  <a:lnTo>
                    <a:pt x="6155375" y="172763"/>
                  </a:lnTo>
                  <a:lnTo>
                    <a:pt x="6151136" y="172763"/>
                  </a:lnTo>
                  <a:lnTo>
                    <a:pt x="6151136" y="173460"/>
                  </a:lnTo>
                  <a:lnTo>
                    <a:pt x="6146897" y="173460"/>
                  </a:lnTo>
                  <a:lnTo>
                    <a:pt x="6146897" y="174157"/>
                  </a:lnTo>
                  <a:lnTo>
                    <a:pt x="6142658" y="174157"/>
                  </a:lnTo>
                  <a:lnTo>
                    <a:pt x="6142658" y="174852"/>
                  </a:lnTo>
                  <a:lnTo>
                    <a:pt x="6138418" y="174852"/>
                  </a:lnTo>
                  <a:lnTo>
                    <a:pt x="6138418" y="175547"/>
                  </a:lnTo>
                  <a:lnTo>
                    <a:pt x="6134179" y="175547"/>
                  </a:lnTo>
                  <a:lnTo>
                    <a:pt x="6134179" y="175547"/>
                  </a:lnTo>
                  <a:lnTo>
                    <a:pt x="6129940" y="175547"/>
                  </a:lnTo>
                  <a:lnTo>
                    <a:pt x="6129940" y="176936"/>
                  </a:lnTo>
                  <a:lnTo>
                    <a:pt x="6125701" y="176936"/>
                  </a:lnTo>
                  <a:lnTo>
                    <a:pt x="6125701" y="178324"/>
                  </a:lnTo>
                  <a:lnTo>
                    <a:pt x="6121461" y="178324"/>
                  </a:lnTo>
                  <a:lnTo>
                    <a:pt x="6121461" y="180405"/>
                  </a:lnTo>
                  <a:lnTo>
                    <a:pt x="6117222" y="180405"/>
                  </a:lnTo>
                  <a:lnTo>
                    <a:pt x="6117222" y="181791"/>
                  </a:lnTo>
                  <a:lnTo>
                    <a:pt x="6112983" y="181791"/>
                  </a:lnTo>
                  <a:lnTo>
                    <a:pt x="6112983" y="183176"/>
                  </a:lnTo>
                  <a:lnTo>
                    <a:pt x="6108744" y="183176"/>
                  </a:lnTo>
                  <a:lnTo>
                    <a:pt x="6108744" y="184559"/>
                  </a:lnTo>
                  <a:lnTo>
                    <a:pt x="6104504" y="184559"/>
                  </a:lnTo>
                  <a:lnTo>
                    <a:pt x="6104504" y="185942"/>
                  </a:lnTo>
                  <a:lnTo>
                    <a:pt x="6096026" y="185942"/>
                  </a:lnTo>
                  <a:lnTo>
                    <a:pt x="6096026" y="187324"/>
                  </a:lnTo>
                  <a:lnTo>
                    <a:pt x="6091787" y="187324"/>
                  </a:lnTo>
                  <a:lnTo>
                    <a:pt x="6091787" y="187324"/>
                  </a:lnTo>
                  <a:lnTo>
                    <a:pt x="6087547" y="187324"/>
                  </a:lnTo>
                  <a:lnTo>
                    <a:pt x="6087547" y="188013"/>
                  </a:lnTo>
                  <a:lnTo>
                    <a:pt x="6083308" y="188013"/>
                  </a:lnTo>
                  <a:lnTo>
                    <a:pt x="6083308" y="188013"/>
                  </a:lnTo>
                  <a:lnTo>
                    <a:pt x="6079069" y="188013"/>
                  </a:lnTo>
                  <a:lnTo>
                    <a:pt x="6079069" y="188013"/>
                  </a:lnTo>
                  <a:lnTo>
                    <a:pt x="6074830" y="188013"/>
                  </a:lnTo>
                  <a:lnTo>
                    <a:pt x="6074830" y="188700"/>
                  </a:lnTo>
                  <a:lnTo>
                    <a:pt x="6070590" y="188700"/>
                  </a:lnTo>
                  <a:lnTo>
                    <a:pt x="6070590" y="188700"/>
                  </a:lnTo>
                  <a:lnTo>
                    <a:pt x="6066351" y="188700"/>
                  </a:lnTo>
                  <a:lnTo>
                    <a:pt x="6066351" y="188700"/>
                  </a:lnTo>
                  <a:lnTo>
                    <a:pt x="6062112" y="188700"/>
                  </a:lnTo>
                  <a:lnTo>
                    <a:pt x="6062112" y="188700"/>
                  </a:lnTo>
                  <a:lnTo>
                    <a:pt x="6049394" y="188700"/>
                  </a:lnTo>
                  <a:lnTo>
                    <a:pt x="6049394" y="190759"/>
                  </a:lnTo>
                  <a:lnTo>
                    <a:pt x="6045155" y="190759"/>
                  </a:lnTo>
                  <a:lnTo>
                    <a:pt x="6045155" y="191445"/>
                  </a:lnTo>
                  <a:lnTo>
                    <a:pt x="6040916" y="191445"/>
                  </a:lnTo>
                  <a:lnTo>
                    <a:pt x="6040916" y="191445"/>
                  </a:lnTo>
                  <a:lnTo>
                    <a:pt x="6036677" y="191445"/>
                  </a:lnTo>
                  <a:lnTo>
                    <a:pt x="6036677" y="191445"/>
                  </a:lnTo>
                  <a:lnTo>
                    <a:pt x="6032437" y="191445"/>
                  </a:lnTo>
                  <a:lnTo>
                    <a:pt x="6032437" y="192130"/>
                  </a:lnTo>
                  <a:lnTo>
                    <a:pt x="6028198" y="192130"/>
                  </a:lnTo>
                  <a:lnTo>
                    <a:pt x="6028198" y="194183"/>
                  </a:lnTo>
                  <a:lnTo>
                    <a:pt x="6023959" y="194183"/>
                  </a:lnTo>
                  <a:lnTo>
                    <a:pt x="6023959" y="194866"/>
                  </a:lnTo>
                  <a:lnTo>
                    <a:pt x="6019720" y="194866"/>
                  </a:lnTo>
                  <a:lnTo>
                    <a:pt x="6019720" y="194866"/>
                  </a:lnTo>
                  <a:lnTo>
                    <a:pt x="6015480" y="194866"/>
                  </a:lnTo>
                  <a:lnTo>
                    <a:pt x="6015480" y="194866"/>
                  </a:lnTo>
                  <a:lnTo>
                    <a:pt x="6011241" y="194866"/>
                  </a:lnTo>
                  <a:lnTo>
                    <a:pt x="6011241" y="196910"/>
                  </a:lnTo>
                  <a:lnTo>
                    <a:pt x="6007002" y="196910"/>
                  </a:lnTo>
                  <a:lnTo>
                    <a:pt x="6007002" y="198273"/>
                  </a:lnTo>
                  <a:lnTo>
                    <a:pt x="6002763" y="198273"/>
                  </a:lnTo>
                  <a:lnTo>
                    <a:pt x="6002763" y="198954"/>
                  </a:lnTo>
                  <a:lnTo>
                    <a:pt x="5998523" y="198954"/>
                  </a:lnTo>
                  <a:lnTo>
                    <a:pt x="5998523" y="199634"/>
                  </a:lnTo>
                  <a:lnTo>
                    <a:pt x="5994284" y="199634"/>
                  </a:lnTo>
                  <a:lnTo>
                    <a:pt x="5994284" y="200989"/>
                  </a:lnTo>
                  <a:lnTo>
                    <a:pt x="5990045" y="200989"/>
                  </a:lnTo>
                  <a:lnTo>
                    <a:pt x="5990045" y="201666"/>
                  </a:lnTo>
                  <a:lnTo>
                    <a:pt x="5985806" y="201666"/>
                  </a:lnTo>
                  <a:lnTo>
                    <a:pt x="5985806" y="201666"/>
                  </a:lnTo>
                  <a:lnTo>
                    <a:pt x="5981566" y="201666"/>
                  </a:lnTo>
                  <a:lnTo>
                    <a:pt x="5981566" y="203018"/>
                  </a:lnTo>
                  <a:lnTo>
                    <a:pt x="5977327" y="203018"/>
                  </a:lnTo>
                  <a:lnTo>
                    <a:pt x="5977327" y="203693"/>
                  </a:lnTo>
                  <a:lnTo>
                    <a:pt x="5973088" y="203693"/>
                  </a:lnTo>
                  <a:lnTo>
                    <a:pt x="5973088" y="203693"/>
                  </a:lnTo>
                  <a:lnTo>
                    <a:pt x="5968849" y="203693"/>
                  </a:lnTo>
                  <a:lnTo>
                    <a:pt x="5968849" y="204368"/>
                  </a:lnTo>
                  <a:lnTo>
                    <a:pt x="5964610" y="204368"/>
                  </a:lnTo>
                  <a:lnTo>
                    <a:pt x="5964610" y="204368"/>
                  </a:lnTo>
                  <a:lnTo>
                    <a:pt x="5960370" y="204368"/>
                  </a:lnTo>
                  <a:lnTo>
                    <a:pt x="5960370" y="205040"/>
                  </a:lnTo>
                  <a:lnTo>
                    <a:pt x="5956131" y="205040"/>
                  </a:lnTo>
                  <a:lnTo>
                    <a:pt x="5956131" y="206384"/>
                  </a:lnTo>
                  <a:lnTo>
                    <a:pt x="5951892" y="206384"/>
                  </a:lnTo>
                  <a:lnTo>
                    <a:pt x="5951892" y="206384"/>
                  </a:lnTo>
                  <a:lnTo>
                    <a:pt x="5947653" y="206384"/>
                  </a:lnTo>
                  <a:lnTo>
                    <a:pt x="5947653" y="206384"/>
                  </a:lnTo>
                  <a:lnTo>
                    <a:pt x="5943413" y="206384"/>
                  </a:lnTo>
                  <a:lnTo>
                    <a:pt x="5943413" y="206384"/>
                  </a:lnTo>
                  <a:lnTo>
                    <a:pt x="5939174" y="206384"/>
                  </a:lnTo>
                  <a:lnTo>
                    <a:pt x="5939174" y="206384"/>
                  </a:lnTo>
                  <a:lnTo>
                    <a:pt x="5934935" y="206384"/>
                  </a:lnTo>
                  <a:lnTo>
                    <a:pt x="5934935" y="207053"/>
                  </a:lnTo>
                  <a:lnTo>
                    <a:pt x="5930696" y="207053"/>
                  </a:lnTo>
                  <a:lnTo>
                    <a:pt x="5930696" y="207053"/>
                  </a:lnTo>
                  <a:lnTo>
                    <a:pt x="5926456" y="207053"/>
                  </a:lnTo>
                  <a:lnTo>
                    <a:pt x="5926456" y="209061"/>
                  </a:lnTo>
                  <a:lnTo>
                    <a:pt x="5922217" y="209061"/>
                  </a:lnTo>
                  <a:lnTo>
                    <a:pt x="5922217" y="209061"/>
                  </a:lnTo>
                  <a:lnTo>
                    <a:pt x="5917978" y="209061"/>
                  </a:lnTo>
                  <a:lnTo>
                    <a:pt x="5917978" y="211067"/>
                  </a:lnTo>
                  <a:lnTo>
                    <a:pt x="5909499" y="211067"/>
                  </a:lnTo>
                  <a:lnTo>
                    <a:pt x="5909499" y="211067"/>
                  </a:lnTo>
                  <a:lnTo>
                    <a:pt x="5905260" y="211067"/>
                  </a:lnTo>
                  <a:lnTo>
                    <a:pt x="5905260" y="211734"/>
                  </a:lnTo>
                  <a:lnTo>
                    <a:pt x="5901021" y="211734"/>
                  </a:lnTo>
                  <a:lnTo>
                    <a:pt x="5901021" y="212401"/>
                  </a:lnTo>
                  <a:lnTo>
                    <a:pt x="5892542" y="212401"/>
                  </a:lnTo>
                  <a:lnTo>
                    <a:pt x="5892542" y="213066"/>
                  </a:lnTo>
                  <a:lnTo>
                    <a:pt x="5888303" y="213066"/>
                  </a:lnTo>
                  <a:lnTo>
                    <a:pt x="5888303" y="213732"/>
                  </a:lnTo>
                  <a:lnTo>
                    <a:pt x="5884064" y="213732"/>
                  </a:lnTo>
                  <a:lnTo>
                    <a:pt x="5884064" y="214397"/>
                  </a:lnTo>
                  <a:lnTo>
                    <a:pt x="5875585" y="214397"/>
                  </a:lnTo>
                  <a:lnTo>
                    <a:pt x="5875585" y="215061"/>
                  </a:lnTo>
                  <a:lnTo>
                    <a:pt x="5871346" y="215061"/>
                  </a:lnTo>
                  <a:lnTo>
                    <a:pt x="5871346" y="215724"/>
                  </a:lnTo>
                  <a:lnTo>
                    <a:pt x="5867107" y="215724"/>
                  </a:lnTo>
                  <a:lnTo>
                    <a:pt x="5867107" y="216387"/>
                  </a:lnTo>
                  <a:lnTo>
                    <a:pt x="5862868" y="216387"/>
                  </a:lnTo>
                  <a:lnTo>
                    <a:pt x="5862868" y="217049"/>
                  </a:lnTo>
                  <a:lnTo>
                    <a:pt x="5858629" y="217049"/>
                  </a:lnTo>
                  <a:lnTo>
                    <a:pt x="5858629" y="217711"/>
                  </a:lnTo>
                  <a:lnTo>
                    <a:pt x="5854389" y="217711"/>
                  </a:lnTo>
                  <a:lnTo>
                    <a:pt x="5854389" y="217711"/>
                  </a:lnTo>
                  <a:lnTo>
                    <a:pt x="5850150" y="217711"/>
                  </a:lnTo>
                  <a:lnTo>
                    <a:pt x="5850150" y="218372"/>
                  </a:lnTo>
                  <a:lnTo>
                    <a:pt x="5845911" y="218372"/>
                  </a:lnTo>
                  <a:lnTo>
                    <a:pt x="5845911" y="218372"/>
                  </a:lnTo>
                  <a:lnTo>
                    <a:pt x="5841672" y="218372"/>
                  </a:lnTo>
                  <a:lnTo>
                    <a:pt x="5841672" y="219032"/>
                  </a:lnTo>
                  <a:lnTo>
                    <a:pt x="5833193" y="219032"/>
                  </a:lnTo>
                  <a:lnTo>
                    <a:pt x="5833193" y="219691"/>
                  </a:lnTo>
                  <a:lnTo>
                    <a:pt x="5828954" y="219691"/>
                  </a:lnTo>
                  <a:lnTo>
                    <a:pt x="5828954" y="219691"/>
                  </a:lnTo>
                  <a:lnTo>
                    <a:pt x="5824715" y="219691"/>
                  </a:lnTo>
                  <a:lnTo>
                    <a:pt x="5824715" y="220350"/>
                  </a:lnTo>
                  <a:lnTo>
                    <a:pt x="5820475" y="220350"/>
                  </a:lnTo>
                  <a:lnTo>
                    <a:pt x="5820475" y="221669"/>
                  </a:lnTo>
                  <a:lnTo>
                    <a:pt x="5816236" y="221669"/>
                  </a:lnTo>
                  <a:lnTo>
                    <a:pt x="5816236" y="221669"/>
                  </a:lnTo>
                  <a:lnTo>
                    <a:pt x="5811997" y="221669"/>
                  </a:lnTo>
                  <a:lnTo>
                    <a:pt x="5811997" y="222984"/>
                  </a:lnTo>
                  <a:lnTo>
                    <a:pt x="5807758" y="222984"/>
                  </a:lnTo>
                  <a:lnTo>
                    <a:pt x="5807758" y="222984"/>
                  </a:lnTo>
                  <a:lnTo>
                    <a:pt x="5803518" y="222984"/>
                  </a:lnTo>
                  <a:lnTo>
                    <a:pt x="5803518" y="222984"/>
                  </a:lnTo>
                  <a:lnTo>
                    <a:pt x="5799279" y="222984"/>
                  </a:lnTo>
                  <a:lnTo>
                    <a:pt x="5799279" y="224295"/>
                  </a:lnTo>
                  <a:lnTo>
                    <a:pt x="5795040" y="224295"/>
                  </a:lnTo>
                  <a:lnTo>
                    <a:pt x="5795040" y="224950"/>
                  </a:lnTo>
                  <a:lnTo>
                    <a:pt x="5790801" y="224950"/>
                  </a:lnTo>
                  <a:lnTo>
                    <a:pt x="5790801" y="224950"/>
                  </a:lnTo>
                  <a:lnTo>
                    <a:pt x="5786561" y="224950"/>
                  </a:lnTo>
                  <a:lnTo>
                    <a:pt x="5786561" y="225604"/>
                  </a:lnTo>
                  <a:lnTo>
                    <a:pt x="5782322" y="225604"/>
                  </a:lnTo>
                  <a:lnTo>
                    <a:pt x="5782322" y="226910"/>
                  </a:lnTo>
                  <a:lnTo>
                    <a:pt x="5778083" y="226910"/>
                  </a:lnTo>
                  <a:lnTo>
                    <a:pt x="5778083" y="227562"/>
                  </a:lnTo>
                  <a:lnTo>
                    <a:pt x="5773844" y="227562"/>
                  </a:lnTo>
                  <a:lnTo>
                    <a:pt x="5773844" y="228866"/>
                  </a:lnTo>
                  <a:lnTo>
                    <a:pt x="5769604" y="228866"/>
                  </a:lnTo>
                  <a:lnTo>
                    <a:pt x="5769604" y="229518"/>
                  </a:lnTo>
                  <a:lnTo>
                    <a:pt x="5765365" y="229518"/>
                  </a:lnTo>
                  <a:lnTo>
                    <a:pt x="5765365" y="229518"/>
                  </a:lnTo>
                  <a:lnTo>
                    <a:pt x="5761126" y="229518"/>
                  </a:lnTo>
                  <a:lnTo>
                    <a:pt x="5761126" y="230819"/>
                  </a:lnTo>
                  <a:lnTo>
                    <a:pt x="5756887" y="230819"/>
                  </a:lnTo>
                  <a:lnTo>
                    <a:pt x="5756887" y="231468"/>
                  </a:lnTo>
                  <a:lnTo>
                    <a:pt x="5752648" y="231468"/>
                  </a:lnTo>
                  <a:lnTo>
                    <a:pt x="5752648" y="233416"/>
                  </a:lnTo>
                  <a:lnTo>
                    <a:pt x="5748408" y="233416"/>
                  </a:lnTo>
                  <a:lnTo>
                    <a:pt x="5748408" y="234065"/>
                  </a:lnTo>
                  <a:lnTo>
                    <a:pt x="5744169" y="234065"/>
                  </a:lnTo>
                  <a:lnTo>
                    <a:pt x="5744169" y="236010"/>
                  </a:lnTo>
                  <a:lnTo>
                    <a:pt x="5739930" y="236010"/>
                  </a:lnTo>
                  <a:lnTo>
                    <a:pt x="5739930" y="236658"/>
                  </a:lnTo>
                  <a:lnTo>
                    <a:pt x="5735691" y="236658"/>
                  </a:lnTo>
                  <a:lnTo>
                    <a:pt x="5735691" y="237306"/>
                  </a:lnTo>
                  <a:lnTo>
                    <a:pt x="5731451" y="237306"/>
                  </a:lnTo>
                  <a:lnTo>
                    <a:pt x="5731451" y="237306"/>
                  </a:lnTo>
                  <a:lnTo>
                    <a:pt x="5727212" y="237306"/>
                  </a:lnTo>
                  <a:lnTo>
                    <a:pt x="5727212" y="237953"/>
                  </a:lnTo>
                  <a:lnTo>
                    <a:pt x="5722973" y="237953"/>
                  </a:lnTo>
                  <a:lnTo>
                    <a:pt x="5722973" y="237953"/>
                  </a:lnTo>
                  <a:lnTo>
                    <a:pt x="5718734" y="237953"/>
                  </a:lnTo>
                  <a:lnTo>
                    <a:pt x="5718734" y="238599"/>
                  </a:lnTo>
                  <a:lnTo>
                    <a:pt x="5714494" y="238599"/>
                  </a:lnTo>
                  <a:lnTo>
                    <a:pt x="5714494" y="238599"/>
                  </a:lnTo>
                  <a:lnTo>
                    <a:pt x="5710255" y="238599"/>
                  </a:lnTo>
                  <a:lnTo>
                    <a:pt x="5710255" y="238599"/>
                  </a:lnTo>
                  <a:lnTo>
                    <a:pt x="5706016" y="238599"/>
                  </a:lnTo>
                  <a:lnTo>
                    <a:pt x="5706016" y="239243"/>
                  </a:lnTo>
                  <a:lnTo>
                    <a:pt x="5701777" y="239243"/>
                  </a:lnTo>
                  <a:lnTo>
                    <a:pt x="5701777" y="239243"/>
                  </a:lnTo>
                  <a:lnTo>
                    <a:pt x="5697537" y="239243"/>
                  </a:lnTo>
                  <a:lnTo>
                    <a:pt x="5697537" y="240528"/>
                  </a:lnTo>
                  <a:lnTo>
                    <a:pt x="5693298" y="240528"/>
                  </a:lnTo>
                  <a:lnTo>
                    <a:pt x="5693298" y="240528"/>
                  </a:lnTo>
                  <a:lnTo>
                    <a:pt x="5689059" y="240528"/>
                  </a:lnTo>
                  <a:lnTo>
                    <a:pt x="5689059" y="240528"/>
                  </a:lnTo>
                  <a:lnTo>
                    <a:pt x="5684820" y="240528"/>
                  </a:lnTo>
                  <a:lnTo>
                    <a:pt x="5684820" y="242451"/>
                  </a:lnTo>
                  <a:lnTo>
                    <a:pt x="5680580" y="242451"/>
                  </a:lnTo>
                  <a:lnTo>
                    <a:pt x="5680580" y="243732"/>
                  </a:lnTo>
                  <a:lnTo>
                    <a:pt x="5676341" y="243732"/>
                  </a:lnTo>
                  <a:lnTo>
                    <a:pt x="5676341" y="245651"/>
                  </a:lnTo>
                  <a:lnTo>
                    <a:pt x="5672102" y="245651"/>
                  </a:lnTo>
                  <a:lnTo>
                    <a:pt x="5672102" y="245651"/>
                  </a:lnTo>
                  <a:lnTo>
                    <a:pt x="5667863" y="245651"/>
                  </a:lnTo>
                  <a:lnTo>
                    <a:pt x="5667863" y="246289"/>
                  </a:lnTo>
                  <a:lnTo>
                    <a:pt x="5663624" y="246289"/>
                  </a:lnTo>
                  <a:lnTo>
                    <a:pt x="5663624" y="246289"/>
                  </a:lnTo>
                  <a:lnTo>
                    <a:pt x="5659384" y="246289"/>
                  </a:lnTo>
                  <a:lnTo>
                    <a:pt x="5659384" y="246289"/>
                  </a:lnTo>
                  <a:lnTo>
                    <a:pt x="5655145" y="246289"/>
                  </a:lnTo>
                  <a:lnTo>
                    <a:pt x="5655145" y="246289"/>
                  </a:lnTo>
                  <a:lnTo>
                    <a:pt x="5650906" y="246289"/>
                  </a:lnTo>
                  <a:lnTo>
                    <a:pt x="5650906" y="246289"/>
                  </a:lnTo>
                  <a:lnTo>
                    <a:pt x="5646667" y="246289"/>
                  </a:lnTo>
                  <a:lnTo>
                    <a:pt x="5646667" y="246924"/>
                  </a:lnTo>
                  <a:lnTo>
                    <a:pt x="5642427" y="246924"/>
                  </a:lnTo>
                  <a:lnTo>
                    <a:pt x="5642427" y="247559"/>
                  </a:lnTo>
                  <a:lnTo>
                    <a:pt x="5638188" y="247559"/>
                  </a:lnTo>
                  <a:lnTo>
                    <a:pt x="5638188" y="248192"/>
                  </a:lnTo>
                  <a:lnTo>
                    <a:pt x="5629710" y="248192"/>
                  </a:lnTo>
                  <a:lnTo>
                    <a:pt x="5629710" y="248825"/>
                  </a:lnTo>
                  <a:lnTo>
                    <a:pt x="5625470" y="248825"/>
                  </a:lnTo>
                  <a:lnTo>
                    <a:pt x="5625470" y="248825"/>
                  </a:lnTo>
                  <a:lnTo>
                    <a:pt x="5621231" y="248825"/>
                  </a:lnTo>
                  <a:lnTo>
                    <a:pt x="5621231" y="249457"/>
                  </a:lnTo>
                  <a:lnTo>
                    <a:pt x="5616992" y="249457"/>
                  </a:lnTo>
                  <a:lnTo>
                    <a:pt x="5616992" y="249457"/>
                  </a:lnTo>
                  <a:lnTo>
                    <a:pt x="5612753" y="249457"/>
                  </a:lnTo>
                  <a:lnTo>
                    <a:pt x="5612753" y="250089"/>
                  </a:lnTo>
                  <a:lnTo>
                    <a:pt x="5608513" y="250089"/>
                  </a:lnTo>
                  <a:lnTo>
                    <a:pt x="5608513" y="250089"/>
                  </a:lnTo>
                  <a:lnTo>
                    <a:pt x="5604274" y="250089"/>
                  </a:lnTo>
                  <a:lnTo>
                    <a:pt x="5604274" y="250719"/>
                  </a:lnTo>
                  <a:lnTo>
                    <a:pt x="5600035" y="250719"/>
                  </a:lnTo>
                  <a:lnTo>
                    <a:pt x="5600035" y="251349"/>
                  </a:lnTo>
                  <a:lnTo>
                    <a:pt x="5595796" y="251349"/>
                  </a:lnTo>
                  <a:lnTo>
                    <a:pt x="5595796" y="251978"/>
                  </a:lnTo>
                  <a:lnTo>
                    <a:pt x="5591556" y="251978"/>
                  </a:lnTo>
                  <a:lnTo>
                    <a:pt x="5591556" y="251978"/>
                  </a:lnTo>
                  <a:lnTo>
                    <a:pt x="5587317" y="251978"/>
                  </a:lnTo>
                  <a:lnTo>
                    <a:pt x="5587317" y="253863"/>
                  </a:lnTo>
                  <a:lnTo>
                    <a:pt x="5583078" y="253863"/>
                  </a:lnTo>
                  <a:lnTo>
                    <a:pt x="5583078" y="254491"/>
                  </a:lnTo>
                  <a:lnTo>
                    <a:pt x="5578839" y="254491"/>
                  </a:lnTo>
                  <a:lnTo>
                    <a:pt x="5578839" y="255744"/>
                  </a:lnTo>
                  <a:lnTo>
                    <a:pt x="5574599" y="255744"/>
                  </a:lnTo>
                  <a:lnTo>
                    <a:pt x="5574599" y="255744"/>
                  </a:lnTo>
                  <a:lnTo>
                    <a:pt x="5570360" y="255744"/>
                  </a:lnTo>
                  <a:lnTo>
                    <a:pt x="5570360" y="256997"/>
                  </a:lnTo>
                  <a:lnTo>
                    <a:pt x="5566121" y="256997"/>
                  </a:lnTo>
                  <a:lnTo>
                    <a:pt x="5566121" y="257623"/>
                  </a:lnTo>
                  <a:lnTo>
                    <a:pt x="5561882" y="257623"/>
                  </a:lnTo>
                  <a:lnTo>
                    <a:pt x="5561882" y="257623"/>
                  </a:lnTo>
                  <a:lnTo>
                    <a:pt x="5557643" y="257623"/>
                  </a:lnTo>
                  <a:lnTo>
                    <a:pt x="5557643" y="257623"/>
                  </a:lnTo>
                  <a:lnTo>
                    <a:pt x="5553403" y="257623"/>
                  </a:lnTo>
                  <a:lnTo>
                    <a:pt x="5553403" y="257623"/>
                  </a:lnTo>
                  <a:lnTo>
                    <a:pt x="5549164" y="257623"/>
                  </a:lnTo>
                  <a:lnTo>
                    <a:pt x="5549164" y="258872"/>
                  </a:lnTo>
                  <a:lnTo>
                    <a:pt x="5544925" y="258872"/>
                  </a:lnTo>
                  <a:lnTo>
                    <a:pt x="5544925" y="260745"/>
                  </a:lnTo>
                  <a:lnTo>
                    <a:pt x="5540686" y="260745"/>
                  </a:lnTo>
                  <a:lnTo>
                    <a:pt x="5540686" y="261368"/>
                  </a:lnTo>
                  <a:lnTo>
                    <a:pt x="5536446" y="261368"/>
                  </a:lnTo>
                  <a:lnTo>
                    <a:pt x="5536446" y="261992"/>
                  </a:lnTo>
                  <a:lnTo>
                    <a:pt x="5532207" y="261992"/>
                  </a:lnTo>
                  <a:lnTo>
                    <a:pt x="5532207" y="262615"/>
                  </a:lnTo>
                  <a:lnTo>
                    <a:pt x="5527968" y="262615"/>
                  </a:lnTo>
                  <a:lnTo>
                    <a:pt x="5527968" y="262615"/>
                  </a:lnTo>
                  <a:lnTo>
                    <a:pt x="5523729" y="262615"/>
                  </a:lnTo>
                  <a:lnTo>
                    <a:pt x="5523729" y="263238"/>
                  </a:lnTo>
                  <a:lnTo>
                    <a:pt x="5519489" y="263238"/>
                  </a:lnTo>
                  <a:lnTo>
                    <a:pt x="5519489" y="263238"/>
                  </a:lnTo>
                  <a:lnTo>
                    <a:pt x="5515250" y="263238"/>
                  </a:lnTo>
                  <a:lnTo>
                    <a:pt x="5515250" y="263860"/>
                  </a:lnTo>
                  <a:lnTo>
                    <a:pt x="5506772" y="263860"/>
                  </a:lnTo>
                  <a:lnTo>
                    <a:pt x="5506772" y="264482"/>
                  </a:lnTo>
                  <a:lnTo>
                    <a:pt x="5502532" y="264482"/>
                  </a:lnTo>
                  <a:lnTo>
                    <a:pt x="5502532" y="265103"/>
                  </a:lnTo>
                  <a:lnTo>
                    <a:pt x="5498293" y="265103"/>
                  </a:lnTo>
                  <a:lnTo>
                    <a:pt x="5498293" y="266344"/>
                  </a:lnTo>
                  <a:lnTo>
                    <a:pt x="5494054" y="266344"/>
                  </a:lnTo>
                  <a:lnTo>
                    <a:pt x="5494054" y="266964"/>
                  </a:lnTo>
                  <a:lnTo>
                    <a:pt x="5489815" y="266964"/>
                  </a:lnTo>
                  <a:lnTo>
                    <a:pt x="5489815" y="269440"/>
                  </a:lnTo>
                  <a:lnTo>
                    <a:pt x="5485575" y="269440"/>
                  </a:lnTo>
                  <a:lnTo>
                    <a:pt x="5485575" y="270059"/>
                  </a:lnTo>
                  <a:lnTo>
                    <a:pt x="5481336" y="270059"/>
                  </a:lnTo>
                  <a:lnTo>
                    <a:pt x="5481336" y="270059"/>
                  </a:lnTo>
                  <a:lnTo>
                    <a:pt x="5477097" y="270059"/>
                  </a:lnTo>
                  <a:lnTo>
                    <a:pt x="5477097" y="271295"/>
                  </a:lnTo>
                  <a:lnTo>
                    <a:pt x="5472858" y="271295"/>
                  </a:lnTo>
                  <a:lnTo>
                    <a:pt x="5472858" y="271295"/>
                  </a:lnTo>
                  <a:lnTo>
                    <a:pt x="5468618" y="271295"/>
                  </a:lnTo>
                  <a:lnTo>
                    <a:pt x="5468618" y="273149"/>
                  </a:lnTo>
                  <a:lnTo>
                    <a:pt x="5464379" y="273149"/>
                  </a:lnTo>
                  <a:lnTo>
                    <a:pt x="5464379" y="273765"/>
                  </a:lnTo>
                  <a:lnTo>
                    <a:pt x="5460140" y="273765"/>
                  </a:lnTo>
                  <a:lnTo>
                    <a:pt x="5460140" y="273765"/>
                  </a:lnTo>
                  <a:lnTo>
                    <a:pt x="5455901" y="273765"/>
                  </a:lnTo>
                  <a:lnTo>
                    <a:pt x="5455901" y="274381"/>
                  </a:lnTo>
                  <a:lnTo>
                    <a:pt x="5451662" y="274381"/>
                  </a:lnTo>
                  <a:lnTo>
                    <a:pt x="5451662" y="274381"/>
                  </a:lnTo>
                  <a:lnTo>
                    <a:pt x="5447422" y="274381"/>
                  </a:lnTo>
                  <a:lnTo>
                    <a:pt x="5447422" y="274997"/>
                  </a:lnTo>
                  <a:lnTo>
                    <a:pt x="5443183" y="274997"/>
                  </a:lnTo>
                  <a:lnTo>
                    <a:pt x="5443183" y="275612"/>
                  </a:lnTo>
                  <a:lnTo>
                    <a:pt x="5438944" y="275612"/>
                  </a:lnTo>
                  <a:lnTo>
                    <a:pt x="5438944" y="276227"/>
                  </a:lnTo>
                  <a:lnTo>
                    <a:pt x="5434705" y="276227"/>
                  </a:lnTo>
                  <a:lnTo>
                    <a:pt x="5434705" y="277455"/>
                  </a:lnTo>
                  <a:lnTo>
                    <a:pt x="5430465" y="277455"/>
                  </a:lnTo>
                  <a:lnTo>
                    <a:pt x="5430465" y="278682"/>
                  </a:lnTo>
                  <a:lnTo>
                    <a:pt x="5426226" y="278682"/>
                  </a:lnTo>
                  <a:lnTo>
                    <a:pt x="5426226" y="279295"/>
                  </a:lnTo>
                  <a:lnTo>
                    <a:pt x="5421987" y="279295"/>
                  </a:lnTo>
                  <a:lnTo>
                    <a:pt x="5421987" y="280520"/>
                  </a:lnTo>
                  <a:lnTo>
                    <a:pt x="5417748" y="280520"/>
                  </a:lnTo>
                  <a:lnTo>
                    <a:pt x="5417748" y="281744"/>
                  </a:lnTo>
                  <a:lnTo>
                    <a:pt x="5413508" y="281744"/>
                  </a:lnTo>
                  <a:lnTo>
                    <a:pt x="5413508" y="282968"/>
                  </a:lnTo>
                  <a:lnTo>
                    <a:pt x="5409269" y="282968"/>
                  </a:lnTo>
                  <a:lnTo>
                    <a:pt x="5409269" y="284191"/>
                  </a:lnTo>
                  <a:lnTo>
                    <a:pt x="5405030" y="284191"/>
                  </a:lnTo>
                  <a:lnTo>
                    <a:pt x="5405030" y="284803"/>
                  </a:lnTo>
                  <a:lnTo>
                    <a:pt x="5400791" y="284803"/>
                  </a:lnTo>
                  <a:lnTo>
                    <a:pt x="5400791" y="284803"/>
                  </a:lnTo>
                  <a:lnTo>
                    <a:pt x="5396551" y="284803"/>
                  </a:lnTo>
                  <a:lnTo>
                    <a:pt x="5396551" y="285414"/>
                  </a:lnTo>
                  <a:lnTo>
                    <a:pt x="5392312" y="285414"/>
                  </a:lnTo>
                  <a:lnTo>
                    <a:pt x="5392312" y="286024"/>
                  </a:lnTo>
                  <a:lnTo>
                    <a:pt x="5388073" y="286024"/>
                  </a:lnTo>
                  <a:lnTo>
                    <a:pt x="5388073" y="287244"/>
                  </a:lnTo>
                  <a:lnTo>
                    <a:pt x="5383834" y="287244"/>
                  </a:lnTo>
                  <a:lnTo>
                    <a:pt x="5383834" y="287854"/>
                  </a:lnTo>
                  <a:lnTo>
                    <a:pt x="5379594" y="287854"/>
                  </a:lnTo>
                  <a:lnTo>
                    <a:pt x="5379594" y="289073"/>
                  </a:lnTo>
                  <a:lnTo>
                    <a:pt x="5375355" y="289073"/>
                  </a:lnTo>
                  <a:lnTo>
                    <a:pt x="5375355" y="290291"/>
                  </a:lnTo>
                  <a:lnTo>
                    <a:pt x="5371116" y="290291"/>
                  </a:lnTo>
                  <a:lnTo>
                    <a:pt x="5371116" y="291507"/>
                  </a:lnTo>
                  <a:lnTo>
                    <a:pt x="5366877" y="291507"/>
                  </a:lnTo>
                  <a:lnTo>
                    <a:pt x="5366877" y="291507"/>
                  </a:lnTo>
                  <a:lnTo>
                    <a:pt x="5362637" y="291507"/>
                  </a:lnTo>
                  <a:lnTo>
                    <a:pt x="5362637" y="292114"/>
                  </a:lnTo>
                  <a:lnTo>
                    <a:pt x="5358398" y="292114"/>
                  </a:lnTo>
                  <a:lnTo>
                    <a:pt x="5358398" y="292721"/>
                  </a:lnTo>
                  <a:lnTo>
                    <a:pt x="5354159" y="292721"/>
                  </a:lnTo>
                  <a:lnTo>
                    <a:pt x="5354159" y="293328"/>
                  </a:lnTo>
                  <a:lnTo>
                    <a:pt x="5349920" y="293328"/>
                  </a:lnTo>
                  <a:lnTo>
                    <a:pt x="5349920" y="293328"/>
                  </a:lnTo>
                  <a:lnTo>
                    <a:pt x="5345681" y="293328"/>
                  </a:lnTo>
                  <a:lnTo>
                    <a:pt x="5345681" y="293933"/>
                  </a:lnTo>
                  <a:lnTo>
                    <a:pt x="5341441" y="293933"/>
                  </a:lnTo>
                  <a:lnTo>
                    <a:pt x="5341441" y="293933"/>
                  </a:lnTo>
                  <a:lnTo>
                    <a:pt x="5337202" y="293933"/>
                  </a:lnTo>
                  <a:lnTo>
                    <a:pt x="5337202" y="294538"/>
                  </a:lnTo>
                  <a:lnTo>
                    <a:pt x="5332963" y="294538"/>
                  </a:lnTo>
                  <a:lnTo>
                    <a:pt x="5332963" y="295142"/>
                  </a:lnTo>
                  <a:lnTo>
                    <a:pt x="5328724" y="295142"/>
                  </a:lnTo>
                  <a:lnTo>
                    <a:pt x="5328724" y="295142"/>
                  </a:lnTo>
                  <a:lnTo>
                    <a:pt x="5324484" y="295142"/>
                  </a:lnTo>
                  <a:lnTo>
                    <a:pt x="5324484" y="295142"/>
                  </a:lnTo>
                  <a:lnTo>
                    <a:pt x="5320245" y="295142"/>
                  </a:lnTo>
                  <a:lnTo>
                    <a:pt x="5320245" y="295746"/>
                  </a:lnTo>
                  <a:lnTo>
                    <a:pt x="5316006" y="295746"/>
                  </a:lnTo>
                  <a:lnTo>
                    <a:pt x="5316006" y="296951"/>
                  </a:lnTo>
                  <a:lnTo>
                    <a:pt x="5311767" y="296951"/>
                  </a:lnTo>
                  <a:lnTo>
                    <a:pt x="5311767" y="296951"/>
                  </a:lnTo>
                  <a:lnTo>
                    <a:pt x="5307527" y="296951"/>
                  </a:lnTo>
                  <a:lnTo>
                    <a:pt x="5307527" y="297553"/>
                  </a:lnTo>
                  <a:lnTo>
                    <a:pt x="5303288" y="297553"/>
                  </a:lnTo>
                  <a:lnTo>
                    <a:pt x="5303288" y="297553"/>
                  </a:lnTo>
                  <a:lnTo>
                    <a:pt x="5294810" y="297553"/>
                  </a:lnTo>
                  <a:lnTo>
                    <a:pt x="5294810" y="298754"/>
                  </a:lnTo>
                  <a:lnTo>
                    <a:pt x="5290570" y="298754"/>
                  </a:lnTo>
                  <a:lnTo>
                    <a:pt x="5290570" y="299355"/>
                  </a:lnTo>
                  <a:lnTo>
                    <a:pt x="5286331" y="299355"/>
                  </a:lnTo>
                  <a:lnTo>
                    <a:pt x="5286331" y="299956"/>
                  </a:lnTo>
                  <a:lnTo>
                    <a:pt x="5282092" y="299956"/>
                  </a:lnTo>
                  <a:lnTo>
                    <a:pt x="5282092" y="299956"/>
                  </a:lnTo>
                  <a:lnTo>
                    <a:pt x="5277853" y="299956"/>
                  </a:lnTo>
                  <a:lnTo>
                    <a:pt x="5277853" y="300555"/>
                  </a:lnTo>
                  <a:lnTo>
                    <a:pt x="5273613" y="300555"/>
                  </a:lnTo>
                  <a:lnTo>
                    <a:pt x="5273613" y="300555"/>
                  </a:lnTo>
                  <a:lnTo>
                    <a:pt x="5269374" y="300555"/>
                  </a:lnTo>
                  <a:lnTo>
                    <a:pt x="5269374" y="301752"/>
                  </a:lnTo>
                  <a:lnTo>
                    <a:pt x="5265135" y="301752"/>
                  </a:lnTo>
                  <a:lnTo>
                    <a:pt x="5265135" y="302351"/>
                  </a:lnTo>
                  <a:lnTo>
                    <a:pt x="5260896" y="302351"/>
                  </a:lnTo>
                  <a:lnTo>
                    <a:pt x="5260896" y="302351"/>
                  </a:lnTo>
                  <a:lnTo>
                    <a:pt x="5256657" y="302351"/>
                  </a:lnTo>
                  <a:lnTo>
                    <a:pt x="5256657" y="302948"/>
                  </a:lnTo>
                  <a:lnTo>
                    <a:pt x="5252417" y="302948"/>
                  </a:lnTo>
                  <a:lnTo>
                    <a:pt x="5252417" y="304140"/>
                  </a:lnTo>
                  <a:lnTo>
                    <a:pt x="5248178" y="304140"/>
                  </a:lnTo>
                  <a:lnTo>
                    <a:pt x="5248178" y="304140"/>
                  </a:lnTo>
                  <a:lnTo>
                    <a:pt x="5243939" y="304140"/>
                  </a:lnTo>
                  <a:lnTo>
                    <a:pt x="5243939" y="305331"/>
                  </a:lnTo>
                  <a:lnTo>
                    <a:pt x="5239700" y="305331"/>
                  </a:lnTo>
                  <a:lnTo>
                    <a:pt x="5239700" y="306520"/>
                  </a:lnTo>
                  <a:lnTo>
                    <a:pt x="5235460" y="306520"/>
                  </a:lnTo>
                  <a:lnTo>
                    <a:pt x="5235460" y="307113"/>
                  </a:lnTo>
                  <a:lnTo>
                    <a:pt x="5231221" y="307113"/>
                  </a:lnTo>
                  <a:lnTo>
                    <a:pt x="5231221" y="307113"/>
                  </a:lnTo>
                  <a:lnTo>
                    <a:pt x="5226982" y="307113"/>
                  </a:lnTo>
                  <a:lnTo>
                    <a:pt x="5226982" y="307113"/>
                  </a:lnTo>
                  <a:lnTo>
                    <a:pt x="5222743" y="307113"/>
                  </a:lnTo>
                  <a:lnTo>
                    <a:pt x="5222743" y="307705"/>
                  </a:lnTo>
                  <a:lnTo>
                    <a:pt x="5218503" y="307705"/>
                  </a:lnTo>
                  <a:lnTo>
                    <a:pt x="5218503" y="309478"/>
                  </a:lnTo>
                  <a:lnTo>
                    <a:pt x="5214264" y="309478"/>
                  </a:lnTo>
                  <a:lnTo>
                    <a:pt x="5214264" y="309478"/>
                  </a:lnTo>
                  <a:lnTo>
                    <a:pt x="5210025" y="309478"/>
                  </a:lnTo>
                  <a:lnTo>
                    <a:pt x="5210025" y="309478"/>
                  </a:lnTo>
                  <a:lnTo>
                    <a:pt x="5205786" y="309478"/>
                  </a:lnTo>
                  <a:lnTo>
                    <a:pt x="5205786" y="309478"/>
                  </a:lnTo>
                  <a:lnTo>
                    <a:pt x="5201546" y="309478"/>
                  </a:lnTo>
                  <a:lnTo>
                    <a:pt x="5201546" y="310658"/>
                  </a:lnTo>
                  <a:lnTo>
                    <a:pt x="5197307" y="310658"/>
                  </a:lnTo>
                  <a:lnTo>
                    <a:pt x="5197307" y="310658"/>
                  </a:lnTo>
                  <a:lnTo>
                    <a:pt x="5193068" y="310658"/>
                  </a:lnTo>
                  <a:lnTo>
                    <a:pt x="5193068" y="310658"/>
                  </a:lnTo>
                  <a:lnTo>
                    <a:pt x="5188829" y="310658"/>
                  </a:lnTo>
                  <a:lnTo>
                    <a:pt x="5188829" y="310658"/>
                  </a:lnTo>
                  <a:lnTo>
                    <a:pt x="5184589" y="310658"/>
                  </a:lnTo>
                  <a:lnTo>
                    <a:pt x="5184589" y="311833"/>
                  </a:lnTo>
                  <a:lnTo>
                    <a:pt x="5180350" y="311833"/>
                  </a:lnTo>
                  <a:lnTo>
                    <a:pt x="5180350" y="312421"/>
                  </a:lnTo>
                  <a:lnTo>
                    <a:pt x="5176111" y="312421"/>
                  </a:lnTo>
                  <a:lnTo>
                    <a:pt x="5176111" y="312421"/>
                  </a:lnTo>
                  <a:lnTo>
                    <a:pt x="5171872" y="312421"/>
                  </a:lnTo>
                  <a:lnTo>
                    <a:pt x="5171872" y="313007"/>
                  </a:lnTo>
                  <a:lnTo>
                    <a:pt x="5167632" y="313007"/>
                  </a:lnTo>
                  <a:lnTo>
                    <a:pt x="5167632" y="314179"/>
                  </a:lnTo>
                  <a:lnTo>
                    <a:pt x="5163393" y="314179"/>
                  </a:lnTo>
                  <a:lnTo>
                    <a:pt x="5163393" y="314765"/>
                  </a:lnTo>
                  <a:lnTo>
                    <a:pt x="5159154" y="314765"/>
                  </a:lnTo>
                  <a:lnTo>
                    <a:pt x="5159154" y="315935"/>
                  </a:lnTo>
                  <a:lnTo>
                    <a:pt x="5154915" y="315935"/>
                  </a:lnTo>
                  <a:lnTo>
                    <a:pt x="5154915" y="315935"/>
                  </a:lnTo>
                  <a:lnTo>
                    <a:pt x="5150676" y="315935"/>
                  </a:lnTo>
                  <a:lnTo>
                    <a:pt x="5150676" y="316518"/>
                  </a:lnTo>
                  <a:lnTo>
                    <a:pt x="5146436" y="316518"/>
                  </a:lnTo>
                  <a:lnTo>
                    <a:pt x="5146436" y="317101"/>
                  </a:lnTo>
                  <a:lnTo>
                    <a:pt x="5142197" y="317101"/>
                  </a:lnTo>
                  <a:lnTo>
                    <a:pt x="5142197" y="317101"/>
                  </a:lnTo>
                  <a:lnTo>
                    <a:pt x="5137958" y="317101"/>
                  </a:lnTo>
                  <a:lnTo>
                    <a:pt x="5137958" y="318266"/>
                  </a:lnTo>
                  <a:lnTo>
                    <a:pt x="5133719" y="318266"/>
                  </a:lnTo>
                  <a:lnTo>
                    <a:pt x="5133719" y="318848"/>
                  </a:lnTo>
                  <a:lnTo>
                    <a:pt x="5129479" y="318848"/>
                  </a:lnTo>
                  <a:lnTo>
                    <a:pt x="5129479" y="319430"/>
                  </a:lnTo>
                  <a:lnTo>
                    <a:pt x="5125240" y="319430"/>
                  </a:lnTo>
                  <a:lnTo>
                    <a:pt x="5125240" y="320592"/>
                  </a:lnTo>
                  <a:lnTo>
                    <a:pt x="5121001" y="320592"/>
                  </a:lnTo>
                  <a:lnTo>
                    <a:pt x="5121001" y="320592"/>
                  </a:lnTo>
                  <a:lnTo>
                    <a:pt x="5116762" y="320592"/>
                  </a:lnTo>
                  <a:lnTo>
                    <a:pt x="5116762" y="322914"/>
                  </a:lnTo>
                  <a:lnTo>
                    <a:pt x="5112522" y="322914"/>
                  </a:lnTo>
                  <a:lnTo>
                    <a:pt x="5112522" y="322914"/>
                  </a:lnTo>
                  <a:lnTo>
                    <a:pt x="5108283" y="322914"/>
                  </a:lnTo>
                  <a:lnTo>
                    <a:pt x="5108283" y="324074"/>
                  </a:lnTo>
                  <a:lnTo>
                    <a:pt x="5104044" y="324074"/>
                  </a:lnTo>
                  <a:lnTo>
                    <a:pt x="5104044" y="324653"/>
                  </a:lnTo>
                  <a:lnTo>
                    <a:pt x="5095565" y="324653"/>
                  </a:lnTo>
                  <a:lnTo>
                    <a:pt x="5095565" y="325231"/>
                  </a:lnTo>
                  <a:lnTo>
                    <a:pt x="5087087" y="325231"/>
                  </a:lnTo>
                  <a:lnTo>
                    <a:pt x="5087087" y="326968"/>
                  </a:lnTo>
                  <a:lnTo>
                    <a:pt x="5082848" y="326968"/>
                  </a:lnTo>
                  <a:lnTo>
                    <a:pt x="5082848" y="327546"/>
                  </a:lnTo>
                  <a:lnTo>
                    <a:pt x="5078608" y="327546"/>
                  </a:lnTo>
                  <a:lnTo>
                    <a:pt x="5078608" y="328703"/>
                  </a:lnTo>
                  <a:lnTo>
                    <a:pt x="5074369" y="328703"/>
                  </a:lnTo>
                  <a:lnTo>
                    <a:pt x="5074369" y="331015"/>
                  </a:lnTo>
                  <a:lnTo>
                    <a:pt x="5070130" y="331015"/>
                  </a:lnTo>
                  <a:lnTo>
                    <a:pt x="5070130" y="332746"/>
                  </a:lnTo>
                  <a:lnTo>
                    <a:pt x="5065891" y="332746"/>
                  </a:lnTo>
                  <a:lnTo>
                    <a:pt x="5065891" y="333323"/>
                  </a:lnTo>
                  <a:lnTo>
                    <a:pt x="5061651" y="333323"/>
                  </a:lnTo>
                  <a:lnTo>
                    <a:pt x="5061651" y="335628"/>
                  </a:lnTo>
                  <a:lnTo>
                    <a:pt x="5057412" y="335628"/>
                  </a:lnTo>
                  <a:lnTo>
                    <a:pt x="5057412" y="336780"/>
                  </a:lnTo>
                  <a:lnTo>
                    <a:pt x="5053173" y="336780"/>
                  </a:lnTo>
                  <a:lnTo>
                    <a:pt x="5053173" y="337356"/>
                  </a:lnTo>
                  <a:lnTo>
                    <a:pt x="5048934" y="337356"/>
                  </a:lnTo>
                  <a:lnTo>
                    <a:pt x="5048934" y="337931"/>
                  </a:lnTo>
                  <a:lnTo>
                    <a:pt x="5044695" y="337931"/>
                  </a:lnTo>
                  <a:lnTo>
                    <a:pt x="5044695" y="338506"/>
                  </a:lnTo>
                  <a:lnTo>
                    <a:pt x="5040455" y="338506"/>
                  </a:lnTo>
                  <a:lnTo>
                    <a:pt x="5040455" y="339654"/>
                  </a:lnTo>
                  <a:lnTo>
                    <a:pt x="5036216" y="339654"/>
                  </a:lnTo>
                  <a:lnTo>
                    <a:pt x="5036216" y="339654"/>
                  </a:lnTo>
                  <a:lnTo>
                    <a:pt x="5031977" y="339654"/>
                  </a:lnTo>
                  <a:lnTo>
                    <a:pt x="5031977" y="340801"/>
                  </a:lnTo>
                  <a:lnTo>
                    <a:pt x="5027738" y="340801"/>
                  </a:lnTo>
                  <a:lnTo>
                    <a:pt x="5027738" y="340801"/>
                  </a:lnTo>
                  <a:lnTo>
                    <a:pt x="5023498" y="340801"/>
                  </a:lnTo>
                  <a:lnTo>
                    <a:pt x="5023498" y="340801"/>
                  </a:lnTo>
                  <a:lnTo>
                    <a:pt x="5019259" y="340801"/>
                  </a:lnTo>
                  <a:lnTo>
                    <a:pt x="5019259" y="341946"/>
                  </a:lnTo>
                  <a:lnTo>
                    <a:pt x="5015020" y="341946"/>
                  </a:lnTo>
                  <a:lnTo>
                    <a:pt x="5015020" y="343663"/>
                  </a:lnTo>
                  <a:lnTo>
                    <a:pt x="5010781" y="343663"/>
                  </a:lnTo>
                  <a:lnTo>
                    <a:pt x="5010781" y="344235"/>
                  </a:lnTo>
                  <a:lnTo>
                    <a:pt x="5006541" y="344235"/>
                  </a:lnTo>
                  <a:lnTo>
                    <a:pt x="5006541" y="344235"/>
                  </a:lnTo>
                  <a:lnTo>
                    <a:pt x="5002302" y="344235"/>
                  </a:lnTo>
                  <a:lnTo>
                    <a:pt x="5002302" y="345949"/>
                  </a:lnTo>
                  <a:lnTo>
                    <a:pt x="4998063" y="345949"/>
                  </a:lnTo>
                  <a:lnTo>
                    <a:pt x="4998063" y="345949"/>
                  </a:lnTo>
                  <a:lnTo>
                    <a:pt x="4993824" y="345949"/>
                  </a:lnTo>
                  <a:lnTo>
                    <a:pt x="4993824" y="348234"/>
                  </a:lnTo>
                  <a:lnTo>
                    <a:pt x="4989584" y="348234"/>
                  </a:lnTo>
                  <a:lnTo>
                    <a:pt x="4989584" y="348805"/>
                  </a:lnTo>
                  <a:lnTo>
                    <a:pt x="4985345" y="348805"/>
                  </a:lnTo>
                  <a:lnTo>
                    <a:pt x="4985345" y="350516"/>
                  </a:lnTo>
                  <a:lnTo>
                    <a:pt x="4981106" y="350516"/>
                  </a:lnTo>
                  <a:lnTo>
                    <a:pt x="4981106" y="351657"/>
                  </a:lnTo>
                  <a:lnTo>
                    <a:pt x="4976867" y="351657"/>
                  </a:lnTo>
                  <a:lnTo>
                    <a:pt x="4976867" y="352797"/>
                  </a:lnTo>
                  <a:lnTo>
                    <a:pt x="4972627" y="352797"/>
                  </a:lnTo>
                  <a:lnTo>
                    <a:pt x="4972627" y="353367"/>
                  </a:lnTo>
                  <a:lnTo>
                    <a:pt x="4968388" y="353367"/>
                  </a:lnTo>
                  <a:lnTo>
                    <a:pt x="4968388" y="354506"/>
                  </a:lnTo>
                  <a:lnTo>
                    <a:pt x="4964149" y="354506"/>
                  </a:lnTo>
                  <a:lnTo>
                    <a:pt x="4964149" y="356214"/>
                  </a:lnTo>
                  <a:lnTo>
                    <a:pt x="4959910" y="356214"/>
                  </a:lnTo>
                  <a:lnTo>
                    <a:pt x="4959910" y="357353"/>
                  </a:lnTo>
                  <a:lnTo>
                    <a:pt x="4955671" y="357353"/>
                  </a:lnTo>
                  <a:lnTo>
                    <a:pt x="4955671" y="357921"/>
                  </a:lnTo>
                  <a:lnTo>
                    <a:pt x="4951431" y="357921"/>
                  </a:lnTo>
                  <a:lnTo>
                    <a:pt x="4951431" y="359625"/>
                  </a:lnTo>
                  <a:lnTo>
                    <a:pt x="4942953" y="359625"/>
                  </a:lnTo>
                  <a:lnTo>
                    <a:pt x="4942953" y="360760"/>
                  </a:lnTo>
                  <a:lnTo>
                    <a:pt x="4938714" y="360760"/>
                  </a:lnTo>
                  <a:lnTo>
                    <a:pt x="4938714" y="360760"/>
                  </a:lnTo>
                  <a:lnTo>
                    <a:pt x="4934474" y="360760"/>
                  </a:lnTo>
                  <a:lnTo>
                    <a:pt x="4934474" y="360760"/>
                  </a:lnTo>
                  <a:lnTo>
                    <a:pt x="4930235" y="360760"/>
                  </a:lnTo>
                  <a:lnTo>
                    <a:pt x="4930235" y="360760"/>
                  </a:lnTo>
                  <a:lnTo>
                    <a:pt x="4925996" y="360760"/>
                  </a:lnTo>
                  <a:lnTo>
                    <a:pt x="4925996" y="361894"/>
                  </a:lnTo>
                  <a:lnTo>
                    <a:pt x="4921757" y="361894"/>
                  </a:lnTo>
                  <a:lnTo>
                    <a:pt x="4921757" y="363027"/>
                  </a:lnTo>
                  <a:lnTo>
                    <a:pt x="4917517" y="363027"/>
                  </a:lnTo>
                  <a:lnTo>
                    <a:pt x="4917517" y="363593"/>
                  </a:lnTo>
                  <a:lnTo>
                    <a:pt x="4913278" y="363593"/>
                  </a:lnTo>
                  <a:lnTo>
                    <a:pt x="4913278" y="363593"/>
                  </a:lnTo>
                  <a:lnTo>
                    <a:pt x="4909039" y="363593"/>
                  </a:lnTo>
                  <a:lnTo>
                    <a:pt x="4909039" y="364159"/>
                  </a:lnTo>
                  <a:lnTo>
                    <a:pt x="4904800" y="364159"/>
                  </a:lnTo>
                  <a:lnTo>
                    <a:pt x="4904800" y="365290"/>
                  </a:lnTo>
                  <a:lnTo>
                    <a:pt x="4900560" y="365290"/>
                  </a:lnTo>
                  <a:lnTo>
                    <a:pt x="4900560" y="365290"/>
                  </a:lnTo>
                  <a:lnTo>
                    <a:pt x="4896321" y="365290"/>
                  </a:lnTo>
                  <a:lnTo>
                    <a:pt x="4896321" y="365290"/>
                  </a:lnTo>
                  <a:lnTo>
                    <a:pt x="4892082" y="365290"/>
                  </a:lnTo>
                  <a:lnTo>
                    <a:pt x="4892082" y="365854"/>
                  </a:lnTo>
                  <a:lnTo>
                    <a:pt x="4887843" y="365854"/>
                  </a:lnTo>
                  <a:lnTo>
                    <a:pt x="4887843" y="366981"/>
                  </a:lnTo>
                  <a:lnTo>
                    <a:pt x="4883603" y="366981"/>
                  </a:lnTo>
                  <a:lnTo>
                    <a:pt x="4883603" y="367544"/>
                  </a:lnTo>
                  <a:lnTo>
                    <a:pt x="4879364" y="367544"/>
                  </a:lnTo>
                  <a:lnTo>
                    <a:pt x="4879364" y="369233"/>
                  </a:lnTo>
                  <a:lnTo>
                    <a:pt x="4870886" y="369233"/>
                  </a:lnTo>
                  <a:lnTo>
                    <a:pt x="4870886" y="369796"/>
                  </a:lnTo>
                  <a:lnTo>
                    <a:pt x="4866646" y="369796"/>
                  </a:lnTo>
                  <a:lnTo>
                    <a:pt x="4866646" y="371480"/>
                  </a:lnTo>
                  <a:lnTo>
                    <a:pt x="4862407" y="371480"/>
                  </a:lnTo>
                  <a:lnTo>
                    <a:pt x="4862407" y="372041"/>
                  </a:lnTo>
                  <a:lnTo>
                    <a:pt x="4858168" y="372041"/>
                  </a:lnTo>
                  <a:lnTo>
                    <a:pt x="4858168" y="372602"/>
                  </a:lnTo>
                  <a:lnTo>
                    <a:pt x="4853929" y="372602"/>
                  </a:lnTo>
                  <a:lnTo>
                    <a:pt x="4853929" y="373723"/>
                  </a:lnTo>
                  <a:lnTo>
                    <a:pt x="4849690" y="373723"/>
                  </a:lnTo>
                  <a:lnTo>
                    <a:pt x="4849690" y="374843"/>
                  </a:lnTo>
                  <a:lnTo>
                    <a:pt x="4845450" y="374843"/>
                  </a:lnTo>
                  <a:lnTo>
                    <a:pt x="4845450" y="375403"/>
                  </a:lnTo>
                  <a:lnTo>
                    <a:pt x="4841211" y="375403"/>
                  </a:lnTo>
                  <a:lnTo>
                    <a:pt x="4841211" y="377641"/>
                  </a:lnTo>
                  <a:lnTo>
                    <a:pt x="4836972" y="377641"/>
                  </a:lnTo>
                  <a:lnTo>
                    <a:pt x="4836972" y="378201"/>
                  </a:lnTo>
                  <a:lnTo>
                    <a:pt x="4832733" y="378201"/>
                  </a:lnTo>
                  <a:lnTo>
                    <a:pt x="4832733" y="379319"/>
                  </a:lnTo>
                  <a:lnTo>
                    <a:pt x="4828493" y="379319"/>
                  </a:lnTo>
                  <a:lnTo>
                    <a:pt x="4828493" y="379878"/>
                  </a:lnTo>
                  <a:lnTo>
                    <a:pt x="4824254" y="379878"/>
                  </a:lnTo>
                  <a:lnTo>
                    <a:pt x="4824254" y="380436"/>
                  </a:lnTo>
                  <a:lnTo>
                    <a:pt x="4820015" y="380436"/>
                  </a:lnTo>
                  <a:lnTo>
                    <a:pt x="4820015" y="381552"/>
                  </a:lnTo>
                  <a:lnTo>
                    <a:pt x="4815776" y="381552"/>
                  </a:lnTo>
                  <a:lnTo>
                    <a:pt x="4815776" y="383226"/>
                  </a:lnTo>
                  <a:lnTo>
                    <a:pt x="4811536" y="383226"/>
                  </a:lnTo>
                  <a:lnTo>
                    <a:pt x="4811536" y="384341"/>
                  </a:lnTo>
                  <a:lnTo>
                    <a:pt x="4807297" y="384341"/>
                  </a:lnTo>
                  <a:lnTo>
                    <a:pt x="4807297" y="386011"/>
                  </a:lnTo>
                  <a:lnTo>
                    <a:pt x="4803058" y="386011"/>
                  </a:lnTo>
                  <a:lnTo>
                    <a:pt x="4803058" y="386567"/>
                  </a:lnTo>
                  <a:lnTo>
                    <a:pt x="4798819" y="386567"/>
                  </a:lnTo>
                  <a:lnTo>
                    <a:pt x="4798819" y="386567"/>
                  </a:lnTo>
                  <a:lnTo>
                    <a:pt x="4794579" y="386567"/>
                  </a:lnTo>
                  <a:lnTo>
                    <a:pt x="4794579" y="386567"/>
                  </a:lnTo>
                  <a:lnTo>
                    <a:pt x="4790340" y="386567"/>
                  </a:lnTo>
                  <a:lnTo>
                    <a:pt x="4790340" y="387121"/>
                  </a:lnTo>
                  <a:lnTo>
                    <a:pt x="4786101" y="387121"/>
                  </a:lnTo>
                  <a:lnTo>
                    <a:pt x="4786101" y="388784"/>
                  </a:lnTo>
                  <a:lnTo>
                    <a:pt x="4781862" y="388784"/>
                  </a:lnTo>
                  <a:lnTo>
                    <a:pt x="4781862" y="388784"/>
                  </a:lnTo>
                  <a:lnTo>
                    <a:pt x="4777622" y="388784"/>
                  </a:lnTo>
                  <a:lnTo>
                    <a:pt x="4777622" y="389890"/>
                  </a:lnTo>
                  <a:lnTo>
                    <a:pt x="4773383" y="389890"/>
                  </a:lnTo>
                  <a:lnTo>
                    <a:pt x="4773383" y="390994"/>
                  </a:lnTo>
                  <a:lnTo>
                    <a:pt x="4769144" y="390994"/>
                  </a:lnTo>
                  <a:lnTo>
                    <a:pt x="4769144" y="391545"/>
                  </a:lnTo>
                  <a:lnTo>
                    <a:pt x="4764905" y="391545"/>
                  </a:lnTo>
                  <a:lnTo>
                    <a:pt x="4764905" y="392096"/>
                  </a:lnTo>
                  <a:lnTo>
                    <a:pt x="4760665" y="392096"/>
                  </a:lnTo>
                  <a:lnTo>
                    <a:pt x="4760665" y="393198"/>
                  </a:lnTo>
                  <a:lnTo>
                    <a:pt x="4756426" y="393198"/>
                  </a:lnTo>
                  <a:lnTo>
                    <a:pt x="4756426" y="394299"/>
                  </a:lnTo>
                  <a:lnTo>
                    <a:pt x="4752187" y="394299"/>
                  </a:lnTo>
                  <a:lnTo>
                    <a:pt x="4752187" y="396499"/>
                  </a:lnTo>
                  <a:lnTo>
                    <a:pt x="4747948" y="396499"/>
                  </a:lnTo>
                  <a:lnTo>
                    <a:pt x="4747948" y="397048"/>
                  </a:lnTo>
                  <a:lnTo>
                    <a:pt x="4743709" y="397048"/>
                  </a:lnTo>
                  <a:lnTo>
                    <a:pt x="4743709" y="397596"/>
                  </a:lnTo>
                  <a:lnTo>
                    <a:pt x="4739469" y="397596"/>
                  </a:lnTo>
                  <a:lnTo>
                    <a:pt x="4739469" y="398145"/>
                  </a:lnTo>
                  <a:lnTo>
                    <a:pt x="4735230" y="398145"/>
                  </a:lnTo>
                  <a:lnTo>
                    <a:pt x="4735230" y="399788"/>
                  </a:lnTo>
                  <a:lnTo>
                    <a:pt x="4730991" y="399788"/>
                  </a:lnTo>
                  <a:lnTo>
                    <a:pt x="4730991" y="400336"/>
                  </a:lnTo>
                  <a:lnTo>
                    <a:pt x="4726752" y="400336"/>
                  </a:lnTo>
                  <a:lnTo>
                    <a:pt x="4726752" y="401431"/>
                  </a:lnTo>
                  <a:lnTo>
                    <a:pt x="4722512" y="401431"/>
                  </a:lnTo>
                  <a:lnTo>
                    <a:pt x="4722512" y="401431"/>
                  </a:lnTo>
                  <a:lnTo>
                    <a:pt x="4718273" y="401431"/>
                  </a:lnTo>
                  <a:lnTo>
                    <a:pt x="4718273" y="403071"/>
                  </a:lnTo>
                  <a:lnTo>
                    <a:pt x="4714034" y="403071"/>
                  </a:lnTo>
                  <a:lnTo>
                    <a:pt x="4714034" y="403618"/>
                  </a:lnTo>
                  <a:lnTo>
                    <a:pt x="4709795" y="403618"/>
                  </a:lnTo>
                  <a:lnTo>
                    <a:pt x="4709795" y="404710"/>
                  </a:lnTo>
                  <a:lnTo>
                    <a:pt x="4705555" y="404710"/>
                  </a:lnTo>
                  <a:lnTo>
                    <a:pt x="4705555" y="404710"/>
                  </a:lnTo>
                  <a:lnTo>
                    <a:pt x="4701316" y="404710"/>
                  </a:lnTo>
                  <a:lnTo>
                    <a:pt x="4701316" y="406891"/>
                  </a:lnTo>
                  <a:lnTo>
                    <a:pt x="4697077" y="406891"/>
                  </a:lnTo>
                  <a:lnTo>
                    <a:pt x="4697077" y="407436"/>
                  </a:lnTo>
                  <a:lnTo>
                    <a:pt x="4692838" y="407436"/>
                  </a:lnTo>
                  <a:lnTo>
                    <a:pt x="4692838" y="407981"/>
                  </a:lnTo>
                  <a:lnTo>
                    <a:pt x="4688598" y="407981"/>
                  </a:lnTo>
                  <a:lnTo>
                    <a:pt x="4688598" y="407981"/>
                  </a:lnTo>
                  <a:lnTo>
                    <a:pt x="4684359" y="407981"/>
                  </a:lnTo>
                  <a:lnTo>
                    <a:pt x="4684359" y="408525"/>
                  </a:lnTo>
                  <a:lnTo>
                    <a:pt x="4680120" y="408525"/>
                  </a:lnTo>
                  <a:lnTo>
                    <a:pt x="4680120" y="409069"/>
                  </a:lnTo>
                  <a:lnTo>
                    <a:pt x="4675881" y="409069"/>
                  </a:lnTo>
                  <a:lnTo>
                    <a:pt x="4675881" y="410154"/>
                  </a:lnTo>
                  <a:lnTo>
                    <a:pt x="4671641" y="410154"/>
                  </a:lnTo>
                  <a:lnTo>
                    <a:pt x="4671641" y="410697"/>
                  </a:lnTo>
                  <a:lnTo>
                    <a:pt x="4667402" y="410697"/>
                  </a:lnTo>
                  <a:lnTo>
                    <a:pt x="4667402" y="411781"/>
                  </a:lnTo>
                  <a:lnTo>
                    <a:pt x="4663163" y="411781"/>
                  </a:lnTo>
                  <a:lnTo>
                    <a:pt x="4663163" y="413948"/>
                  </a:lnTo>
                  <a:lnTo>
                    <a:pt x="4658924" y="413948"/>
                  </a:lnTo>
                  <a:lnTo>
                    <a:pt x="4658924" y="413948"/>
                  </a:lnTo>
                  <a:lnTo>
                    <a:pt x="4654684" y="413948"/>
                  </a:lnTo>
                  <a:lnTo>
                    <a:pt x="4654684" y="414489"/>
                  </a:lnTo>
                  <a:lnTo>
                    <a:pt x="4650445" y="414489"/>
                  </a:lnTo>
                  <a:lnTo>
                    <a:pt x="4650445" y="414489"/>
                  </a:lnTo>
                  <a:lnTo>
                    <a:pt x="4646206" y="414489"/>
                  </a:lnTo>
                  <a:lnTo>
                    <a:pt x="4646206" y="415570"/>
                  </a:lnTo>
                  <a:lnTo>
                    <a:pt x="4641967" y="415570"/>
                  </a:lnTo>
                  <a:lnTo>
                    <a:pt x="4641967" y="416111"/>
                  </a:lnTo>
                  <a:lnTo>
                    <a:pt x="4637728" y="416111"/>
                  </a:lnTo>
                  <a:lnTo>
                    <a:pt x="4637728" y="416651"/>
                  </a:lnTo>
                  <a:lnTo>
                    <a:pt x="4633488" y="416651"/>
                  </a:lnTo>
                  <a:lnTo>
                    <a:pt x="4633488" y="418270"/>
                  </a:lnTo>
                  <a:lnTo>
                    <a:pt x="4629249" y="418270"/>
                  </a:lnTo>
                  <a:lnTo>
                    <a:pt x="4629249" y="419884"/>
                  </a:lnTo>
                  <a:lnTo>
                    <a:pt x="4625010" y="419884"/>
                  </a:lnTo>
                  <a:lnTo>
                    <a:pt x="4625010" y="421498"/>
                  </a:lnTo>
                  <a:lnTo>
                    <a:pt x="4620771" y="421498"/>
                  </a:lnTo>
                  <a:lnTo>
                    <a:pt x="4620771" y="421498"/>
                  </a:lnTo>
                  <a:lnTo>
                    <a:pt x="4616531" y="421498"/>
                  </a:lnTo>
                  <a:lnTo>
                    <a:pt x="4616531" y="422034"/>
                  </a:lnTo>
                  <a:lnTo>
                    <a:pt x="4612292" y="422034"/>
                  </a:lnTo>
                  <a:lnTo>
                    <a:pt x="4612292" y="424179"/>
                  </a:lnTo>
                  <a:lnTo>
                    <a:pt x="4608053" y="424179"/>
                  </a:lnTo>
                  <a:lnTo>
                    <a:pt x="4608053" y="425785"/>
                  </a:lnTo>
                  <a:lnTo>
                    <a:pt x="4603814" y="425785"/>
                  </a:lnTo>
                  <a:lnTo>
                    <a:pt x="4603814" y="426321"/>
                  </a:lnTo>
                  <a:lnTo>
                    <a:pt x="4599574" y="426321"/>
                  </a:lnTo>
                  <a:lnTo>
                    <a:pt x="4599574" y="426856"/>
                  </a:lnTo>
                  <a:lnTo>
                    <a:pt x="4595335" y="426856"/>
                  </a:lnTo>
                  <a:lnTo>
                    <a:pt x="4595335" y="428461"/>
                  </a:lnTo>
                  <a:lnTo>
                    <a:pt x="4591096" y="428461"/>
                  </a:lnTo>
                  <a:lnTo>
                    <a:pt x="4591096" y="429530"/>
                  </a:lnTo>
                  <a:lnTo>
                    <a:pt x="4586857" y="429530"/>
                  </a:lnTo>
                  <a:lnTo>
                    <a:pt x="4586857" y="429530"/>
                  </a:lnTo>
                  <a:lnTo>
                    <a:pt x="4582617" y="429530"/>
                  </a:lnTo>
                  <a:lnTo>
                    <a:pt x="4582617" y="429530"/>
                  </a:lnTo>
                  <a:lnTo>
                    <a:pt x="4578378" y="429530"/>
                  </a:lnTo>
                  <a:lnTo>
                    <a:pt x="4578378" y="430064"/>
                  </a:lnTo>
                  <a:lnTo>
                    <a:pt x="4574139" y="430064"/>
                  </a:lnTo>
                  <a:lnTo>
                    <a:pt x="4574139" y="430064"/>
                  </a:lnTo>
                  <a:lnTo>
                    <a:pt x="4569900" y="430064"/>
                  </a:lnTo>
                  <a:lnTo>
                    <a:pt x="4569900" y="432194"/>
                  </a:lnTo>
                  <a:lnTo>
                    <a:pt x="4565660" y="432194"/>
                  </a:lnTo>
                  <a:lnTo>
                    <a:pt x="4565660" y="433259"/>
                  </a:lnTo>
                  <a:lnTo>
                    <a:pt x="4561421" y="433259"/>
                  </a:lnTo>
                  <a:lnTo>
                    <a:pt x="4561421" y="434856"/>
                  </a:lnTo>
                  <a:lnTo>
                    <a:pt x="4557182" y="434856"/>
                  </a:lnTo>
                  <a:lnTo>
                    <a:pt x="4557182" y="435388"/>
                  </a:lnTo>
                  <a:lnTo>
                    <a:pt x="4552943" y="435388"/>
                  </a:lnTo>
                  <a:lnTo>
                    <a:pt x="4552943" y="436450"/>
                  </a:lnTo>
                  <a:lnTo>
                    <a:pt x="4548704" y="436450"/>
                  </a:lnTo>
                  <a:lnTo>
                    <a:pt x="4548704" y="437512"/>
                  </a:lnTo>
                  <a:lnTo>
                    <a:pt x="4544464" y="437512"/>
                  </a:lnTo>
                  <a:lnTo>
                    <a:pt x="4544464" y="437512"/>
                  </a:lnTo>
                  <a:lnTo>
                    <a:pt x="4540225" y="437512"/>
                  </a:lnTo>
                  <a:lnTo>
                    <a:pt x="4540225" y="437512"/>
                  </a:lnTo>
                  <a:lnTo>
                    <a:pt x="4535986" y="437512"/>
                  </a:lnTo>
                  <a:lnTo>
                    <a:pt x="4535986" y="438569"/>
                  </a:lnTo>
                  <a:lnTo>
                    <a:pt x="4531747" y="438569"/>
                  </a:lnTo>
                  <a:lnTo>
                    <a:pt x="4531747" y="439627"/>
                  </a:lnTo>
                  <a:lnTo>
                    <a:pt x="4527507" y="439627"/>
                  </a:lnTo>
                  <a:lnTo>
                    <a:pt x="4527507" y="439627"/>
                  </a:lnTo>
                  <a:lnTo>
                    <a:pt x="4523268" y="439627"/>
                  </a:lnTo>
                  <a:lnTo>
                    <a:pt x="4523268" y="440155"/>
                  </a:lnTo>
                  <a:lnTo>
                    <a:pt x="4519029" y="440155"/>
                  </a:lnTo>
                  <a:lnTo>
                    <a:pt x="4519029" y="440683"/>
                  </a:lnTo>
                  <a:lnTo>
                    <a:pt x="4514790" y="440683"/>
                  </a:lnTo>
                  <a:lnTo>
                    <a:pt x="4514790" y="441211"/>
                  </a:lnTo>
                  <a:lnTo>
                    <a:pt x="4510550" y="441211"/>
                  </a:lnTo>
                  <a:lnTo>
                    <a:pt x="4510550" y="441211"/>
                  </a:lnTo>
                  <a:lnTo>
                    <a:pt x="4506311" y="441211"/>
                  </a:lnTo>
                  <a:lnTo>
                    <a:pt x="4506311" y="442265"/>
                  </a:lnTo>
                  <a:lnTo>
                    <a:pt x="4502072" y="442265"/>
                  </a:lnTo>
                  <a:lnTo>
                    <a:pt x="4502072" y="442791"/>
                  </a:lnTo>
                  <a:lnTo>
                    <a:pt x="4497833" y="442791"/>
                  </a:lnTo>
                  <a:lnTo>
                    <a:pt x="4497833" y="442791"/>
                  </a:lnTo>
                  <a:lnTo>
                    <a:pt x="4493593" y="442791"/>
                  </a:lnTo>
                  <a:lnTo>
                    <a:pt x="4493593" y="443317"/>
                  </a:lnTo>
                  <a:lnTo>
                    <a:pt x="4489354" y="443317"/>
                  </a:lnTo>
                  <a:lnTo>
                    <a:pt x="4489354" y="443842"/>
                  </a:lnTo>
                  <a:lnTo>
                    <a:pt x="4485115" y="443842"/>
                  </a:lnTo>
                  <a:lnTo>
                    <a:pt x="4485115" y="444892"/>
                  </a:lnTo>
                  <a:lnTo>
                    <a:pt x="4480876" y="444892"/>
                  </a:lnTo>
                  <a:lnTo>
                    <a:pt x="4480876" y="444892"/>
                  </a:lnTo>
                  <a:lnTo>
                    <a:pt x="4476636" y="444892"/>
                  </a:lnTo>
                  <a:lnTo>
                    <a:pt x="4476636" y="447511"/>
                  </a:lnTo>
                  <a:lnTo>
                    <a:pt x="4472397" y="447511"/>
                  </a:lnTo>
                  <a:lnTo>
                    <a:pt x="4472397" y="448035"/>
                  </a:lnTo>
                  <a:lnTo>
                    <a:pt x="4468158" y="448035"/>
                  </a:lnTo>
                  <a:lnTo>
                    <a:pt x="4468158" y="449081"/>
                  </a:lnTo>
                  <a:lnTo>
                    <a:pt x="4463919" y="449081"/>
                  </a:lnTo>
                  <a:lnTo>
                    <a:pt x="4463919" y="450127"/>
                  </a:lnTo>
                  <a:lnTo>
                    <a:pt x="4459679" y="450127"/>
                  </a:lnTo>
                  <a:lnTo>
                    <a:pt x="4459679" y="450127"/>
                  </a:lnTo>
                  <a:lnTo>
                    <a:pt x="4455440" y="450127"/>
                  </a:lnTo>
                  <a:lnTo>
                    <a:pt x="4455440" y="451693"/>
                  </a:lnTo>
                  <a:lnTo>
                    <a:pt x="4451201" y="451693"/>
                  </a:lnTo>
                  <a:lnTo>
                    <a:pt x="4451201" y="451693"/>
                  </a:lnTo>
                  <a:lnTo>
                    <a:pt x="4446962" y="451693"/>
                  </a:lnTo>
                  <a:lnTo>
                    <a:pt x="4446962" y="452734"/>
                  </a:lnTo>
                  <a:lnTo>
                    <a:pt x="4442723" y="452734"/>
                  </a:lnTo>
                  <a:lnTo>
                    <a:pt x="4442723" y="452734"/>
                  </a:lnTo>
                  <a:lnTo>
                    <a:pt x="4438483" y="452734"/>
                  </a:lnTo>
                  <a:lnTo>
                    <a:pt x="4438483" y="453254"/>
                  </a:lnTo>
                  <a:lnTo>
                    <a:pt x="4434244" y="453254"/>
                  </a:lnTo>
                  <a:lnTo>
                    <a:pt x="4434244" y="453773"/>
                  </a:lnTo>
                  <a:lnTo>
                    <a:pt x="4430005" y="453773"/>
                  </a:lnTo>
                  <a:lnTo>
                    <a:pt x="4430005" y="454812"/>
                  </a:lnTo>
                  <a:lnTo>
                    <a:pt x="4425766" y="454812"/>
                  </a:lnTo>
                  <a:lnTo>
                    <a:pt x="4425766" y="455331"/>
                  </a:lnTo>
                  <a:lnTo>
                    <a:pt x="4421526" y="455331"/>
                  </a:lnTo>
                  <a:lnTo>
                    <a:pt x="4421526" y="455849"/>
                  </a:lnTo>
                  <a:lnTo>
                    <a:pt x="4417287" y="455849"/>
                  </a:lnTo>
                  <a:lnTo>
                    <a:pt x="4417287" y="455849"/>
                  </a:lnTo>
                  <a:lnTo>
                    <a:pt x="4413048" y="455849"/>
                  </a:lnTo>
                  <a:lnTo>
                    <a:pt x="4413048" y="456884"/>
                  </a:lnTo>
                  <a:lnTo>
                    <a:pt x="4408809" y="456884"/>
                  </a:lnTo>
                  <a:lnTo>
                    <a:pt x="4408809" y="458436"/>
                  </a:lnTo>
                  <a:lnTo>
                    <a:pt x="4404569" y="458436"/>
                  </a:lnTo>
                  <a:lnTo>
                    <a:pt x="4404569" y="459986"/>
                  </a:lnTo>
                  <a:lnTo>
                    <a:pt x="4400330" y="459986"/>
                  </a:lnTo>
                  <a:lnTo>
                    <a:pt x="4400330" y="460502"/>
                  </a:lnTo>
                  <a:lnTo>
                    <a:pt x="4396091" y="460502"/>
                  </a:lnTo>
                  <a:lnTo>
                    <a:pt x="4396091" y="460502"/>
                  </a:lnTo>
                  <a:lnTo>
                    <a:pt x="4391852" y="460502"/>
                  </a:lnTo>
                  <a:lnTo>
                    <a:pt x="4391852" y="461018"/>
                  </a:lnTo>
                  <a:lnTo>
                    <a:pt x="4387612" y="461018"/>
                  </a:lnTo>
                  <a:lnTo>
                    <a:pt x="4387612" y="462563"/>
                  </a:lnTo>
                  <a:lnTo>
                    <a:pt x="4383373" y="462563"/>
                  </a:lnTo>
                  <a:lnTo>
                    <a:pt x="4383373" y="463594"/>
                  </a:lnTo>
                  <a:lnTo>
                    <a:pt x="4379134" y="463594"/>
                  </a:lnTo>
                  <a:lnTo>
                    <a:pt x="4379134" y="464109"/>
                  </a:lnTo>
                  <a:lnTo>
                    <a:pt x="4374895" y="464109"/>
                  </a:lnTo>
                  <a:lnTo>
                    <a:pt x="4374895" y="464109"/>
                  </a:lnTo>
                  <a:lnTo>
                    <a:pt x="4370655" y="464109"/>
                  </a:lnTo>
                  <a:lnTo>
                    <a:pt x="4370655" y="465137"/>
                  </a:lnTo>
                  <a:lnTo>
                    <a:pt x="4366416" y="465137"/>
                  </a:lnTo>
                  <a:lnTo>
                    <a:pt x="4366416" y="465651"/>
                  </a:lnTo>
                  <a:lnTo>
                    <a:pt x="4362177" y="465651"/>
                  </a:lnTo>
                  <a:lnTo>
                    <a:pt x="4362177" y="467190"/>
                  </a:lnTo>
                  <a:lnTo>
                    <a:pt x="4357938" y="467190"/>
                  </a:lnTo>
                  <a:lnTo>
                    <a:pt x="4357938" y="468214"/>
                  </a:lnTo>
                  <a:lnTo>
                    <a:pt x="4353698" y="468214"/>
                  </a:lnTo>
                  <a:lnTo>
                    <a:pt x="4353698" y="469239"/>
                  </a:lnTo>
                  <a:lnTo>
                    <a:pt x="4349459" y="469239"/>
                  </a:lnTo>
                  <a:lnTo>
                    <a:pt x="4349459" y="470263"/>
                  </a:lnTo>
                  <a:lnTo>
                    <a:pt x="4345220" y="470263"/>
                  </a:lnTo>
                  <a:lnTo>
                    <a:pt x="4345220" y="470775"/>
                  </a:lnTo>
                  <a:lnTo>
                    <a:pt x="4340981" y="470775"/>
                  </a:lnTo>
                  <a:lnTo>
                    <a:pt x="4340981" y="471799"/>
                  </a:lnTo>
                  <a:lnTo>
                    <a:pt x="4336742" y="471799"/>
                  </a:lnTo>
                  <a:lnTo>
                    <a:pt x="4336742" y="472823"/>
                  </a:lnTo>
                  <a:lnTo>
                    <a:pt x="4332502" y="472823"/>
                  </a:lnTo>
                  <a:lnTo>
                    <a:pt x="4332502" y="476906"/>
                  </a:lnTo>
                  <a:lnTo>
                    <a:pt x="4328263" y="476906"/>
                  </a:lnTo>
                  <a:lnTo>
                    <a:pt x="4328263" y="477417"/>
                  </a:lnTo>
                  <a:lnTo>
                    <a:pt x="4324024" y="477417"/>
                  </a:lnTo>
                  <a:lnTo>
                    <a:pt x="4324024" y="477417"/>
                  </a:lnTo>
                  <a:lnTo>
                    <a:pt x="4319785" y="477417"/>
                  </a:lnTo>
                  <a:lnTo>
                    <a:pt x="4319785" y="478436"/>
                  </a:lnTo>
                  <a:lnTo>
                    <a:pt x="4315545" y="478436"/>
                  </a:lnTo>
                  <a:lnTo>
                    <a:pt x="4315545" y="479456"/>
                  </a:lnTo>
                  <a:lnTo>
                    <a:pt x="4311306" y="479456"/>
                  </a:lnTo>
                  <a:lnTo>
                    <a:pt x="4311306" y="480474"/>
                  </a:lnTo>
                  <a:lnTo>
                    <a:pt x="4307067" y="480474"/>
                  </a:lnTo>
                  <a:lnTo>
                    <a:pt x="4307067" y="480983"/>
                  </a:lnTo>
                  <a:lnTo>
                    <a:pt x="4302828" y="480983"/>
                  </a:lnTo>
                  <a:lnTo>
                    <a:pt x="4302828" y="481491"/>
                  </a:lnTo>
                  <a:lnTo>
                    <a:pt x="4298588" y="481491"/>
                  </a:lnTo>
                  <a:lnTo>
                    <a:pt x="4298588" y="481491"/>
                  </a:lnTo>
                  <a:lnTo>
                    <a:pt x="4294349" y="481491"/>
                  </a:lnTo>
                  <a:lnTo>
                    <a:pt x="4294349" y="481999"/>
                  </a:lnTo>
                  <a:lnTo>
                    <a:pt x="4290110" y="481999"/>
                  </a:lnTo>
                  <a:lnTo>
                    <a:pt x="4290110" y="481999"/>
                  </a:lnTo>
                  <a:lnTo>
                    <a:pt x="4285871" y="481999"/>
                  </a:lnTo>
                  <a:lnTo>
                    <a:pt x="4285871" y="483518"/>
                  </a:lnTo>
                  <a:lnTo>
                    <a:pt x="4281631" y="483518"/>
                  </a:lnTo>
                  <a:lnTo>
                    <a:pt x="4281631" y="484530"/>
                  </a:lnTo>
                  <a:lnTo>
                    <a:pt x="4277392" y="484530"/>
                  </a:lnTo>
                  <a:lnTo>
                    <a:pt x="4277392" y="484530"/>
                  </a:lnTo>
                  <a:lnTo>
                    <a:pt x="4273153" y="484530"/>
                  </a:lnTo>
                  <a:lnTo>
                    <a:pt x="4273153" y="486045"/>
                  </a:lnTo>
                  <a:lnTo>
                    <a:pt x="4268914" y="486045"/>
                  </a:lnTo>
                  <a:lnTo>
                    <a:pt x="4268914" y="487055"/>
                  </a:lnTo>
                  <a:lnTo>
                    <a:pt x="4264674" y="487055"/>
                  </a:lnTo>
                  <a:lnTo>
                    <a:pt x="4264674" y="488569"/>
                  </a:lnTo>
                  <a:lnTo>
                    <a:pt x="4260435" y="488569"/>
                  </a:lnTo>
                  <a:lnTo>
                    <a:pt x="4260435" y="489577"/>
                  </a:lnTo>
                  <a:lnTo>
                    <a:pt x="4256196" y="489577"/>
                  </a:lnTo>
                  <a:lnTo>
                    <a:pt x="4256196" y="491089"/>
                  </a:lnTo>
                  <a:lnTo>
                    <a:pt x="4251957" y="491089"/>
                  </a:lnTo>
                  <a:lnTo>
                    <a:pt x="4251957" y="491593"/>
                  </a:lnTo>
                  <a:lnTo>
                    <a:pt x="4247718" y="491593"/>
                  </a:lnTo>
                  <a:lnTo>
                    <a:pt x="4247718" y="492097"/>
                  </a:lnTo>
                  <a:lnTo>
                    <a:pt x="4243478" y="492097"/>
                  </a:lnTo>
                  <a:lnTo>
                    <a:pt x="4243478" y="494109"/>
                  </a:lnTo>
                  <a:lnTo>
                    <a:pt x="4239239" y="494109"/>
                  </a:lnTo>
                  <a:lnTo>
                    <a:pt x="4239239" y="494612"/>
                  </a:lnTo>
                  <a:lnTo>
                    <a:pt x="4235000" y="494612"/>
                  </a:lnTo>
                  <a:lnTo>
                    <a:pt x="4235000" y="495616"/>
                  </a:lnTo>
                  <a:lnTo>
                    <a:pt x="4230761" y="495616"/>
                  </a:lnTo>
                  <a:lnTo>
                    <a:pt x="4230761" y="496118"/>
                  </a:lnTo>
                  <a:lnTo>
                    <a:pt x="4226521" y="496118"/>
                  </a:lnTo>
                  <a:lnTo>
                    <a:pt x="4226521" y="498626"/>
                  </a:lnTo>
                  <a:lnTo>
                    <a:pt x="4222282" y="498626"/>
                  </a:lnTo>
                  <a:lnTo>
                    <a:pt x="4222282" y="499127"/>
                  </a:lnTo>
                  <a:lnTo>
                    <a:pt x="4218043" y="499127"/>
                  </a:lnTo>
                  <a:lnTo>
                    <a:pt x="4218043" y="502134"/>
                  </a:lnTo>
                  <a:lnTo>
                    <a:pt x="4213804" y="502134"/>
                  </a:lnTo>
                  <a:lnTo>
                    <a:pt x="4213804" y="504134"/>
                  </a:lnTo>
                  <a:lnTo>
                    <a:pt x="4209564" y="504134"/>
                  </a:lnTo>
                  <a:lnTo>
                    <a:pt x="4209564" y="505134"/>
                  </a:lnTo>
                  <a:lnTo>
                    <a:pt x="4205325" y="505134"/>
                  </a:lnTo>
                  <a:lnTo>
                    <a:pt x="4205325" y="506133"/>
                  </a:lnTo>
                  <a:lnTo>
                    <a:pt x="4201086" y="506133"/>
                  </a:lnTo>
                  <a:lnTo>
                    <a:pt x="4201086" y="507632"/>
                  </a:lnTo>
                  <a:lnTo>
                    <a:pt x="4196847" y="507632"/>
                  </a:lnTo>
                  <a:lnTo>
                    <a:pt x="4196847" y="508131"/>
                  </a:lnTo>
                  <a:lnTo>
                    <a:pt x="4192607" y="508131"/>
                  </a:lnTo>
                  <a:lnTo>
                    <a:pt x="4192607" y="508630"/>
                  </a:lnTo>
                  <a:lnTo>
                    <a:pt x="4188368" y="508630"/>
                  </a:lnTo>
                  <a:lnTo>
                    <a:pt x="4188368" y="509626"/>
                  </a:lnTo>
                  <a:lnTo>
                    <a:pt x="4184129" y="509626"/>
                  </a:lnTo>
                  <a:lnTo>
                    <a:pt x="4184129" y="511119"/>
                  </a:lnTo>
                  <a:lnTo>
                    <a:pt x="4179890" y="511119"/>
                  </a:lnTo>
                  <a:lnTo>
                    <a:pt x="4179890" y="512610"/>
                  </a:lnTo>
                  <a:lnTo>
                    <a:pt x="4175650" y="512610"/>
                  </a:lnTo>
                  <a:lnTo>
                    <a:pt x="4175650" y="513107"/>
                  </a:lnTo>
                  <a:lnTo>
                    <a:pt x="4171411" y="513107"/>
                  </a:lnTo>
                  <a:lnTo>
                    <a:pt x="4171411" y="515092"/>
                  </a:lnTo>
                  <a:lnTo>
                    <a:pt x="4167172" y="515092"/>
                  </a:lnTo>
                  <a:lnTo>
                    <a:pt x="4167172" y="516084"/>
                  </a:lnTo>
                  <a:lnTo>
                    <a:pt x="4162933" y="516084"/>
                  </a:lnTo>
                  <a:lnTo>
                    <a:pt x="4162933" y="516084"/>
                  </a:lnTo>
                  <a:lnTo>
                    <a:pt x="4158693" y="516084"/>
                  </a:lnTo>
                  <a:lnTo>
                    <a:pt x="4158693" y="518564"/>
                  </a:lnTo>
                  <a:lnTo>
                    <a:pt x="4154454" y="518564"/>
                  </a:lnTo>
                  <a:lnTo>
                    <a:pt x="4154454" y="518564"/>
                  </a:lnTo>
                  <a:lnTo>
                    <a:pt x="4150215" y="518564"/>
                  </a:lnTo>
                  <a:lnTo>
                    <a:pt x="4150215" y="519553"/>
                  </a:lnTo>
                  <a:lnTo>
                    <a:pt x="4145976" y="519553"/>
                  </a:lnTo>
                  <a:lnTo>
                    <a:pt x="4145976" y="520048"/>
                  </a:lnTo>
                  <a:lnTo>
                    <a:pt x="4141737" y="520048"/>
                  </a:lnTo>
                  <a:lnTo>
                    <a:pt x="4141737" y="520542"/>
                  </a:lnTo>
                  <a:lnTo>
                    <a:pt x="4137497" y="520542"/>
                  </a:lnTo>
                  <a:lnTo>
                    <a:pt x="4137497" y="521530"/>
                  </a:lnTo>
                  <a:lnTo>
                    <a:pt x="4133258" y="521530"/>
                  </a:lnTo>
                  <a:lnTo>
                    <a:pt x="4133258" y="521530"/>
                  </a:lnTo>
                  <a:lnTo>
                    <a:pt x="4129019" y="521530"/>
                  </a:lnTo>
                  <a:lnTo>
                    <a:pt x="4129019" y="522024"/>
                  </a:lnTo>
                  <a:lnTo>
                    <a:pt x="4124780" y="522024"/>
                  </a:lnTo>
                  <a:lnTo>
                    <a:pt x="4124780" y="523998"/>
                  </a:lnTo>
                  <a:lnTo>
                    <a:pt x="4120540" y="523998"/>
                  </a:lnTo>
                  <a:lnTo>
                    <a:pt x="4120540" y="524491"/>
                  </a:lnTo>
                  <a:lnTo>
                    <a:pt x="4116301" y="524491"/>
                  </a:lnTo>
                  <a:lnTo>
                    <a:pt x="4116301" y="524984"/>
                  </a:lnTo>
                  <a:lnTo>
                    <a:pt x="4112062" y="524984"/>
                  </a:lnTo>
                  <a:lnTo>
                    <a:pt x="4112062" y="525476"/>
                  </a:lnTo>
                  <a:lnTo>
                    <a:pt x="4107823" y="525476"/>
                  </a:lnTo>
                  <a:lnTo>
                    <a:pt x="4107823" y="526953"/>
                  </a:lnTo>
                  <a:lnTo>
                    <a:pt x="4103583" y="526953"/>
                  </a:lnTo>
                  <a:lnTo>
                    <a:pt x="4103583" y="527937"/>
                  </a:lnTo>
                  <a:lnTo>
                    <a:pt x="4099344" y="527937"/>
                  </a:lnTo>
                  <a:lnTo>
                    <a:pt x="4099344" y="527937"/>
                  </a:lnTo>
                  <a:lnTo>
                    <a:pt x="4095105" y="527937"/>
                  </a:lnTo>
                  <a:lnTo>
                    <a:pt x="4095105" y="528920"/>
                  </a:lnTo>
                  <a:lnTo>
                    <a:pt x="4090866" y="528920"/>
                  </a:lnTo>
                  <a:lnTo>
                    <a:pt x="4090866" y="530392"/>
                  </a:lnTo>
                  <a:lnTo>
                    <a:pt x="4086626" y="530392"/>
                  </a:lnTo>
                  <a:lnTo>
                    <a:pt x="4086626" y="533823"/>
                  </a:lnTo>
                  <a:lnTo>
                    <a:pt x="4082387" y="533823"/>
                  </a:lnTo>
                  <a:lnTo>
                    <a:pt x="4082387" y="534803"/>
                  </a:lnTo>
                  <a:lnTo>
                    <a:pt x="4078148" y="534803"/>
                  </a:lnTo>
                  <a:lnTo>
                    <a:pt x="4078148" y="535782"/>
                  </a:lnTo>
                  <a:lnTo>
                    <a:pt x="4073909" y="535782"/>
                  </a:lnTo>
                  <a:lnTo>
                    <a:pt x="4073909" y="537251"/>
                  </a:lnTo>
                  <a:lnTo>
                    <a:pt x="4069669" y="537251"/>
                  </a:lnTo>
                  <a:lnTo>
                    <a:pt x="4069669" y="537251"/>
                  </a:lnTo>
                  <a:lnTo>
                    <a:pt x="4065430" y="537251"/>
                  </a:lnTo>
                  <a:lnTo>
                    <a:pt x="4065430" y="539204"/>
                  </a:lnTo>
                  <a:lnTo>
                    <a:pt x="4061191" y="539204"/>
                  </a:lnTo>
                  <a:lnTo>
                    <a:pt x="4061191" y="540669"/>
                  </a:lnTo>
                  <a:lnTo>
                    <a:pt x="4056952" y="540669"/>
                  </a:lnTo>
                  <a:lnTo>
                    <a:pt x="4056952" y="540669"/>
                  </a:lnTo>
                  <a:lnTo>
                    <a:pt x="4052712" y="540669"/>
                  </a:lnTo>
                  <a:lnTo>
                    <a:pt x="4052712" y="541643"/>
                  </a:lnTo>
                  <a:lnTo>
                    <a:pt x="4048473" y="541643"/>
                  </a:lnTo>
                  <a:lnTo>
                    <a:pt x="4048473" y="543104"/>
                  </a:lnTo>
                  <a:lnTo>
                    <a:pt x="4044234" y="543104"/>
                  </a:lnTo>
                  <a:lnTo>
                    <a:pt x="4044234" y="543590"/>
                  </a:lnTo>
                  <a:lnTo>
                    <a:pt x="4039995" y="543590"/>
                  </a:lnTo>
                  <a:lnTo>
                    <a:pt x="4039995" y="544077"/>
                  </a:lnTo>
                  <a:lnTo>
                    <a:pt x="4035756" y="544077"/>
                  </a:lnTo>
                  <a:lnTo>
                    <a:pt x="4035756" y="545049"/>
                  </a:lnTo>
                  <a:lnTo>
                    <a:pt x="4031516" y="545049"/>
                  </a:lnTo>
                  <a:lnTo>
                    <a:pt x="4031516" y="546506"/>
                  </a:lnTo>
                  <a:lnTo>
                    <a:pt x="4027277" y="546506"/>
                  </a:lnTo>
                  <a:lnTo>
                    <a:pt x="4027277" y="548933"/>
                  </a:lnTo>
                  <a:lnTo>
                    <a:pt x="4023038" y="548933"/>
                  </a:lnTo>
                  <a:lnTo>
                    <a:pt x="4023038" y="550875"/>
                  </a:lnTo>
                  <a:lnTo>
                    <a:pt x="4018799" y="550875"/>
                  </a:lnTo>
                  <a:lnTo>
                    <a:pt x="4018799" y="551845"/>
                  </a:lnTo>
                  <a:lnTo>
                    <a:pt x="4014559" y="551845"/>
                  </a:lnTo>
                  <a:lnTo>
                    <a:pt x="4014559" y="552330"/>
                  </a:lnTo>
                  <a:lnTo>
                    <a:pt x="4010320" y="552330"/>
                  </a:lnTo>
                  <a:lnTo>
                    <a:pt x="4010320" y="553300"/>
                  </a:lnTo>
                  <a:lnTo>
                    <a:pt x="4006081" y="553300"/>
                  </a:lnTo>
                  <a:lnTo>
                    <a:pt x="4006081" y="554268"/>
                  </a:lnTo>
                  <a:lnTo>
                    <a:pt x="4001842" y="554268"/>
                  </a:lnTo>
                  <a:lnTo>
                    <a:pt x="4001842" y="554268"/>
                  </a:lnTo>
                  <a:lnTo>
                    <a:pt x="3997602" y="554268"/>
                  </a:lnTo>
                  <a:lnTo>
                    <a:pt x="3997602" y="555236"/>
                  </a:lnTo>
                  <a:lnTo>
                    <a:pt x="3993363" y="555236"/>
                  </a:lnTo>
                  <a:lnTo>
                    <a:pt x="3993363" y="557654"/>
                  </a:lnTo>
                  <a:lnTo>
                    <a:pt x="3989124" y="557654"/>
                  </a:lnTo>
                  <a:lnTo>
                    <a:pt x="3989124" y="559104"/>
                  </a:lnTo>
                  <a:lnTo>
                    <a:pt x="3984885" y="559104"/>
                  </a:lnTo>
                  <a:lnTo>
                    <a:pt x="3984885" y="560071"/>
                  </a:lnTo>
                  <a:lnTo>
                    <a:pt x="3980645" y="560071"/>
                  </a:lnTo>
                  <a:lnTo>
                    <a:pt x="3980645" y="562003"/>
                  </a:lnTo>
                  <a:lnTo>
                    <a:pt x="3976406" y="562003"/>
                  </a:lnTo>
                  <a:lnTo>
                    <a:pt x="3976406" y="563932"/>
                  </a:lnTo>
                  <a:lnTo>
                    <a:pt x="3972167" y="563932"/>
                  </a:lnTo>
                  <a:lnTo>
                    <a:pt x="3972167" y="565377"/>
                  </a:lnTo>
                  <a:lnTo>
                    <a:pt x="3967928" y="565377"/>
                  </a:lnTo>
                  <a:lnTo>
                    <a:pt x="3967928" y="566339"/>
                  </a:lnTo>
                  <a:lnTo>
                    <a:pt x="3963688" y="566339"/>
                  </a:lnTo>
                  <a:lnTo>
                    <a:pt x="3963688" y="566820"/>
                  </a:lnTo>
                  <a:lnTo>
                    <a:pt x="3959449" y="566820"/>
                  </a:lnTo>
                  <a:lnTo>
                    <a:pt x="3959449" y="568744"/>
                  </a:lnTo>
                  <a:lnTo>
                    <a:pt x="3955210" y="568744"/>
                  </a:lnTo>
                  <a:lnTo>
                    <a:pt x="3955210" y="571146"/>
                  </a:lnTo>
                  <a:lnTo>
                    <a:pt x="3950971" y="571146"/>
                  </a:lnTo>
                  <a:lnTo>
                    <a:pt x="3950971" y="571627"/>
                  </a:lnTo>
                  <a:lnTo>
                    <a:pt x="3946731" y="571627"/>
                  </a:lnTo>
                  <a:lnTo>
                    <a:pt x="3946731" y="572106"/>
                  </a:lnTo>
                  <a:lnTo>
                    <a:pt x="3942492" y="572106"/>
                  </a:lnTo>
                  <a:lnTo>
                    <a:pt x="3942492" y="573065"/>
                  </a:lnTo>
                  <a:lnTo>
                    <a:pt x="3938253" y="573065"/>
                  </a:lnTo>
                  <a:lnTo>
                    <a:pt x="3938253" y="575461"/>
                  </a:lnTo>
                  <a:lnTo>
                    <a:pt x="3934014" y="575461"/>
                  </a:lnTo>
                  <a:lnTo>
                    <a:pt x="3934014" y="575939"/>
                  </a:lnTo>
                  <a:lnTo>
                    <a:pt x="3929775" y="575939"/>
                  </a:lnTo>
                  <a:lnTo>
                    <a:pt x="3929775" y="577375"/>
                  </a:lnTo>
                  <a:lnTo>
                    <a:pt x="3925535" y="577375"/>
                  </a:lnTo>
                  <a:lnTo>
                    <a:pt x="3925535" y="579288"/>
                  </a:lnTo>
                  <a:lnTo>
                    <a:pt x="3921296" y="579288"/>
                  </a:lnTo>
                  <a:lnTo>
                    <a:pt x="3921296" y="579288"/>
                  </a:lnTo>
                  <a:lnTo>
                    <a:pt x="3917057" y="579288"/>
                  </a:lnTo>
                  <a:lnTo>
                    <a:pt x="3917057" y="580243"/>
                  </a:lnTo>
                  <a:lnTo>
                    <a:pt x="3912818" y="580243"/>
                  </a:lnTo>
                  <a:lnTo>
                    <a:pt x="3912818" y="581198"/>
                  </a:lnTo>
                  <a:lnTo>
                    <a:pt x="3908578" y="581198"/>
                  </a:lnTo>
                  <a:lnTo>
                    <a:pt x="3908578" y="581198"/>
                  </a:lnTo>
                  <a:lnTo>
                    <a:pt x="3904339" y="581198"/>
                  </a:lnTo>
                  <a:lnTo>
                    <a:pt x="3904339" y="581674"/>
                  </a:lnTo>
                  <a:lnTo>
                    <a:pt x="3900100" y="581674"/>
                  </a:lnTo>
                  <a:lnTo>
                    <a:pt x="3900100" y="584057"/>
                  </a:lnTo>
                  <a:lnTo>
                    <a:pt x="3895861" y="584057"/>
                  </a:lnTo>
                  <a:lnTo>
                    <a:pt x="3895861" y="585485"/>
                  </a:lnTo>
                  <a:lnTo>
                    <a:pt x="3891621" y="585485"/>
                  </a:lnTo>
                  <a:lnTo>
                    <a:pt x="3891621" y="586913"/>
                  </a:lnTo>
                  <a:lnTo>
                    <a:pt x="3887382" y="586913"/>
                  </a:lnTo>
                  <a:lnTo>
                    <a:pt x="3887382" y="587388"/>
                  </a:lnTo>
                  <a:lnTo>
                    <a:pt x="3883143" y="587388"/>
                  </a:lnTo>
                  <a:lnTo>
                    <a:pt x="3883143" y="588813"/>
                  </a:lnTo>
                  <a:lnTo>
                    <a:pt x="3878904" y="588813"/>
                  </a:lnTo>
                  <a:lnTo>
                    <a:pt x="3878904" y="589762"/>
                  </a:lnTo>
                  <a:lnTo>
                    <a:pt x="3874664" y="589762"/>
                  </a:lnTo>
                  <a:lnTo>
                    <a:pt x="3874664" y="592608"/>
                  </a:lnTo>
                  <a:lnTo>
                    <a:pt x="3870425" y="592608"/>
                  </a:lnTo>
                  <a:lnTo>
                    <a:pt x="3870425" y="593082"/>
                  </a:lnTo>
                  <a:lnTo>
                    <a:pt x="3866186" y="593082"/>
                  </a:lnTo>
                  <a:lnTo>
                    <a:pt x="3866186" y="595451"/>
                  </a:lnTo>
                  <a:lnTo>
                    <a:pt x="3861947" y="595451"/>
                  </a:lnTo>
                  <a:lnTo>
                    <a:pt x="3861947" y="595925"/>
                  </a:lnTo>
                  <a:lnTo>
                    <a:pt x="3857707" y="595925"/>
                  </a:lnTo>
                  <a:lnTo>
                    <a:pt x="3857707" y="596870"/>
                  </a:lnTo>
                  <a:lnTo>
                    <a:pt x="3853468" y="596870"/>
                  </a:lnTo>
                  <a:lnTo>
                    <a:pt x="3853468" y="597343"/>
                  </a:lnTo>
                  <a:lnTo>
                    <a:pt x="3849229" y="597343"/>
                  </a:lnTo>
                  <a:lnTo>
                    <a:pt x="3849229" y="598759"/>
                  </a:lnTo>
                  <a:lnTo>
                    <a:pt x="3844990" y="598759"/>
                  </a:lnTo>
                  <a:lnTo>
                    <a:pt x="3844990" y="599701"/>
                  </a:lnTo>
                  <a:lnTo>
                    <a:pt x="3840751" y="599701"/>
                  </a:lnTo>
                  <a:lnTo>
                    <a:pt x="3840751" y="601115"/>
                  </a:lnTo>
                  <a:lnTo>
                    <a:pt x="3836511" y="601115"/>
                  </a:lnTo>
                  <a:lnTo>
                    <a:pt x="3836511" y="603472"/>
                  </a:lnTo>
                  <a:lnTo>
                    <a:pt x="3832272" y="603472"/>
                  </a:lnTo>
                  <a:lnTo>
                    <a:pt x="3832272" y="604412"/>
                  </a:lnTo>
                  <a:lnTo>
                    <a:pt x="3828033" y="604412"/>
                  </a:lnTo>
                  <a:lnTo>
                    <a:pt x="3828033" y="605819"/>
                  </a:lnTo>
                  <a:lnTo>
                    <a:pt x="3823794" y="605819"/>
                  </a:lnTo>
                  <a:lnTo>
                    <a:pt x="3823794" y="608161"/>
                  </a:lnTo>
                  <a:lnTo>
                    <a:pt x="3819554" y="608161"/>
                  </a:lnTo>
                  <a:lnTo>
                    <a:pt x="3819554" y="609566"/>
                  </a:lnTo>
                  <a:lnTo>
                    <a:pt x="3815315" y="609566"/>
                  </a:lnTo>
                  <a:lnTo>
                    <a:pt x="3815315" y="610970"/>
                  </a:lnTo>
                  <a:lnTo>
                    <a:pt x="3811076" y="610970"/>
                  </a:lnTo>
                  <a:lnTo>
                    <a:pt x="3811076" y="611438"/>
                  </a:lnTo>
                  <a:lnTo>
                    <a:pt x="3806837" y="611438"/>
                  </a:lnTo>
                  <a:lnTo>
                    <a:pt x="3806837" y="611438"/>
                  </a:lnTo>
                  <a:lnTo>
                    <a:pt x="3802597" y="611438"/>
                  </a:lnTo>
                  <a:lnTo>
                    <a:pt x="3802597" y="612372"/>
                  </a:lnTo>
                  <a:lnTo>
                    <a:pt x="3798358" y="612372"/>
                  </a:lnTo>
                  <a:lnTo>
                    <a:pt x="3798358" y="614237"/>
                  </a:lnTo>
                  <a:lnTo>
                    <a:pt x="3794119" y="614237"/>
                  </a:lnTo>
                  <a:lnTo>
                    <a:pt x="3794119" y="614702"/>
                  </a:lnTo>
                  <a:lnTo>
                    <a:pt x="3789880" y="614702"/>
                  </a:lnTo>
                  <a:lnTo>
                    <a:pt x="3789880" y="615168"/>
                  </a:lnTo>
                  <a:lnTo>
                    <a:pt x="3785640" y="615168"/>
                  </a:lnTo>
                  <a:lnTo>
                    <a:pt x="3785640" y="617029"/>
                  </a:lnTo>
                  <a:lnTo>
                    <a:pt x="3781401" y="617029"/>
                  </a:lnTo>
                  <a:lnTo>
                    <a:pt x="3781401" y="617958"/>
                  </a:lnTo>
                  <a:lnTo>
                    <a:pt x="3777162" y="617958"/>
                  </a:lnTo>
                  <a:lnTo>
                    <a:pt x="3777162" y="617958"/>
                  </a:lnTo>
                  <a:lnTo>
                    <a:pt x="3772923" y="617958"/>
                  </a:lnTo>
                  <a:lnTo>
                    <a:pt x="3772923" y="617958"/>
                  </a:lnTo>
                  <a:lnTo>
                    <a:pt x="3768683" y="617958"/>
                  </a:lnTo>
                  <a:lnTo>
                    <a:pt x="3768683" y="618885"/>
                  </a:lnTo>
                  <a:lnTo>
                    <a:pt x="3764444" y="618885"/>
                  </a:lnTo>
                  <a:lnTo>
                    <a:pt x="3764444" y="621198"/>
                  </a:lnTo>
                  <a:lnTo>
                    <a:pt x="3760205" y="621198"/>
                  </a:lnTo>
                  <a:lnTo>
                    <a:pt x="3760205" y="621661"/>
                  </a:lnTo>
                  <a:lnTo>
                    <a:pt x="3755966" y="621661"/>
                  </a:lnTo>
                  <a:lnTo>
                    <a:pt x="3755966" y="623048"/>
                  </a:lnTo>
                  <a:lnTo>
                    <a:pt x="3751726" y="623048"/>
                  </a:lnTo>
                  <a:lnTo>
                    <a:pt x="3751726" y="624434"/>
                  </a:lnTo>
                  <a:lnTo>
                    <a:pt x="3747487" y="624434"/>
                  </a:lnTo>
                  <a:lnTo>
                    <a:pt x="3747487" y="625358"/>
                  </a:lnTo>
                  <a:lnTo>
                    <a:pt x="3743248" y="625358"/>
                  </a:lnTo>
                  <a:lnTo>
                    <a:pt x="3743248" y="627205"/>
                  </a:lnTo>
                  <a:lnTo>
                    <a:pt x="3739009" y="627205"/>
                  </a:lnTo>
                  <a:lnTo>
                    <a:pt x="3739009" y="628589"/>
                  </a:lnTo>
                  <a:lnTo>
                    <a:pt x="3734770" y="628589"/>
                  </a:lnTo>
                  <a:lnTo>
                    <a:pt x="3734770" y="629511"/>
                  </a:lnTo>
                  <a:lnTo>
                    <a:pt x="3730530" y="629511"/>
                  </a:lnTo>
                  <a:lnTo>
                    <a:pt x="3730530" y="630433"/>
                  </a:lnTo>
                  <a:lnTo>
                    <a:pt x="3726291" y="630433"/>
                  </a:lnTo>
                  <a:lnTo>
                    <a:pt x="3726291" y="630894"/>
                  </a:lnTo>
                  <a:lnTo>
                    <a:pt x="3722052" y="630894"/>
                  </a:lnTo>
                  <a:lnTo>
                    <a:pt x="3722052" y="631814"/>
                  </a:lnTo>
                  <a:lnTo>
                    <a:pt x="3717813" y="631814"/>
                  </a:lnTo>
                  <a:lnTo>
                    <a:pt x="3717813" y="633653"/>
                  </a:lnTo>
                  <a:lnTo>
                    <a:pt x="3713573" y="633653"/>
                  </a:lnTo>
                  <a:lnTo>
                    <a:pt x="3713573" y="635032"/>
                  </a:lnTo>
                  <a:lnTo>
                    <a:pt x="3709334" y="635032"/>
                  </a:lnTo>
                  <a:lnTo>
                    <a:pt x="3709334" y="636410"/>
                  </a:lnTo>
                  <a:lnTo>
                    <a:pt x="3705095" y="636410"/>
                  </a:lnTo>
                  <a:lnTo>
                    <a:pt x="3705095" y="638243"/>
                  </a:lnTo>
                  <a:lnTo>
                    <a:pt x="3700856" y="638243"/>
                  </a:lnTo>
                  <a:lnTo>
                    <a:pt x="3700856" y="640990"/>
                  </a:lnTo>
                  <a:lnTo>
                    <a:pt x="3696616" y="640990"/>
                  </a:lnTo>
                  <a:lnTo>
                    <a:pt x="3696616" y="642364"/>
                  </a:lnTo>
                  <a:lnTo>
                    <a:pt x="3692377" y="642364"/>
                  </a:lnTo>
                  <a:lnTo>
                    <a:pt x="3692377" y="643736"/>
                  </a:lnTo>
                  <a:lnTo>
                    <a:pt x="3688138" y="643736"/>
                  </a:lnTo>
                  <a:lnTo>
                    <a:pt x="3688138" y="644651"/>
                  </a:lnTo>
                  <a:lnTo>
                    <a:pt x="3683899" y="644651"/>
                  </a:lnTo>
                  <a:lnTo>
                    <a:pt x="3683899" y="645108"/>
                  </a:lnTo>
                  <a:lnTo>
                    <a:pt x="3679659" y="645108"/>
                  </a:lnTo>
                  <a:lnTo>
                    <a:pt x="3679659" y="646477"/>
                  </a:lnTo>
                  <a:lnTo>
                    <a:pt x="3675420" y="646477"/>
                  </a:lnTo>
                  <a:lnTo>
                    <a:pt x="3675420" y="646933"/>
                  </a:lnTo>
                  <a:lnTo>
                    <a:pt x="3671181" y="646933"/>
                  </a:lnTo>
                  <a:lnTo>
                    <a:pt x="3671181" y="648756"/>
                  </a:lnTo>
                  <a:lnTo>
                    <a:pt x="3666942" y="648756"/>
                  </a:lnTo>
                  <a:lnTo>
                    <a:pt x="3666942" y="650579"/>
                  </a:lnTo>
                  <a:lnTo>
                    <a:pt x="3662702" y="650579"/>
                  </a:lnTo>
                  <a:lnTo>
                    <a:pt x="3662702" y="651034"/>
                  </a:lnTo>
                  <a:lnTo>
                    <a:pt x="3658463" y="651034"/>
                  </a:lnTo>
                  <a:lnTo>
                    <a:pt x="3658463" y="651945"/>
                  </a:lnTo>
                  <a:lnTo>
                    <a:pt x="3654224" y="651945"/>
                  </a:lnTo>
                  <a:lnTo>
                    <a:pt x="3654224" y="652400"/>
                  </a:lnTo>
                  <a:lnTo>
                    <a:pt x="3649985" y="652400"/>
                  </a:lnTo>
                  <a:lnTo>
                    <a:pt x="3649985" y="652855"/>
                  </a:lnTo>
                  <a:lnTo>
                    <a:pt x="3645745" y="652855"/>
                  </a:lnTo>
                  <a:lnTo>
                    <a:pt x="3645745" y="655128"/>
                  </a:lnTo>
                  <a:lnTo>
                    <a:pt x="3641506" y="655128"/>
                  </a:lnTo>
                  <a:lnTo>
                    <a:pt x="3641506" y="656491"/>
                  </a:lnTo>
                  <a:lnTo>
                    <a:pt x="3637267" y="656491"/>
                  </a:lnTo>
                  <a:lnTo>
                    <a:pt x="3637267" y="657399"/>
                  </a:lnTo>
                  <a:lnTo>
                    <a:pt x="3633028" y="657399"/>
                  </a:lnTo>
                  <a:lnTo>
                    <a:pt x="3633028" y="658761"/>
                  </a:lnTo>
                  <a:lnTo>
                    <a:pt x="3628789" y="658761"/>
                  </a:lnTo>
                  <a:lnTo>
                    <a:pt x="3628789" y="660123"/>
                  </a:lnTo>
                  <a:lnTo>
                    <a:pt x="3624549" y="660123"/>
                  </a:lnTo>
                  <a:lnTo>
                    <a:pt x="3624549" y="660123"/>
                  </a:lnTo>
                  <a:lnTo>
                    <a:pt x="3620310" y="660123"/>
                  </a:lnTo>
                  <a:lnTo>
                    <a:pt x="3620310" y="661934"/>
                  </a:lnTo>
                  <a:lnTo>
                    <a:pt x="3616071" y="661934"/>
                  </a:lnTo>
                  <a:lnTo>
                    <a:pt x="3616071" y="663293"/>
                  </a:lnTo>
                  <a:lnTo>
                    <a:pt x="3611832" y="663293"/>
                  </a:lnTo>
                  <a:lnTo>
                    <a:pt x="3611832" y="664650"/>
                  </a:lnTo>
                  <a:lnTo>
                    <a:pt x="3607592" y="664650"/>
                  </a:lnTo>
                  <a:lnTo>
                    <a:pt x="3607592" y="666458"/>
                  </a:lnTo>
                  <a:lnTo>
                    <a:pt x="3603353" y="666458"/>
                  </a:lnTo>
                  <a:lnTo>
                    <a:pt x="3603353" y="666909"/>
                  </a:lnTo>
                  <a:lnTo>
                    <a:pt x="3599114" y="666909"/>
                  </a:lnTo>
                  <a:lnTo>
                    <a:pt x="3599114" y="667361"/>
                  </a:lnTo>
                  <a:lnTo>
                    <a:pt x="3594875" y="667361"/>
                  </a:lnTo>
                  <a:lnTo>
                    <a:pt x="3594875" y="668263"/>
                  </a:lnTo>
                  <a:lnTo>
                    <a:pt x="3590635" y="668263"/>
                  </a:lnTo>
                  <a:lnTo>
                    <a:pt x="3590635" y="669614"/>
                  </a:lnTo>
                  <a:lnTo>
                    <a:pt x="3586396" y="669614"/>
                  </a:lnTo>
                  <a:lnTo>
                    <a:pt x="3586396" y="670515"/>
                  </a:lnTo>
                  <a:lnTo>
                    <a:pt x="3582157" y="670515"/>
                  </a:lnTo>
                  <a:lnTo>
                    <a:pt x="3582157" y="670965"/>
                  </a:lnTo>
                  <a:lnTo>
                    <a:pt x="3577918" y="670965"/>
                  </a:lnTo>
                  <a:lnTo>
                    <a:pt x="3577918" y="672763"/>
                  </a:lnTo>
                  <a:lnTo>
                    <a:pt x="3573678" y="672763"/>
                  </a:lnTo>
                  <a:lnTo>
                    <a:pt x="3573678" y="673662"/>
                  </a:lnTo>
                  <a:lnTo>
                    <a:pt x="3569439" y="673662"/>
                  </a:lnTo>
                  <a:lnTo>
                    <a:pt x="3569439" y="675460"/>
                  </a:lnTo>
                  <a:lnTo>
                    <a:pt x="3565200" y="675460"/>
                  </a:lnTo>
                  <a:lnTo>
                    <a:pt x="3565200" y="677706"/>
                  </a:lnTo>
                  <a:lnTo>
                    <a:pt x="3560961" y="677706"/>
                  </a:lnTo>
                  <a:lnTo>
                    <a:pt x="3560961" y="679500"/>
                  </a:lnTo>
                  <a:lnTo>
                    <a:pt x="3556721" y="679500"/>
                  </a:lnTo>
                  <a:lnTo>
                    <a:pt x="3556721" y="680396"/>
                  </a:lnTo>
                  <a:lnTo>
                    <a:pt x="3552482" y="680396"/>
                  </a:lnTo>
                  <a:lnTo>
                    <a:pt x="3552482" y="682188"/>
                  </a:lnTo>
                  <a:lnTo>
                    <a:pt x="3548243" y="682188"/>
                  </a:lnTo>
                  <a:lnTo>
                    <a:pt x="3548243" y="684874"/>
                  </a:lnTo>
                  <a:lnTo>
                    <a:pt x="3544004" y="684874"/>
                  </a:lnTo>
                  <a:lnTo>
                    <a:pt x="3544004" y="687112"/>
                  </a:lnTo>
                  <a:lnTo>
                    <a:pt x="3539765" y="687112"/>
                  </a:lnTo>
                  <a:lnTo>
                    <a:pt x="3539765" y="688454"/>
                  </a:lnTo>
                  <a:lnTo>
                    <a:pt x="3535525" y="688454"/>
                  </a:lnTo>
                  <a:lnTo>
                    <a:pt x="3535525" y="688901"/>
                  </a:lnTo>
                  <a:lnTo>
                    <a:pt x="3531286" y="688901"/>
                  </a:lnTo>
                  <a:lnTo>
                    <a:pt x="3531286" y="689795"/>
                  </a:lnTo>
                  <a:lnTo>
                    <a:pt x="3527047" y="689795"/>
                  </a:lnTo>
                  <a:lnTo>
                    <a:pt x="3527047" y="690242"/>
                  </a:lnTo>
                  <a:lnTo>
                    <a:pt x="3522808" y="690242"/>
                  </a:lnTo>
                  <a:lnTo>
                    <a:pt x="3522808" y="691582"/>
                  </a:lnTo>
                  <a:lnTo>
                    <a:pt x="3518568" y="691582"/>
                  </a:lnTo>
                  <a:lnTo>
                    <a:pt x="3518568" y="692474"/>
                  </a:lnTo>
                  <a:lnTo>
                    <a:pt x="3514329" y="692474"/>
                  </a:lnTo>
                  <a:lnTo>
                    <a:pt x="3514329" y="693812"/>
                  </a:lnTo>
                  <a:lnTo>
                    <a:pt x="3510090" y="693812"/>
                  </a:lnTo>
                  <a:lnTo>
                    <a:pt x="3510090" y="694703"/>
                  </a:lnTo>
                  <a:lnTo>
                    <a:pt x="3505851" y="694703"/>
                  </a:lnTo>
                  <a:lnTo>
                    <a:pt x="3505851" y="697378"/>
                  </a:lnTo>
                  <a:lnTo>
                    <a:pt x="3501611" y="697378"/>
                  </a:lnTo>
                  <a:lnTo>
                    <a:pt x="3501611" y="700492"/>
                  </a:lnTo>
                  <a:lnTo>
                    <a:pt x="3497372" y="700492"/>
                  </a:lnTo>
                  <a:lnTo>
                    <a:pt x="3497372" y="702270"/>
                  </a:lnTo>
                  <a:lnTo>
                    <a:pt x="3493133" y="702270"/>
                  </a:lnTo>
                  <a:lnTo>
                    <a:pt x="3493133" y="703159"/>
                  </a:lnTo>
                  <a:lnTo>
                    <a:pt x="3488894" y="703159"/>
                  </a:lnTo>
                  <a:lnTo>
                    <a:pt x="3488894" y="704491"/>
                  </a:lnTo>
                  <a:lnTo>
                    <a:pt x="3484654" y="704491"/>
                  </a:lnTo>
                  <a:lnTo>
                    <a:pt x="3484654" y="705823"/>
                  </a:lnTo>
                  <a:lnTo>
                    <a:pt x="3480415" y="705823"/>
                  </a:lnTo>
                  <a:lnTo>
                    <a:pt x="3480415" y="707598"/>
                  </a:lnTo>
                  <a:lnTo>
                    <a:pt x="3476176" y="707598"/>
                  </a:lnTo>
                  <a:lnTo>
                    <a:pt x="3476176" y="709816"/>
                  </a:lnTo>
                  <a:lnTo>
                    <a:pt x="3471937" y="709816"/>
                  </a:lnTo>
                  <a:lnTo>
                    <a:pt x="3471937" y="712032"/>
                  </a:lnTo>
                  <a:lnTo>
                    <a:pt x="3467697" y="712032"/>
                  </a:lnTo>
                  <a:lnTo>
                    <a:pt x="3467697" y="713802"/>
                  </a:lnTo>
                  <a:lnTo>
                    <a:pt x="3463458" y="713802"/>
                  </a:lnTo>
                  <a:lnTo>
                    <a:pt x="3463458" y="713802"/>
                  </a:lnTo>
                  <a:lnTo>
                    <a:pt x="3459219" y="713802"/>
                  </a:lnTo>
                  <a:lnTo>
                    <a:pt x="3459219" y="716013"/>
                  </a:lnTo>
                  <a:lnTo>
                    <a:pt x="3454980" y="716013"/>
                  </a:lnTo>
                  <a:lnTo>
                    <a:pt x="3454980" y="716455"/>
                  </a:lnTo>
                  <a:lnTo>
                    <a:pt x="3450740" y="716455"/>
                  </a:lnTo>
                  <a:lnTo>
                    <a:pt x="3450740" y="718222"/>
                  </a:lnTo>
                  <a:lnTo>
                    <a:pt x="3446501" y="718222"/>
                  </a:lnTo>
                  <a:lnTo>
                    <a:pt x="3446501" y="720431"/>
                  </a:lnTo>
                  <a:lnTo>
                    <a:pt x="3442262" y="720431"/>
                  </a:lnTo>
                  <a:lnTo>
                    <a:pt x="3442262" y="721756"/>
                  </a:lnTo>
                  <a:lnTo>
                    <a:pt x="3438023" y="721756"/>
                  </a:lnTo>
                  <a:lnTo>
                    <a:pt x="3438023" y="721756"/>
                  </a:lnTo>
                  <a:lnTo>
                    <a:pt x="3433784" y="721756"/>
                  </a:lnTo>
                  <a:lnTo>
                    <a:pt x="3433784" y="722637"/>
                  </a:lnTo>
                  <a:lnTo>
                    <a:pt x="3429544" y="722637"/>
                  </a:lnTo>
                  <a:lnTo>
                    <a:pt x="3429544" y="723959"/>
                  </a:lnTo>
                  <a:lnTo>
                    <a:pt x="3425305" y="723959"/>
                  </a:lnTo>
                  <a:lnTo>
                    <a:pt x="3425305" y="724399"/>
                  </a:lnTo>
                  <a:lnTo>
                    <a:pt x="3421066" y="724399"/>
                  </a:lnTo>
                  <a:lnTo>
                    <a:pt x="3421066" y="726159"/>
                  </a:lnTo>
                  <a:lnTo>
                    <a:pt x="3416827" y="726159"/>
                  </a:lnTo>
                  <a:lnTo>
                    <a:pt x="3416827" y="727478"/>
                  </a:lnTo>
                  <a:lnTo>
                    <a:pt x="3412587" y="727478"/>
                  </a:lnTo>
                  <a:lnTo>
                    <a:pt x="3412587" y="727917"/>
                  </a:lnTo>
                  <a:lnTo>
                    <a:pt x="3408348" y="727917"/>
                  </a:lnTo>
                  <a:lnTo>
                    <a:pt x="3408348" y="728793"/>
                  </a:lnTo>
                  <a:lnTo>
                    <a:pt x="3404109" y="728793"/>
                  </a:lnTo>
                  <a:lnTo>
                    <a:pt x="3404109" y="731418"/>
                  </a:lnTo>
                  <a:lnTo>
                    <a:pt x="3399870" y="731418"/>
                  </a:lnTo>
                  <a:lnTo>
                    <a:pt x="3399870" y="733167"/>
                  </a:lnTo>
                  <a:lnTo>
                    <a:pt x="3395630" y="733167"/>
                  </a:lnTo>
                  <a:lnTo>
                    <a:pt x="3395630" y="733604"/>
                  </a:lnTo>
                  <a:lnTo>
                    <a:pt x="3391391" y="733604"/>
                  </a:lnTo>
                  <a:lnTo>
                    <a:pt x="3391391" y="735787"/>
                  </a:lnTo>
                  <a:lnTo>
                    <a:pt x="3387152" y="735787"/>
                  </a:lnTo>
                  <a:lnTo>
                    <a:pt x="3387152" y="736659"/>
                  </a:lnTo>
                  <a:lnTo>
                    <a:pt x="3382913" y="736659"/>
                  </a:lnTo>
                  <a:lnTo>
                    <a:pt x="3382913" y="739707"/>
                  </a:lnTo>
                  <a:lnTo>
                    <a:pt x="3378673" y="739707"/>
                  </a:lnTo>
                  <a:lnTo>
                    <a:pt x="3378673" y="742752"/>
                  </a:lnTo>
                  <a:lnTo>
                    <a:pt x="3374434" y="742752"/>
                  </a:lnTo>
                  <a:lnTo>
                    <a:pt x="3374434" y="744491"/>
                  </a:lnTo>
                  <a:lnTo>
                    <a:pt x="3370195" y="744491"/>
                  </a:lnTo>
                  <a:lnTo>
                    <a:pt x="3370195" y="746228"/>
                  </a:lnTo>
                  <a:lnTo>
                    <a:pt x="3365956" y="746228"/>
                  </a:lnTo>
                  <a:lnTo>
                    <a:pt x="3365956" y="747531"/>
                  </a:lnTo>
                  <a:lnTo>
                    <a:pt x="3361716" y="747531"/>
                  </a:lnTo>
                  <a:lnTo>
                    <a:pt x="3361716" y="747965"/>
                  </a:lnTo>
                  <a:lnTo>
                    <a:pt x="3357477" y="747965"/>
                  </a:lnTo>
                  <a:lnTo>
                    <a:pt x="3357477" y="750567"/>
                  </a:lnTo>
                  <a:lnTo>
                    <a:pt x="3353238" y="750567"/>
                  </a:lnTo>
                  <a:lnTo>
                    <a:pt x="3353238" y="751866"/>
                  </a:lnTo>
                  <a:lnTo>
                    <a:pt x="3348999" y="751866"/>
                  </a:lnTo>
                  <a:lnTo>
                    <a:pt x="3348999" y="755330"/>
                  </a:lnTo>
                  <a:lnTo>
                    <a:pt x="3344759" y="755330"/>
                  </a:lnTo>
                  <a:lnTo>
                    <a:pt x="3344759" y="756628"/>
                  </a:lnTo>
                  <a:lnTo>
                    <a:pt x="3340520" y="756628"/>
                  </a:lnTo>
                  <a:lnTo>
                    <a:pt x="3340520" y="758358"/>
                  </a:lnTo>
                  <a:lnTo>
                    <a:pt x="3336281" y="758358"/>
                  </a:lnTo>
                  <a:lnTo>
                    <a:pt x="3336281" y="759223"/>
                  </a:lnTo>
                  <a:lnTo>
                    <a:pt x="3332042" y="759223"/>
                  </a:lnTo>
                  <a:lnTo>
                    <a:pt x="3332042" y="760519"/>
                  </a:lnTo>
                  <a:lnTo>
                    <a:pt x="3327803" y="760519"/>
                  </a:lnTo>
                  <a:lnTo>
                    <a:pt x="3327803" y="763109"/>
                  </a:lnTo>
                  <a:lnTo>
                    <a:pt x="3323563" y="763109"/>
                  </a:lnTo>
                  <a:lnTo>
                    <a:pt x="3323563" y="763972"/>
                  </a:lnTo>
                  <a:lnTo>
                    <a:pt x="3319324" y="763972"/>
                  </a:lnTo>
                  <a:lnTo>
                    <a:pt x="3319324" y="766988"/>
                  </a:lnTo>
                  <a:lnTo>
                    <a:pt x="3315085" y="766988"/>
                  </a:lnTo>
                  <a:lnTo>
                    <a:pt x="3315085" y="767850"/>
                  </a:lnTo>
                  <a:lnTo>
                    <a:pt x="3310846" y="767850"/>
                  </a:lnTo>
                  <a:lnTo>
                    <a:pt x="3310846" y="770003"/>
                  </a:lnTo>
                  <a:lnTo>
                    <a:pt x="3306606" y="770003"/>
                  </a:lnTo>
                  <a:lnTo>
                    <a:pt x="3306606" y="770003"/>
                  </a:lnTo>
                  <a:lnTo>
                    <a:pt x="3302367" y="770003"/>
                  </a:lnTo>
                  <a:lnTo>
                    <a:pt x="3302367" y="773443"/>
                  </a:lnTo>
                  <a:lnTo>
                    <a:pt x="3298128" y="773443"/>
                  </a:lnTo>
                  <a:lnTo>
                    <a:pt x="3298128" y="775162"/>
                  </a:lnTo>
                  <a:lnTo>
                    <a:pt x="3293889" y="775162"/>
                  </a:lnTo>
                  <a:lnTo>
                    <a:pt x="3293889" y="776449"/>
                  </a:lnTo>
                  <a:lnTo>
                    <a:pt x="3289649" y="776449"/>
                  </a:lnTo>
                  <a:lnTo>
                    <a:pt x="3289649" y="777735"/>
                  </a:lnTo>
                  <a:lnTo>
                    <a:pt x="3285410" y="777735"/>
                  </a:lnTo>
                  <a:lnTo>
                    <a:pt x="3285410" y="779877"/>
                  </a:lnTo>
                  <a:lnTo>
                    <a:pt x="3281171" y="779877"/>
                  </a:lnTo>
                  <a:lnTo>
                    <a:pt x="3281171" y="782446"/>
                  </a:lnTo>
                  <a:lnTo>
                    <a:pt x="3276932" y="782446"/>
                  </a:lnTo>
                  <a:lnTo>
                    <a:pt x="3276932" y="784157"/>
                  </a:lnTo>
                  <a:lnTo>
                    <a:pt x="3272692" y="784157"/>
                  </a:lnTo>
                  <a:lnTo>
                    <a:pt x="3272692" y="785440"/>
                  </a:lnTo>
                  <a:lnTo>
                    <a:pt x="3268453" y="785440"/>
                  </a:lnTo>
                  <a:lnTo>
                    <a:pt x="3268453" y="786722"/>
                  </a:lnTo>
                  <a:lnTo>
                    <a:pt x="3264214" y="786722"/>
                  </a:lnTo>
                  <a:lnTo>
                    <a:pt x="3264214" y="788002"/>
                  </a:lnTo>
                  <a:lnTo>
                    <a:pt x="3259975" y="788002"/>
                  </a:lnTo>
                  <a:lnTo>
                    <a:pt x="3259975" y="790135"/>
                  </a:lnTo>
                  <a:lnTo>
                    <a:pt x="3255735" y="790135"/>
                  </a:lnTo>
                  <a:lnTo>
                    <a:pt x="3255735" y="790561"/>
                  </a:lnTo>
                  <a:lnTo>
                    <a:pt x="3251496" y="790561"/>
                  </a:lnTo>
                  <a:lnTo>
                    <a:pt x="3251496" y="791838"/>
                  </a:lnTo>
                  <a:lnTo>
                    <a:pt x="3247257" y="791838"/>
                  </a:lnTo>
                  <a:lnTo>
                    <a:pt x="3247257" y="793114"/>
                  </a:lnTo>
                  <a:lnTo>
                    <a:pt x="3243018" y="793114"/>
                  </a:lnTo>
                  <a:lnTo>
                    <a:pt x="3243018" y="793965"/>
                  </a:lnTo>
                  <a:lnTo>
                    <a:pt x="3238778" y="793965"/>
                  </a:lnTo>
                  <a:lnTo>
                    <a:pt x="3238778" y="797791"/>
                  </a:lnTo>
                  <a:lnTo>
                    <a:pt x="3234539" y="797791"/>
                  </a:lnTo>
                  <a:lnTo>
                    <a:pt x="3234539" y="799490"/>
                  </a:lnTo>
                  <a:lnTo>
                    <a:pt x="3230300" y="799490"/>
                  </a:lnTo>
                  <a:lnTo>
                    <a:pt x="3230300" y="799914"/>
                  </a:lnTo>
                  <a:lnTo>
                    <a:pt x="3226061" y="799914"/>
                  </a:lnTo>
                  <a:lnTo>
                    <a:pt x="3226061" y="801613"/>
                  </a:lnTo>
                  <a:lnTo>
                    <a:pt x="3221822" y="801613"/>
                  </a:lnTo>
                  <a:lnTo>
                    <a:pt x="3221822" y="803735"/>
                  </a:lnTo>
                  <a:lnTo>
                    <a:pt x="3217582" y="803735"/>
                  </a:lnTo>
                  <a:lnTo>
                    <a:pt x="3217582" y="805007"/>
                  </a:lnTo>
                  <a:lnTo>
                    <a:pt x="3213343" y="805007"/>
                  </a:lnTo>
                  <a:lnTo>
                    <a:pt x="3213343" y="805856"/>
                  </a:lnTo>
                  <a:lnTo>
                    <a:pt x="3209104" y="805856"/>
                  </a:lnTo>
                  <a:lnTo>
                    <a:pt x="3209104" y="807551"/>
                  </a:lnTo>
                  <a:lnTo>
                    <a:pt x="3204865" y="807551"/>
                  </a:lnTo>
                  <a:lnTo>
                    <a:pt x="3204865" y="807973"/>
                  </a:lnTo>
                  <a:lnTo>
                    <a:pt x="3200625" y="807973"/>
                  </a:lnTo>
                  <a:lnTo>
                    <a:pt x="3200625" y="808818"/>
                  </a:lnTo>
                  <a:lnTo>
                    <a:pt x="3196386" y="808818"/>
                  </a:lnTo>
                  <a:lnTo>
                    <a:pt x="3196386" y="809662"/>
                  </a:lnTo>
                  <a:lnTo>
                    <a:pt x="3192147" y="809662"/>
                  </a:lnTo>
                  <a:lnTo>
                    <a:pt x="3192147" y="810506"/>
                  </a:lnTo>
                  <a:lnTo>
                    <a:pt x="3187908" y="810506"/>
                  </a:lnTo>
                  <a:lnTo>
                    <a:pt x="3187908" y="812614"/>
                  </a:lnTo>
                  <a:lnTo>
                    <a:pt x="3183668" y="812614"/>
                  </a:lnTo>
                  <a:lnTo>
                    <a:pt x="3183668" y="813458"/>
                  </a:lnTo>
                  <a:lnTo>
                    <a:pt x="3179429" y="813458"/>
                  </a:lnTo>
                  <a:lnTo>
                    <a:pt x="3179429" y="815144"/>
                  </a:lnTo>
                  <a:lnTo>
                    <a:pt x="3175190" y="815144"/>
                  </a:lnTo>
                  <a:lnTo>
                    <a:pt x="3175190" y="818511"/>
                  </a:lnTo>
                  <a:lnTo>
                    <a:pt x="3170951" y="818511"/>
                  </a:lnTo>
                  <a:lnTo>
                    <a:pt x="3170951" y="821876"/>
                  </a:lnTo>
                  <a:lnTo>
                    <a:pt x="3166711" y="821876"/>
                  </a:lnTo>
                  <a:lnTo>
                    <a:pt x="3166711" y="822296"/>
                  </a:lnTo>
                  <a:lnTo>
                    <a:pt x="3162472" y="822296"/>
                  </a:lnTo>
                  <a:lnTo>
                    <a:pt x="3162472" y="824396"/>
                  </a:lnTo>
                  <a:lnTo>
                    <a:pt x="3158233" y="824396"/>
                  </a:lnTo>
                  <a:lnTo>
                    <a:pt x="3158233" y="825235"/>
                  </a:lnTo>
                  <a:lnTo>
                    <a:pt x="3153994" y="825235"/>
                  </a:lnTo>
                  <a:lnTo>
                    <a:pt x="3153994" y="825235"/>
                  </a:lnTo>
                  <a:lnTo>
                    <a:pt x="3149754" y="825235"/>
                  </a:lnTo>
                  <a:lnTo>
                    <a:pt x="3149754" y="826074"/>
                  </a:lnTo>
                  <a:lnTo>
                    <a:pt x="3145515" y="826074"/>
                  </a:lnTo>
                  <a:lnTo>
                    <a:pt x="3145515" y="828167"/>
                  </a:lnTo>
                  <a:lnTo>
                    <a:pt x="3141276" y="828167"/>
                  </a:lnTo>
                  <a:lnTo>
                    <a:pt x="3141276" y="831095"/>
                  </a:lnTo>
                  <a:lnTo>
                    <a:pt x="3137037" y="831095"/>
                  </a:lnTo>
                  <a:lnTo>
                    <a:pt x="3137037" y="831931"/>
                  </a:lnTo>
                  <a:lnTo>
                    <a:pt x="3132798" y="831931"/>
                  </a:lnTo>
                  <a:lnTo>
                    <a:pt x="3132798" y="833183"/>
                  </a:lnTo>
                  <a:lnTo>
                    <a:pt x="3128558" y="833183"/>
                  </a:lnTo>
                  <a:lnTo>
                    <a:pt x="3128558" y="833600"/>
                  </a:lnTo>
                  <a:lnTo>
                    <a:pt x="3124319" y="833600"/>
                  </a:lnTo>
                  <a:lnTo>
                    <a:pt x="3124319" y="835268"/>
                  </a:lnTo>
                  <a:lnTo>
                    <a:pt x="3120080" y="835268"/>
                  </a:lnTo>
                  <a:lnTo>
                    <a:pt x="3120080" y="836518"/>
                  </a:lnTo>
                  <a:lnTo>
                    <a:pt x="3115841" y="836518"/>
                  </a:lnTo>
                  <a:lnTo>
                    <a:pt x="3115841" y="838598"/>
                  </a:lnTo>
                  <a:lnTo>
                    <a:pt x="3111601" y="838598"/>
                  </a:lnTo>
                  <a:lnTo>
                    <a:pt x="3111601" y="839429"/>
                  </a:lnTo>
                  <a:lnTo>
                    <a:pt x="3107362" y="839429"/>
                  </a:lnTo>
                  <a:lnTo>
                    <a:pt x="3107362" y="841506"/>
                  </a:lnTo>
                  <a:lnTo>
                    <a:pt x="3103123" y="841506"/>
                  </a:lnTo>
                  <a:lnTo>
                    <a:pt x="3103123" y="842337"/>
                  </a:lnTo>
                  <a:lnTo>
                    <a:pt x="3098884" y="842337"/>
                  </a:lnTo>
                  <a:lnTo>
                    <a:pt x="3098884" y="845242"/>
                  </a:lnTo>
                  <a:lnTo>
                    <a:pt x="3094644" y="845242"/>
                  </a:lnTo>
                  <a:lnTo>
                    <a:pt x="3094644" y="846902"/>
                  </a:lnTo>
                  <a:lnTo>
                    <a:pt x="3090405" y="846902"/>
                  </a:lnTo>
                  <a:lnTo>
                    <a:pt x="3090405" y="847731"/>
                  </a:lnTo>
                  <a:lnTo>
                    <a:pt x="3086166" y="847731"/>
                  </a:lnTo>
                  <a:lnTo>
                    <a:pt x="3086166" y="848973"/>
                  </a:lnTo>
                  <a:lnTo>
                    <a:pt x="3081927" y="848973"/>
                  </a:lnTo>
                  <a:lnTo>
                    <a:pt x="3081927" y="849800"/>
                  </a:lnTo>
                  <a:lnTo>
                    <a:pt x="3077687" y="849800"/>
                  </a:lnTo>
                  <a:lnTo>
                    <a:pt x="3077687" y="850627"/>
                  </a:lnTo>
                  <a:lnTo>
                    <a:pt x="3073448" y="850627"/>
                  </a:lnTo>
                  <a:lnTo>
                    <a:pt x="3073448" y="853109"/>
                  </a:lnTo>
                  <a:lnTo>
                    <a:pt x="3069209" y="853109"/>
                  </a:lnTo>
                  <a:lnTo>
                    <a:pt x="3069209" y="855590"/>
                  </a:lnTo>
                  <a:lnTo>
                    <a:pt x="3064970" y="855590"/>
                  </a:lnTo>
                  <a:lnTo>
                    <a:pt x="3064970" y="856417"/>
                  </a:lnTo>
                  <a:lnTo>
                    <a:pt x="3060730" y="856417"/>
                  </a:lnTo>
                  <a:lnTo>
                    <a:pt x="3060730" y="858895"/>
                  </a:lnTo>
                  <a:lnTo>
                    <a:pt x="3056491" y="858895"/>
                  </a:lnTo>
                  <a:lnTo>
                    <a:pt x="3056491" y="860131"/>
                  </a:lnTo>
                  <a:lnTo>
                    <a:pt x="3052252" y="860131"/>
                  </a:lnTo>
                  <a:lnTo>
                    <a:pt x="3052252" y="862192"/>
                  </a:lnTo>
                  <a:lnTo>
                    <a:pt x="3048013" y="862192"/>
                  </a:lnTo>
                  <a:lnTo>
                    <a:pt x="3048013" y="865075"/>
                  </a:lnTo>
                  <a:lnTo>
                    <a:pt x="3043773" y="865075"/>
                  </a:lnTo>
                  <a:lnTo>
                    <a:pt x="3043773" y="866310"/>
                  </a:lnTo>
                  <a:lnTo>
                    <a:pt x="3039534" y="866310"/>
                  </a:lnTo>
                  <a:lnTo>
                    <a:pt x="3039534" y="867545"/>
                  </a:lnTo>
                  <a:lnTo>
                    <a:pt x="3035295" y="867545"/>
                  </a:lnTo>
                  <a:lnTo>
                    <a:pt x="3035295" y="867956"/>
                  </a:lnTo>
                  <a:lnTo>
                    <a:pt x="3031056" y="867956"/>
                  </a:lnTo>
                  <a:lnTo>
                    <a:pt x="3031056" y="869189"/>
                  </a:lnTo>
                  <a:lnTo>
                    <a:pt x="3026817" y="869189"/>
                  </a:lnTo>
                  <a:lnTo>
                    <a:pt x="3026817" y="872062"/>
                  </a:lnTo>
                  <a:lnTo>
                    <a:pt x="3022577" y="872062"/>
                  </a:lnTo>
                  <a:lnTo>
                    <a:pt x="3022577" y="873292"/>
                  </a:lnTo>
                  <a:lnTo>
                    <a:pt x="3018338" y="873292"/>
                  </a:lnTo>
                  <a:lnTo>
                    <a:pt x="3018338" y="874931"/>
                  </a:lnTo>
                  <a:lnTo>
                    <a:pt x="3014099" y="874931"/>
                  </a:lnTo>
                  <a:lnTo>
                    <a:pt x="3014099" y="876979"/>
                  </a:lnTo>
                  <a:lnTo>
                    <a:pt x="3009860" y="876979"/>
                  </a:lnTo>
                  <a:lnTo>
                    <a:pt x="3009860" y="879024"/>
                  </a:lnTo>
                  <a:lnTo>
                    <a:pt x="3005620" y="879024"/>
                  </a:lnTo>
                  <a:lnTo>
                    <a:pt x="3005620" y="881069"/>
                  </a:lnTo>
                  <a:lnTo>
                    <a:pt x="3001381" y="881069"/>
                  </a:lnTo>
                  <a:lnTo>
                    <a:pt x="3001381" y="882294"/>
                  </a:lnTo>
                  <a:lnTo>
                    <a:pt x="2997142" y="882294"/>
                  </a:lnTo>
                  <a:lnTo>
                    <a:pt x="2997142" y="883926"/>
                  </a:lnTo>
                  <a:lnTo>
                    <a:pt x="2992903" y="883926"/>
                  </a:lnTo>
                  <a:lnTo>
                    <a:pt x="2992903" y="885556"/>
                  </a:lnTo>
                  <a:lnTo>
                    <a:pt x="2988663" y="885556"/>
                  </a:lnTo>
                  <a:lnTo>
                    <a:pt x="2988663" y="886779"/>
                  </a:lnTo>
                  <a:lnTo>
                    <a:pt x="2984424" y="886779"/>
                  </a:lnTo>
                  <a:lnTo>
                    <a:pt x="2984424" y="889222"/>
                  </a:lnTo>
                  <a:lnTo>
                    <a:pt x="2980185" y="889222"/>
                  </a:lnTo>
                  <a:lnTo>
                    <a:pt x="2980185" y="890444"/>
                  </a:lnTo>
                  <a:lnTo>
                    <a:pt x="2975946" y="890444"/>
                  </a:lnTo>
                  <a:lnTo>
                    <a:pt x="2975946" y="892071"/>
                  </a:lnTo>
                  <a:lnTo>
                    <a:pt x="2971706" y="892071"/>
                  </a:lnTo>
                  <a:lnTo>
                    <a:pt x="2971706" y="893291"/>
                  </a:lnTo>
                  <a:lnTo>
                    <a:pt x="2967467" y="893291"/>
                  </a:lnTo>
                  <a:lnTo>
                    <a:pt x="2967467" y="896130"/>
                  </a:lnTo>
                  <a:lnTo>
                    <a:pt x="2963228" y="896130"/>
                  </a:lnTo>
                  <a:lnTo>
                    <a:pt x="2963228" y="897751"/>
                  </a:lnTo>
                  <a:lnTo>
                    <a:pt x="2958989" y="897751"/>
                  </a:lnTo>
                  <a:lnTo>
                    <a:pt x="2958989" y="898561"/>
                  </a:lnTo>
                  <a:lnTo>
                    <a:pt x="2954749" y="898561"/>
                  </a:lnTo>
                  <a:lnTo>
                    <a:pt x="2954749" y="899774"/>
                  </a:lnTo>
                  <a:lnTo>
                    <a:pt x="2950510" y="899774"/>
                  </a:lnTo>
                  <a:lnTo>
                    <a:pt x="2950510" y="899774"/>
                  </a:lnTo>
                  <a:lnTo>
                    <a:pt x="2946271" y="899774"/>
                  </a:lnTo>
                  <a:lnTo>
                    <a:pt x="2946271" y="901795"/>
                  </a:lnTo>
                  <a:lnTo>
                    <a:pt x="2942032" y="901795"/>
                  </a:lnTo>
                  <a:lnTo>
                    <a:pt x="2942032" y="905430"/>
                  </a:lnTo>
                  <a:lnTo>
                    <a:pt x="2937792" y="905430"/>
                  </a:lnTo>
                  <a:lnTo>
                    <a:pt x="2937792" y="907042"/>
                  </a:lnTo>
                  <a:lnTo>
                    <a:pt x="2933553" y="907042"/>
                  </a:lnTo>
                  <a:lnTo>
                    <a:pt x="2933553" y="907848"/>
                  </a:lnTo>
                  <a:lnTo>
                    <a:pt x="2929314" y="907848"/>
                  </a:lnTo>
                  <a:lnTo>
                    <a:pt x="2929314" y="910264"/>
                  </a:lnTo>
                  <a:lnTo>
                    <a:pt x="2925075" y="910264"/>
                  </a:lnTo>
                  <a:lnTo>
                    <a:pt x="2925075" y="911471"/>
                  </a:lnTo>
                  <a:lnTo>
                    <a:pt x="2920836" y="911471"/>
                  </a:lnTo>
                  <a:lnTo>
                    <a:pt x="2920836" y="912678"/>
                  </a:lnTo>
                  <a:lnTo>
                    <a:pt x="2916596" y="912678"/>
                  </a:lnTo>
                  <a:lnTo>
                    <a:pt x="2916596" y="912678"/>
                  </a:lnTo>
                  <a:lnTo>
                    <a:pt x="2912357" y="912678"/>
                  </a:lnTo>
                  <a:lnTo>
                    <a:pt x="2912357" y="913883"/>
                  </a:lnTo>
                  <a:lnTo>
                    <a:pt x="2908118" y="913883"/>
                  </a:lnTo>
                  <a:lnTo>
                    <a:pt x="2908118" y="915488"/>
                  </a:lnTo>
                  <a:lnTo>
                    <a:pt x="2903879" y="915488"/>
                  </a:lnTo>
                  <a:lnTo>
                    <a:pt x="2903879" y="916289"/>
                  </a:lnTo>
                  <a:lnTo>
                    <a:pt x="2899639" y="916289"/>
                  </a:lnTo>
                  <a:lnTo>
                    <a:pt x="2899639" y="918293"/>
                  </a:lnTo>
                  <a:lnTo>
                    <a:pt x="2895400" y="918293"/>
                  </a:lnTo>
                  <a:lnTo>
                    <a:pt x="2895400" y="919495"/>
                  </a:lnTo>
                  <a:lnTo>
                    <a:pt x="2891161" y="919495"/>
                  </a:lnTo>
                  <a:lnTo>
                    <a:pt x="2891161" y="922298"/>
                  </a:lnTo>
                  <a:lnTo>
                    <a:pt x="2886922" y="922298"/>
                  </a:lnTo>
                  <a:lnTo>
                    <a:pt x="2886922" y="922698"/>
                  </a:lnTo>
                  <a:lnTo>
                    <a:pt x="2882682" y="922698"/>
                  </a:lnTo>
                  <a:lnTo>
                    <a:pt x="2882682" y="924698"/>
                  </a:lnTo>
                  <a:lnTo>
                    <a:pt x="2878443" y="924698"/>
                  </a:lnTo>
                  <a:lnTo>
                    <a:pt x="2878443" y="926692"/>
                  </a:lnTo>
                  <a:lnTo>
                    <a:pt x="2874204" y="926692"/>
                  </a:lnTo>
                  <a:lnTo>
                    <a:pt x="2874204" y="928286"/>
                  </a:lnTo>
                  <a:lnTo>
                    <a:pt x="2869965" y="928286"/>
                  </a:lnTo>
                  <a:lnTo>
                    <a:pt x="2869965" y="930279"/>
                  </a:lnTo>
                  <a:lnTo>
                    <a:pt x="2865725" y="930279"/>
                  </a:lnTo>
                  <a:lnTo>
                    <a:pt x="2865725" y="933067"/>
                  </a:lnTo>
                  <a:lnTo>
                    <a:pt x="2861486" y="933067"/>
                  </a:lnTo>
                  <a:lnTo>
                    <a:pt x="2861486" y="933466"/>
                  </a:lnTo>
                  <a:lnTo>
                    <a:pt x="2857247" y="933466"/>
                  </a:lnTo>
                  <a:lnTo>
                    <a:pt x="2857247" y="934262"/>
                  </a:lnTo>
                  <a:lnTo>
                    <a:pt x="2853008" y="934262"/>
                  </a:lnTo>
                  <a:lnTo>
                    <a:pt x="2853008" y="937048"/>
                  </a:lnTo>
                  <a:lnTo>
                    <a:pt x="2848768" y="937048"/>
                  </a:lnTo>
                  <a:lnTo>
                    <a:pt x="2848768" y="939431"/>
                  </a:lnTo>
                  <a:lnTo>
                    <a:pt x="2844529" y="939431"/>
                  </a:lnTo>
                  <a:lnTo>
                    <a:pt x="2844529" y="941416"/>
                  </a:lnTo>
                  <a:lnTo>
                    <a:pt x="2840290" y="941416"/>
                  </a:lnTo>
                  <a:lnTo>
                    <a:pt x="2840290" y="941813"/>
                  </a:lnTo>
                  <a:lnTo>
                    <a:pt x="2836051" y="941813"/>
                  </a:lnTo>
                  <a:lnTo>
                    <a:pt x="2836051" y="944193"/>
                  </a:lnTo>
                  <a:lnTo>
                    <a:pt x="2831812" y="944193"/>
                  </a:lnTo>
                  <a:lnTo>
                    <a:pt x="2831812" y="946571"/>
                  </a:lnTo>
                  <a:lnTo>
                    <a:pt x="2827572" y="946571"/>
                  </a:lnTo>
                  <a:lnTo>
                    <a:pt x="2827572" y="947761"/>
                  </a:lnTo>
                  <a:lnTo>
                    <a:pt x="2823333" y="947761"/>
                  </a:lnTo>
                  <a:lnTo>
                    <a:pt x="2823333" y="949345"/>
                  </a:lnTo>
                  <a:lnTo>
                    <a:pt x="2819094" y="949345"/>
                  </a:lnTo>
                  <a:lnTo>
                    <a:pt x="2819094" y="952114"/>
                  </a:lnTo>
                  <a:lnTo>
                    <a:pt x="2814855" y="952114"/>
                  </a:lnTo>
                  <a:lnTo>
                    <a:pt x="2814855" y="953695"/>
                  </a:lnTo>
                  <a:lnTo>
                    <a:pt x="2810615" y="953695"/>
                  </a:lnTo>
                  <a:lnTo>
                    <a:pt x="2810615" y="954880"/>
                  </a:lnTo>
                  <a:lnTo>
                    <a:pt x="2806376" y="954880"/>
                  </a:lnTo>
                  <a:lnTo>
                    <a:pt x="2806376" y="956457"/>
                  </a:lnTo>
                  <a:lnTo>
                    <a:pt x="2802137" y="956457"/>
                  </a:lnTo>
                  <a:lnTo>
                    <a:pt x="2802137" y="958428"/>
                  </a:lnTo>
                  <a:lnTo>
                    <a:pt x="2797898" y="958428"/>
                  </a:lnTo>
                  <a:lnTo>
                    <a:pt x="2797898" y="959611"/>
                  </a:lnTo>
                  <a:lnTo>
                    <a:pt x="2793658" y="959611"/>
                  </a:lnTo>
                  <a:lnTo>
                    <a:pt x="2793658" y="961974"/>
                  </a:lnTo>
                  <a:lnTo>
                    <a:pt x="2789419" y="961974"/>
                  </a:lnTo>
                  <a:lnTo>
                    <a:pt x="2789419" y="962760"/>
                  </a:lnTo>
                  <a:lnTo>
                    <a:pt x="2785180" y="962760"/>
                  </a:lnTo>
                  <a:lnTo>
                    <a:pt x="2785180" y="964330"/>
                  </a:lnTo>
                  <a:lnTo>
                    <a:pt x="2780941" y="964330"/>
                  </a:lnTo>
                  <a:lnTo>
                    <a:pt x="2780941" y="965507"/>
                  </a:lnTo>
                  <a:lnTo>
                    <a:pt x="2776701" y="965507"/>
                  </a:lnTo>
                  <a:lnTo>
                    <a:pt x="2776701" y="967076"/>
                  </a:lnTo>
                  <a:lnTo>
                    <a:pt x="2772462" y="967076"/>
                  </a:lnTo>
                  <a:lnTo>
                    <a:pt x="2772462" y="969036"/>
                  </a:lnTo>
                  <a:lnTo>
                    <a:pt x="2768223" y="969036"/>
                  </a:lnTo>
                  <a:lnTo>
                    <a:pt x="2768223" y="970211"/>
                  </a:lnTo>
                  <a:lnTo>
                    <a:pt x="2763984" y="970211"/>
                  </a:lnTo>
                  <a:lnTo>
                    <a:pt x="2763984" y="971777"/>
                  </a:lnTo>
                  <a:lnTo>
                    <a:pt x="2759744" y="971777"/>
                  </a:lnTo>
                  <a:lnTo>
                    <a:pt x="2759744" y="973732"/>
                  </a:lnTo>
                  <a:lnTo>
                    <a:pt x="2755505" y="973732"/>
                  </a:lnTo>
                  <a:lnTo>
                    <a:pt x="2755505" y="974512"/>
                  </a:lnTo>
                  <a:lnTo>
                    <a:pt x="2751266" y="974512"/>
                  </a:lnTo>
                  <a:lnTo>
                    <a:pt x="2751266" y="974903"/>
                  </a:lnTo>
                  <a:lnTo>
                    <a:pt x="2747027" y="974903"/>
                  </a:lnTo>
                  <a:lnTo>
                    <a:pt x="2747027" y="977632"/>
                  </a:lnTo>
                  <a:lnTo>
                    <a:pt x="2742787" y="977632"/>
                  </a:lnTo>
                  <a:lnTo>
                    <a:pt x="2742787" y="979190"/>
                  </a:lnTo>
                  <a:lnTo>
                    <a:pt x="2738548" y="979190"/>
                  </a:lnTo>
                  <a:lnTo>
                    <a:pt x="2738548" y="981527"/>
                  </a:lnTo>
                  <a:lnTo>
                    <a:pt x="2734309" y="981527"/>
                  </a:lnTo>
                  <a:lnTo>
                    <a:pt x="2734309" y="982305"/>
                  </a:lnTo>
                  <a:lnTo>
                    <a:pt x="2730070" y="982305"/>
                  </a:lnTo>
                  <a:lnTo>
                    <a:pt x="2730070" y="983859"/>
                  </a:lnTo>
                  <a:lnTo>
                    <a:pt x="2725831" y="983859"/>
                  </a:lnTo>
                  <a:lnTo>
                    <a:pt x="2725831" y="985800"/>
                  </a:lnTo>
                  <a:lnTo>
                    <a:pt x="2721591" y="985800"/>
                  </a:lnTo>
                  <a:lnTo>
                    <a:pt x="2721591" y="986963"/>
                  </a:lnTo>
                  <a:lnTo>
                    <a:pt x="2717352" y="986963"/>
                  </a:lnTo>
                  <a:lnTo>
                    <a:pt x="2717352" y="988513"/>
                  </a:lnTo>
                  <a:lnTo>
                    <a:pt x="2713113" y="988513"/>
                  </a:lnTo>
                  <a:lnTo>
                    <a:pt x="2713113" y="990451"/>
                  </a:lnTo>
                  <a:lnTo>
                    <a:pt x="2708874" y="990451"/>
                  </a:lnTo>
                  <a:lnTo>
                    <a:pt x="2708874" y="993549"/>
                  </a:lnTo>
                  <a:lnTo>
                    <a:pt x="2704634" y="993549"/>
                  </a:lnTo>
                  <a:lnTo>
                    <a:pt x="2704634" y="995097"/>
                  </a:lnTo>
                  <a:lnTo>
                    <a:pt x="2700395" y="995097"/>
                  </a:lnTo>
                  <a:lnTo>
                    <a:pt x="2700395" y="997803"/>
                  </a:lnTo>
                  <a:lnTo>
                    <a:pt x="2696156" y="997803"/>
                  </a:lnTo>
                  <a:lnTo>
                    <a:pt x="2696156" y="1001281"/>
                  </a:lnTo>
                  <a:lnTo>
                    <a:pt x="2691917" y="1001281"/>
                  </a:lnTo>
                  <a:lnTo>
                    <a:pt x="2691917" y="1003211"/>
                  </a:lnTo>
                  <a:lnTo>
                    <a:pt x="2687677" y="1003211"/>
                  </a:lnTo>
                  <a:lnTo>
                    <a:pt x="2687677" y="1004754"/>
                  </a:lnTo>
                  <a:lnTo>
                    <a:pt x="2683438" y="1004754"/>
                  </a:lnTo>
                  <a:lnTo>
                    <a:pt x="2683438" y="1005912"/>
                  </a:lnTo>
                  <a:lnTo>
                    <a:pt x="2679199" y="1005912"/>
                  </a:lnTo>
                  <a:lnTo>
                    <a:pt x="2679199" y="1007840"/>
                  </a:lnTo>
                  <a:lnTo>
                    <a:pt x="2674960" y="1007840"/>
                  </a:lnTo>
                  <a:lnTo>
                    <a:pt x="2674960" y="1009382"/>
                  </a:lnTo>
                  <a:lnTo>
                    <a:pt x="2670720" y="1009382"/>
                  </a:lnTo>
                  <a:lnTo>
                    <a:pt x="2670720" y="1011306"/>
                  </a:lnTo>
                  <a:lnTo>
                    <a:pt x="2666481" y="1011306"/>
                  </a:lnTo>
                  <a:lnTo>
                    <a:pt x="2666481" y="1012845"/>
                  </a:lnTo>
                  <a:lnTo>
                    <a:pt x="2662242" y="1012845"/>
                  </a:lnTo>
                  <a:lnTo>
                    <a:pt x="2662242" y="1014768"/>
                  </a:lnTo>
                  <a:lnTo>
                    <a:pt x="2658003" y="1014768"/>
                  </a:lnTo>
                  <a:lnTo>
                    <a:pt x="2658003" y="1016690"/>
                  </a:lnTo>
                  <a:lnTo>
                    <a:pt x="2653763" y="1016690"/>
                  </a:lnTo>
                  <a:lnTo>
                    <a:pt x="2653763" y="1017843"/>
                  </a:lnTo>
                  <a:lnTo>
                    <a:pt x="2649524" y="1017843"/>
                  </a:lnTo>
                  <a:lnTo>
                    <a:pt x="2649524" y="1019763"/>
                  </a:lnTo>
                  <a:lnTo>
                    <a:pt x="2645285" y="1019763"/>
                  </a:lnTo>
                  <a:lnTo>
                    <a:pt x="2645285" y="1022449"/>
                  </a:lnTo>
                  <a:lnTo>
                    <a:pt x="2641046" y="1022449"/>
                  </a:lnTo>
                  <a:lnTo>
                    <a:pt x="2641046" y="1022832"/>
                  </a:lnTo>
                  <a:lnTo>
                    <a:pt x="2636806" y="1022832"/>
                  </a:lnTo>
                  <a:lnTo>
                    <a:pt x="2636806" y="1024744"/>
                  </a:lnTo>
                  <a:lnTo>
                    <a:pt x="2632567" y="1024744"/>
                  </a:lnTo>
                  <a:lnTo>
                    <a:pt x="2632567" y="1026274"/>
                  </a:lnTo>
                  <a:lnTo>
                    <a:pt x="2628328" y="1026274"/>
                  </a:lnTo>
                  <a:lnTo>
                    <a:pt x="2628328" y="1030096"/>
                  </a:lnTo>
                  <a:lnTo>
                    <a:pt x="2624089" y="1030096"/>
                  </a:lnTo>
                  <a:lnTo>
                    <a:pt x="2624089" y="1032388"/>
                  </a:lnTo>
                  <a:lnTo>
                    <a:pt x="2619850" y="1032388"/>
                  </a:lnTo>
                  <a:lnTo>
                    <a:pt x="2619850" y="1034679"/>
                  </a:lnTo>
                  <a:lnTo>
                    <a:pt x="2615610" y="1034679"/>
                  </a:lnTo>
                  <a:lnTo>
                    <a:pt x="2615610" y="1035824"/>
                  </a:lnTo>
                  <a:lnTo>
                    <a:pt x="2611371" y="1035824"/>
                  </a:lnTo>
                  <a:lnTo>
                    <a:pt x="2611371" y="1038491"/>
                  </a:lnTo>
                  <a:lnTo>
                    <a:pt x="2607132" y="1038491"/>
                  </a:lnTo>
                  <a:lnTo>
                    <a:pt x="2607132" y="1040014"/>
                  </a:lnTo>
                  <a:lnTo>
                    <a:pt x="2602893" y="1040014"/>
                  </a:lnTo>
                  <a:lnTo>
                    <a:pt x="2602893" y="1042299"/>
                  </a:lnTo>
                  <a:lnTo>
                    <a:pt x="2598653" y="1042299"/>
                  </a:lnTo>
                  <a:lnTo>
                    <a:pt x="2598653" y="1044964"/>
                  </a:lnTo>
                  <a:lnTo>
                    <a:pt x="2594414" y="1044964"/>
                  </a:lnTo>
                  <a:lnTo>
                    <a:pt x="2594414" y="1046486"/>
                  </a:lnTo>
                  <a:lnTo>
                    <a:pt x="2590175" y="1046486"/>
                  </a:lnTo>
                  <a:lnTo>
                    <a:pt x="2590175" y="1047247"/>
                  </a:lnTo>
                  <a:lnTo>
                    <a:pt x="2585936" y="1047247"/>
                  </a:lnTo>
                  <a:lnTo>
                    <a:pt x="2585936" y="1048768"/>
                  </a:lnTo>
                  <a:lnTo>
                    <a:pt x="2581696" y="1048768"/>
                  </a:lnTo>
                  <a:lnTo>
                    <a:pt x="2581696" y="1051424"/>
                  </a:lnTo>
                  <a:lnTo>
                    <a:pt x="2577457" y="1051424"/>
                  </a:lnTo>
                  <a:lnTo>
                    <a:pt x="2577457" y="1053321"/>
                  </a:lnTo>
                  <a:lnTo>
                    <a:pt x="2573218" y="1053321"/>
                  </a:lnTo>
                  <a:lnTo>
                    <a:pt x="2573218" y="1055594"/>
                  </a:lnTo>
                  <a:lnTo>
                    <a:pt x="2568979" y="1055594"/>
                  </a:lnTo>
                  <a:lnTo>
                    <a:pt x="2568979" y="1057109"/>
                  </a:lnTo>
                  <a:lnTo>
                    <a:pt x="2564739" y="1057109"/>
                  </a:lnTo>
                  <a:lnTo>
                    <a:pt x="2564739" y="1059001"/>
                  </a:lnTo>
                  <a:lnTo>
                    <a:pt x="2560500" y="1059001"/>
                  </a:lnTo>
                  <a:lnTo>
                    <a:pt x="2560500" y="1061270"/>
                  </a:lnTo>
                  <a:lnTo>
                    <a:pt x="2556261" y="1061270"/>
                  </a:lnTo>
                  <a:lnTo>
                    <a:pt x="2556261" y="1063538"/>
                  </a:lnTo>
                  <a:lnTo>
                    <a:pt x="2552022" y="1063538"/>
                  </a:lnTo>
                  <a:lnTo>
                    <a:pt x="2552022" y="1065048"/>
                  </a:lnTo>
                  <a:lnTo>
                    <a:pt x="2547782" y="1065048"/>
                  </a:lnTo>
                  <a:lnTo>
                    <a:pt x="2547782" y="1065802"/>
                  </a:lnTo>
                  <a:lnTo>
                    <a:pt x="2543543" y="1065802"/>
                  </a:lnTo>
                  <a:lnTo>
                    <a:pt x="2543543" y="1068819"/>
                  </a:lnTo>
                  <a:lnTo>
                    <a:pt x="2539304" y="1068819"/>
                  </a:lnTo>
                  <a:lnTo>
                    <a:pt x="2539304" y="1070704"/>
                  </a:lnTo>
                  <a:lnTo>
                    <a:pt x="2535065" y="1070704"/>
                  </a:lnTo>
                  <a:lnTo>
                    <a:pt x="2535065" y="1072588"/>
                  </a:lnTo>
                  <a:lnTo>
                    <a:pt x="2530825" y="1072588"/>
                  </a:lnTo>
                  <a:lnTo>
                    <a:pt x="2530825" y="1075601"/>
                  </a:lnTo>
                  <a:lnTo>
                    <a:pt x="2526586" y="1075601"/>
                  </a:lnTo>
                  <a:lnTo>
                    <a:pt x="2526586" y="1076730"/>
                  </a:lnTo>
                  <a:lnTo>
                    <a:pt x="2522347" y="1076730"/>
                  </a:lnTo>
                  <a:lnTo>
                    <a:pt x="2522347" y="1078983"/>
                  </a:lnTo>
                  <a:lnTo>
                    <a:pt x="2518108" y="1078983"/>
                  </a:lnTo>
                  <a:lnTo>
                    <a:pt x="2518108" y="1081233"/>
                  </a:lnTo>
                  <a:lnTo>
                    <a:pt x="2513869" y="1081233"/>
                  </a:lnTo>
                  <a:lnTo>
                    <a:pt x="2513869" y="1083108"/>
                  </a:lnTo>
                  <a:lnTo>
                    <a:pt x="2509629" y="1083108"/>
                  </a:lnTo>
                  <a:lnTo>
                    <a:pt x="2509629" y="1086107"/>
                  </a:lnTo>
                  <a:lnTo>
                    <a:pt x="2505390" y="1086107"/>
                  </a:lnTo>
                  <a:lnTo>
                    <a:pt x="2505390" y="1088356"/>
                  </a:lnTo>
                  <a:lnTo>
                    <a:pt x="2501151" y="1088356"/>
                  </a:lnTo>
                  <a:lnTo>
                    <a:pt x="2501151" y="1090978"/>
                  </a:lnTo>
                  <a:lnTo>
                    <a:pt x="2496912" y="1090978"/>
                  </a:lnTo>
                  <a:lnTo>
                    <a:pt x="2496912" y="1093972"/>
                  </a:lnTo>
                  <a:lnTo>
                    <a:pt x="2492672" y="1093972"/>
                  </a:lnTo>
                  <a:lnTo>
                    <a:pt x="2492672" y="1095839"/>
                  </a:lnTo>
                  <a:lnTo>
                    <a:pt x="2488433" y="1095839"/>
                  </a:lnTo>
                  <a:lnTo>
                    <a:pt x="2488433" y="1097333"/>
                  </a:lnTo>
                  <a:lnTo>
                    <a:pt x="2484194" y="1097333"/>
                  </a:lnTo>
                  <a:lnTo>
                    <a:pt x="2484194" y="1098826"/>
                  </a:lnTo>
                  <a:lnTo>
                    <a:pt x="2479955" y="1098826"/>
                  </a:lnTo>
                  <a:lnTo>
                    <a:pt x="2479955" y="1102556"/>
                  </a:lnTo>
                  <a:lnTo>
                    <a:pt x="2475715" y="1102556"/>
                  </a:lnTo>
                  <a:lnTo>
                    <a:pt x="2475715" y="1105167"/>
                  </a:lnTo>
                  <a:lnTo>
                    <a:pt x="2471476" y="1105167"/>
                  </a:lnTo>
                  <a:lnTo>
                    <a:pt x="2471476" y="1106658"/>
                  </a:lnTo>
                  <a:lnTo>
                    <a:pt x="2467237" y="1106658"/>
                  </a:lnTo>
                  <a:lnTo>
                    <a:pt x="2467237" y="1110384"/>
                  </a:lnTo>
                  <a:lnTo>
                    <a:pt x="2462998" y="1110384"/>
                  </a:lnTo>
                  <a:lnTo>
                    <a:pt x="2462998" y="1111500"/>
                  </a:lnTo>
                  <a:lnTo>
                    <a:pt x="2458758" y="1111500"/>
                  </a:lnTo>
                  <a:lnTo>
                    <a:pt x="2458758" y="1114848"/>
                  </a:lnTo>
                  <a:lnTo>
                    <a:pt x="2454519" y="1114848"/>
                  </a:lnTo>
                  <a:lnTo>
                    <a:pt x="2454519" y="1117080"/>
                  </a:lnTo>
                  <a:lnTo>
                    <a:pt x="2450280" y="1117080"/>
                  </a:lnTo>
                  <a:lnTo>
                    <a:pt x="2450280" y="1117080"/>
                  </a:lnTo>
                  <a:lnTo>
                    <a:pt x="2446041" y="1117080"/>
                  </a:lnTo>
                  <a:lnTo>
                    <a:pt x="2446041" y="1119309"/>
                  </a:lnTo>
                  <a:lnTo>
                    <a:pt x="2441801" y="1119309"/>
                  </a:lnTo>
                  <a:lnTo>
                    <a:pt x="2441801" y="1123025"/>
                  </a:lnTo>
                  <a:lnTo>
                    <a:pt x="2437562" y="1123025"/>
                  </a:lnTo>
                  <a:lnTo>
                    <a:pt x="2437562" y="1124511"/>
                  </a:lnTo>
                  <a:lnTo>
                    <a:pt x="2433323" y="1124511"/>
                  </a:lnTo>
                  <a:lnTo>
                    <a:pt x="2433323" y="1126367"/>
                  </a:lnTo>
                  <a:lnTo>
                    <a:pt x="2429084" y="1126367"/>
                  </a:lnTo>
                  <a:lnTo>
                    <a:pt x="2429084" y="1130447"/>
                  </a:lnTo>
                  <a:lnTo>
                    <a:pt x="2424845" y="1130447"/>
                  </a:lnTo>
                  <a:lnTo>
                    <a:pt x="2424845" y="1131930"/>
                  </a:lnTo>
                  <a:lnTo>
                    <a:pt x="2420605" y="1131930"/>
                  </a:lnTo>
                  <a:lnTo>
                    <a:pt x="2420605" y="1134155"/>
                  </a:lnTo>
                  <a:lnTo>
                    <a:pt x="2416366" y="1134155"/>
                  </a:lnTo>
                  <a:lnTo>
                    <a:pt x="2416366" y="1135267"/>
                  </a:lnTo>
                  <a:lnTo>
                    <a:pt x="2412127" y="1135267"/>
                  </a:lnTo>
                  <a:lnTo>
                    <a:pt x="2412127" y="1136749"/>
                  </a:lnTo>
                  <a:lnTo>
                    <a:pt x="2407888" y="1136749"/>
                  </a:lnTo>
                  <a:lnTo>
                    <a:pt x="2407888" y="1138971"/>
                  </a:lnTo>
                  <a:lnTo>
                    <a:pt x="2403648" y="1138971"/>
                  </a:lnTo>
                  <a:lnTo>
                    <a:pt x="2403648" y="1141931"/>
                  </a:lnTo>
                  <a:lnTo>
                    <a:pt x="2399409" y="1141931"/>
                  </a:lnTo>
                  <a:lnTo>
                    <a:pt x="2399409" y="1143041"/>
                  </a:lnTo>
                  <a:lnTo>
                    <a:pt x="2395170" y="1143041"/>
                  </a:lnTo>
                  <a:lnTo>
                    <a:pt x="2395170" y="1144151"/>
                  </a:lnTo>
                  <a:lnTo>
                    <a:pt x="2390931" y="1144151"/>
                  </a:lnTo>
                  <a:lnTo>
                    <a:pt x="2390931" y="1145260"/>
                  </a:lnTo>
                  <a:lnTo>
                    <a:pt x="2386691" y="1145260"/>
                  </a:lnTo>
                  <a:lnTo>
                    <a:pt x="2386691" y="1146739"/>
                  </a:lnTo>
                  <a:lnTo>
                    <a:pt x="2382452" y="1146739"/>
                  </a:lnTo>
                  <a:lnTo>
                    <a:pt x="2382452" y="1149327"/>
                  </a:lnTo>
                  <a:lnTo>
                    <a:pt x="2378213" y="1149327"/>
                  </a:lnTo>
                  <a:lnTo>
                    <a:pt x="2378213" y="1151174"/>
                  </a:lnTo>
                  <a:lnTo>
                    <a:pt x="2373974" y="1151174"/>
                  </a:lnTo>
                  <a:lnTo>
                    <a:pt x="2373974" y="1151912"/>
                  </a:lnTo>
                  <a:lnTo>
                    <a:pt x="2369734" y="1151912"/>
                  </a:lnTo>
                  <a:lnTo>
                    <a:pt x="2369734" y="1153757"/>
                  </a:lnTo>
                  <a:lnTo>
                    <a:pt x="2365495" y="1153757"/>
                  </a:lnTo>
                  <a:lnTo>
                    <a:pt x="2365495" y="1154864"/>
                  </a:lnTo>
                  <a:lnTo>
                    <a:pt x="2361256" y="1154864"/>
                  </a:lnTo>
                  <a:lnTo>
                    <a:pt x="2361256" y="1156708"/>
                  </a:lnTo>
                  <a:lnTo>
                    <a:pt x="2357017" y="1156708"/>
                  </a:lnTo>
                  <a:lnTo>
                    <a:pt x="2357017" y="1159659"/>
                  </a:lnTo>
                  <a:lnTo>
                    <a:pt x="2352777" y="1159659"/>
                  </a:lnTo>
                  <a:lnTo>
                    <a:pt x="2352777" y="1161503"/>
                  </a:lnTo>
                  <a:lnTo>
                    <a:pt x="2348538" y="1161503"/>
                  </a:lnTo>
                  <a:lnTo>
                    <a:pt x="2348538" y="1162240"/>
                  </a:lnTo>
                  <a:lnTo>
                    <a:pt x="2344299" y="1162240"/>
                  </a:lnTo>
                  <a:lnTo>
                    <a:pt x="2344299" y="1162976"/>
                  </a:lnTo>
                  <a:lnTo>
                    <a:pt x="2340060" y="1162976"/>
                  </a:lnTo>
                  <a:lnTo>
                    <a:pt x="2340060" y="1164817"/>
                  </a:lnTo>
                  <a:lnTo>
                    <a:pt x="2335820" y="1164817"/>
                  </a:lnTo>
                  <a:lnTo>
                    <a:pt x="2335820" y="1166289"/>
                  </a:lnTo>
                  <a:lnTo>
                    <a:pt x="2331581" y="1166289"/>
                  </a:lnTo>
                  <a:lnTo>
                    <a:pt x="2331581" y="1167024"/>
                  </a:lnTo>
                  <a:lnTo>
                    <a:pt x="2327342" y="1167024"/>
                  </a:lnTo>
                  <a:lnTo>
                    <a:pt x="2327342" y="1169967"/>
                  </a:lnTo>
                  <a:lnTo>
                    <a:pt x="2323103" y="1169967"/>
                  </a:lnTo>
                  <a:lnTo>
                    <a:pt x="2323103" y="1173277"/>
                  </a:lnTo>
                  <a:lnTo>
                    <a:pt x="2318864" y="1173277"/>
                  </a:lnTo>
                  <a:lnTo>
                    <a:pt x="2318864" y="1175482"/>
                  </a:lnTo>
                  <a:lnTo>
                    <a:pt x="2314624" y="1175482"/>
                  </a:lnTo>
                  <a:lnTo>
                    <a:pt x="2314624" y="1178053"/>
                  </a:lnTo>
                  <a:lnTo>
                    <a:pt x="2310385" y="1178053"/>
                  </a:lnTo>
                  <a:lnTo>
                    <a:pt x="2310385" y="1179521"/>
                  </a:lnTo>
                  <a:lnTo>
                    <a:pt x="2306146" y="1179521"/>
                  </a:lnTo>
                  <a:lnTo>
                    <a:pt x="2306146" y="1180621"/>
                  </a:lnTo>
                  <a:lnTo>
                    <a:pt x="2301907" y="1180621"/>
                  </a:lnTo>
                  <a:lnTo>
                    <a:pt x="2301907" y="1182454"/>
                  </a:lnTo>
                  <a:lnTo>
                    <a:pt x="2297667" y="1182454"/>
                  </a:lnTo>
                  <a:lnTo>
                    <a:pt x="2297667" y="1185020"/>
                  </a:lnTo>
                  <a:lnTo>
                    <a:pt x="2293428" y="1185020"/>
                  </a:lnTo>
                  <a:lnTo>
                    <a:pt x="2293428" y="1186852"/>
                  </a:lnTo>
                  <a:lnTo>
                    <a:pt x="2289189" y="1186852"/>
                  </a:lnTo>
                  <a:lnTo>
                    <a:pt x="2289189" y="1190515"/>
                  </a:lnTo>
                  <a:lnTo>
                    <a:pt x="2284950" y="1190515"/>
                  </a:lnTo>
                  <a:lnTo>
                    <a:pt x="2284950" y="1195271"/>
                  </a:lnTo>
                  <a:lnTo>
                    <a:pt x="2280710" y="1195271"/>
                  </a:lnTo>
                  <a:lnTo>
                    <a:pt x="2280710" y="1197832"/>
                  </a:lnTo>
                  <a:lnTo>
                    <a:pt x="2276471" y="1197832"/>
                  </a:lnTo>
                  <a:lnTo>
                    <a:pt x="2276471" y="1200026"/>
                  </a:lnTo>
                  <a:lnTo>
                    <a:pt x="2272232" y="1200026"/>
                  </a:lnTo>
                  <a:lnTo>
                    <a:pt x="2272232" y="1203317"/>
                  </a:lnTo>
                  <a:lnTo>
                    <a:pt x="2267993" y="1203317"/>
                  </a:lnTo>
                  <a:lnTo>
                    <a:pt x="2267993" y="1207704"/>
                  </a:lnTo>
                  <a:lnTo>
                    <a:pt x="2263753" y="1207704"/>
                  </a:lnTo>
                  <a:lnTo>
                    <a:pt x="2263753" y="1209166"/>
                  </a:lnTo>
                  <a:lnTo>
                    <a:pt x="2259514" y="1209166"/>
                  </a:lnTo>
                  <a:lnTo>
                    <a:pt x="2259514" y="1212089"/>
                  </a:lnTo>
                  <a:lnTo>
                    <a:pt x="2255275" y="1212089"/>
                  </a:lnTo>
                  <a:lnTo>
                    <a:pt x="2255275" y="1215008"/>
                  </a:lnTo>
                  <a:lnTo>
                    <a:pt x="2251036" y="1215008"/>
                  </a:lnTo>
                  <a:lnTo>
                    <a:pt x="2251036" y="1216467"/>
                  </a:lnTo>
                  <a:lnTo>
                    <a:pt x="2246796" y="1216467"/>
                  </a:lnTo>
                  <a:lnTo>
                    <a:pt x="2246796" y="1218290"/>
                  </a:lnTo>
                  <a:lnTo>
                    <a:pt x="2242557" y="1218290"/>
                  </a:lnTo>
                  <a:lnTo>
                    <a:pt x="2242557" y="1223027"/>
                  </a:lnTo>
                  <a:lnTo>
                    <a:pt x="2238318" y="1223027"/>
                  </a:lnTo>
                  <a:lnTo>
                    <a:pt x="2238318" y="1224848"/>
                  </a:lnTo>
                  <a:lnTo>
                    <a:pt x="2234079" y="1224848"/>
                  </a:lnTo>
                  <a:lnTo>
                    <a:pt x="2234079" y="1228489"/>
                  </a:lnTo>
                  <a:lnTo>
                    <a:pt x="2229839" y="1228489"/>
                  </a:lnTo>
                  <a:lnTo>
                    <a:pt x="2229839" y="1231037"/>
                  </a:lnTo>
                  <a:lnTo>
                    <a:pt x="2225600" y="1231037"/>
                  </a:lnTo>
                  <a:lnTo>
                    <a:pt x="2225600" y="1233948"/>
                  </a:lnTo>
                  <a:lnTo>
                    <a:pt x="2221361" y="1233948"/>
                  </a:lnTo>
                  <a:lnTo>
                    <a:pt x="2221361" y="1236857"/>
                  </a:lnTo>
                  <a:lnTo>
                    <a:pt x="2217122" y="1236857"/>
                  </a:lnTo>
                  <a:lnTo>
                    <a:pt x="2217122" y="1237949"/>
                  </a:lnTo>
                  <a:lnTo>
                    <a:pt x="2212883" y="1237949"/>
                  </a:lnTo>
                  <a:lnTo>
                    <a:pt x="2212883" y="1240493"/>
                  </a:lnTo>
                  <a:lnTo>
                    <a:pt x="2208643" y="1240493"/>
                  </a:lnTo>
                  <a:lnTo>
                    <a:pt x="2208643" y="1241220"/>
                  </a:lnTo>
                  <a:lnTo>
                    <a:pt x="2204404" y="1241220"/>
                  </a:lnTo>
                  <a:lnTo>
                    <a:pt x="2204404" y="1243764"/>
                  </a:lnTo>
                  <a:lnTo>
                    <a:pt x="2200165" y="1243764"/>
                  </a:lnTo>
                  <a:lnTo>
                    <a:pt x="2200165" y="1245580"/>
                  </a:lnTo>
                  <a:lnTo>
                    <a:pt x="2195926" y="1245580"/>
                  </a:lnTo>
                  <a:lnTo>
                    <a:pt x="2195926" y="1250298"/>
                  </a:lnTo>
                  <a:lnTo>
                    <a:pt x="2191686" y="1250298"/>
                  </a:lnTo>
                  <a:lnTo>
                    <a:pt x="2191686" y="1251386"/>
                  </a:lnTo>
                  <a:lnTo>
                    <a:pt x="2187447" y="1251386"/>
                  </a:lnTo>
                  <a:lnTo>
                    <a:pt x="2187447" y="1254288"/>
                  </a:lnTo>
                  <a:lnTo>
                    <a:pt x="2183208" y="1254288"/>
                  </a:lnTo>
                  <a:lnTo>
                    <a:pt x="2183208" y="1257190"/>
                  </a:lnTo>
                  <a:lnTo>
                    <a:pt x="2178969" y="1257190"/>
                  </a:lnTo>
                  <a:lnTo>
                    <a:pt x="2178969" y="1257915"/>
                  </a:lnTo>
                  <a:lnTo>
                    <a:pt x="2174729" y="1257915"/>
                  </a:lnTo>
                  <a:lnTo>
                    <a:pt x="2174729" y="1260453"/>
                  </a:lnTo>
                  <a:lnTo>
                    <a:pt x="2170490" y="1260453"/>
                  </a:lnTo>
                  <a:lnTo>
                    <a:pt x="2170490" y="1262266"/>
                  </a:lnTo>
                  <a:lnTo>
                    <a:pt x="2166251" y="1262266"/>
                  </a:lnTo>
                  <a:lnTo>
                    <a:pt x="2166251" y="1265891"/>
                  </a:lnTo>
                  <a:lnTo>
                    <a:pt x="2162012" y="1265891"/>
                  </a:lnTo>
                  <a:lnTo>
                    <a:pt x="2162012" y="1266977"/>
                  </a:lnTo>
                  <a:lnTo>
                    <a:pt x="2157772" y="1266977"/>
                  </a:lnTo>
                  <a:lnTo>
                    <a:pt x="2157772" y="1270237"/>
                  </a:lnTo>
                  <a:lnTo>
                    <a:pt x="2153533" y="1270237"/>
                  </a:lnTo>
                  <a:lnTo>
                    <a:pt x="2153533" y="1273135"/>
                  </a:lnTo>
                  <a:lnTo>
                    <a:pt x="2149294" y="1273135"/>
                  </a:lnTo>
                  <a:lnTo>
                    <a:pt x="2149294" y="1277481"/>
                  </a:lnTo>
                  <a:lnTo>
                    <a:pt x="2145055" y="1277481"/>
                  </a:lnTo>
                  <a:lnTo>
                    <a:pt x="2145055" y="1281102"/>
                  </a:lnTo>
                  <a:lnTo>
                    <a:pt x="2140815" y="1281102"/>
                  </a:lnTo>
                  <a:lnTo>
                    <a:pt x="2140815" y="1283274"/>
                  </a:lnTo>
                  <a:lnTo>
                    <a:pt x="2136576" y="1283274"/>
                  </a:lnTo>
                  <a:lnTo>
                    <a:pt x="2136576" y="1286531"/>
                  </a:lnTo>
                  <a:lnTo>
                    <a:pt x="2132337" y="1286531"/>
                  </a:lnTo>
                  <a:lnTo>
                    <a:pt x="2132337" y="1288340"/>
                  </a:lnTo>
                  <a:lnTo>
                    <a:pt x="2128098" y="1288340"/>
                  </a:lnTo>
                  <a:lnTo>
                    <a:pt x="2128098" y="1292318"/>
                  </a:lnTo>
                  <a:lnTo>
                    <a:pt x="2123859" y="1292318"/>
                  </a:lnTo>
                  <a:lnTo>
                    <a:pt x="2123859" y="1295936"/>
                  </a:lnTo>
                  <a:lnTo>
                    <a:pt x="2119619" y="1295936"/>
                  </a:lnTo>
                  <a:lnTo>
                    <a:pt x="2119619" y="1297744"/>
                  </a:lnTo>
                  <a:lnTo>
                    <a:pt x="2115380" y="1297744"/>
                  </a:lnTo>
                  <a:lnTo>
                    <a:pt x="2115380" y="1301721"/>
                  </a:lnTo>
                  <a:lnTo>
                    <a:pt x="2111141" y="1301721"/>
                  </a:lnTo>
                  <a:lnTo>
                    <a:pt x="2111141" y="1303167"/>
                  </a:lnTo>
                  <a:lnTo>
                    <a:pt x="2106902" y="1303167"/>
                  </a:lnTo>
                  <a:lnTo>
                    <a:pt x="2106902" y="1306420"/>
                  </a:lnTo>
                  <a:lnTo>
                    <a:pt x="2102662" y="1306420"/>
                  </a:lnTo>
                  <a:lnTo>
                    <a:pt x="2102662" y="1309310"/>
                  </a:lnTo>
                  <a:lnTo>
                    <a:pt x="2098423" y="1309310"/>
                  </a:lnTo>
                  <a:lnTo>
                    <a:pt x="2098423" y="1312200"/>
                  </a:lnTo>
                  <a:lnTo>
                    <a:pt x="2094184" y="1312200"/>
                  </a:lnTo>
                  <a:lnTo>
                    <a:pt x="2094184" y="1315450"/>
                  </a:lnTo>
                  <a:lnTo>
                    <a:pt x="2089945" y="1315450"/>
                  </a:lnTo>
                  <a:lnTo>
                    <a:pt x="2089945" y="1317615"/>
                  </a:lnTo>
                  <a:lnTo>
                    <a:pt x="2085705" y="1317615"/>
                  </a:lnTo>
                  <a:lnTo>
                    <a:pt x="2085705" y="1320501"/>
                  </a:lnTo>
                  <a:lnTo>
                    <a:pt x="2081466" y="1320501"/>
                  </a:lnTo>
                  <a:lnTo>
                    <a:pt x="2081466" y="1323387"/>
                  </a:lnTo>
                  <a:lnTo>
                    <a:pt x="2077227" y="1323387"/>
                  </a:lnTo>
                  <a:lnTo>
                    <a:pt x="2077227" y="1325551"/>
                  </a:lnTo>
                  <a:lnTo>
                    <a:pt x="2072988" y="1325551"/>
                  </a:lnTo>
                  <a:lnTo>
                    <a:pt x="2072988" y="1326993"/>
                  </a:lnTo>
                  <a:lnTo>
                    <a:pt x="2068748" y="1326993"/>
                  </a:lnTo>
                  <a:lnTo>
                    <a:pt x="2068748" y="1329156"/>
                  </a:lnTo>
                  <a:lnTo>
                    <a:pt x="2064509" y="1329156"/>
                  </a:lnTo>
                  <a:lnTo>
                    <a:pt x="2064509" y="1332398"/>
                  </a:lnTo>
                  <a:lnTo>
                    <a:pt x="2060270" y="1332398"/>
                  </a:lnTo>
                  <a:lnTo>
                    <a:pt x="2060270" y="1335640"/>
                  </a:lnTo>
                  <a:lnTo>
                    <a:pt x="2056031" y="1335640"/>
                  </a:lnTo>
                  <a:lnTo>
                    <a:pt x="2056031" y="1337080"/>
                  </a:lnTo>
                  <a:lnTo>
                    <a:pt x="2051791" y="1337080"/>
                  </a:lnTo>
                  <a:lnTo>
                    <a:pt x="2051791" y="1341041"/>
                  </a:lnTo>
                  <a:lnTo>
                    <a:pt x="2047552" y="1341041"/>
                  </a:lnTo>
                  <a:lnTo>
                    <a:pt x="2047552" y="1344998"/>
                  </a:lnTo>
                  <a:lnTo>
                    <a:pt x="2043313" y="1344998"/>
                  </a:lnTo>
                  <a:lnTo>
                    <a:pt x="2043313" y="1347156"/>
                  </a:lnTo>
                  <a:lnTo>
                    <a:pt x="2039074" y="1347156"/>
                  </a:lnTo>
                  <a:lnTo>
                    <a:pt x="2039074" y="1348954"/>
                  </a:lnTo>
                  <a:lnTo>
                    <a:pt x="2034834" y="1348954"/>
                  </a:lnTo>
                  <a:lnTo>
                    <a:pt x="2034834" y="1352908"/>
                  </a:lnTo>
                  <a:lnTo>
                    <a:pt x="2030595" y="1352908"/>
                  </a:lnTo>
                  <a:lnTo>
                    <a:pt x="2030595" y="1356502"/>
                  </a:lnTo>
                  <a:lnTo>
                    <a:pt x="2026356" y="1356502"/>
                  </a:lnTo>
                  <a:lnTo>
                    <a:pt x="2026356" y="1360455"/>
                  </a:lnTo>
                  <a:lnTo>
                    <a:pt x="2022117" y="1360455"/>
                  </a:lnTo>
                  <a:lnTo>
                    <a:pt x="2022117" y="1362611"/>
                  </a:lnTo>
                  <a:lnTo>
                    <a:pt x="2017878" y="1362611"/>
                  </a:lnTo>
                  <a:lnTo>
                    <a:pt x="2017878" y="1364766"/>
                  </a:lnTo>
                  <a:lnTo>
                    <a:pt x="2013638" y="1364766"/>
                  </a:lnTo>
                  <a:lnTo>
                    <a:pt x="2013638" y="1366921"/>
                  </a:lnTo>
                  <a:lnTo>
                    <a:pt x="2009399" y="1366921"/>
                  </a:lnTo>
                  <a:lnTo>
                    <a:pt x="2009399" y="1368717"/>
                  </a:lnTo>
                  <a:lnTo>
                    <a:pt x="2005160" y="1368717"/>
                  </a:lnTo>
                  <a:lnTo>
                    <a:pt x="2005160" y="1369435"/>
                  </a:lnTo>
                  <a:lnTo>
                    <a:pt x="2000921" y="1369435"/>
                  </a:lnTo>
                  <a:lnTo>
                    <a:pt x="2000921" y="1373744"/>
                  </a:lnTo>
                  <a:lnTo>
                    <a:pt x="1996681" y="1373744"/>
                  </a:lnTo>
                  <a:lnTo>
                    <a:pt x="1996681" y="1376615"/>
                  </a:lnTo>
                  <a:lnTo>
                    <a:pt x="1992442" y="1376615"/>
                  </a:lnTo>
                  <a:lnTo>
                    <a:pt x="1992442" y="1378409"/>
                  </a:lnTo>
                  <a:lnTo>
                    <a:pt x="1988203" y="1378409"/>
                  </a:lnTo>
                  <a:lnTo>
                    <a:pt x="1988203" y="1380918"/>
                  </a:lnTo>
                  <a:lnTo>
                    <a:pt x="1983964" y="1380918"/>
                  </a:lnTo>
                  <a:lnTo>
                    <a:pt x="1983964" y="1383785"/>
                  </a:lnTo>
                  <a:lnTo>
                    <a:pt x="1979724" y="1383785"/>
                  </a:lnTo>
                  <a:lnTo>
                    <a:pt x="1979724" y="1385935"/>
                  </a:lnTo>
                  <a:lnTo>
                    <a:pt x="1975485" y="1385935"/>
                  </a:lnTo>
                  <a:lnTo>
                    <a:pt x="1975485" y="1389518"/>
                  </a:lnTo>
                  <a:lnTo>
                    <a:pt x="1971246" y="1389518"/>
                  </a:lnTo>
                  <a:lnTo>
                    <a:pt x="1971246" y="1393458"/>
                  </a:lnTo>
                  <a:lnTo>
                    <a:pt x="1967007" y="1393458"/>
                  </a:lnTo>
                  <a:lnTo>
                    <a:pt x="1967007" y="1395964"/>
                  </a:lnTo>
                  <a:lnTo>
                    <a:pt x="1962767" y="1395964"/>
                  </a:lnTo>
                  <a:lnTo>
                    <a:pt x="1962767" y="1398470"/>
                  </a:lnTo>
                  <a:lnTo>
                    <a:pt x="1958528" y="1398470"/>
                  </a:lnTo>
                  <a:lnTo>
                    <a:pt x="1958528" y="1400259"/>
                  </a:lnTo>
                  <a:lnTo>
                    <a:pt x="1954289" y="1400259"/>
                  </a:lnTo>
                  <a:lnTo>
                    <a:pt x="1954289" y="1402406"/>
                  </a:lnTo>
                  <a:lnTo>
                    <a:pt x="1950050" y="1402406"/>
                  </a:lnTo>
                  <a:lnTo>
                    <a:pt x="1950050" y="1405268"/>
                  </a:lnTo>
                  <a:lnTo>
                    <a:pt x="1945810" y="1405268"/>
                  </a:lnTo>
                  <a:lnTo>
                    <a:pt x="1945810" y="1406698"/>
                  </a:lnTo>
                  <a:lnTo>
                    <a:pt x="1941571" y="1406698"/>
                  </a:lnTo>
                  <a:lnTo>
                    <a:pt x="1941571" y="1409917"/>
                  </a:lnTo>
                  <a:lnTo>
                    <a:pt x="1937332" y="1409917"/>
                  </a:lnTo>
                  <a:lnTo>
                    <a:pt x="1937332" y="1412778"/>
                  </a:lnTo>
                  <a:lnTo>
                    <a:pt x="1933093" y="1412778"/>
                  </a:lnTo>
                  <a:lnTo>
                    <a:pt x="1933093" y="1416352"/>
                  </a:lnTo>
                  <a:lnTo>
                    <a:pt x="1928853" y="1416352"/>
                  </a:lnTo>
                  <a:lnTo>
                    <a:pt x="1928853" y="1418496"/>
                  </a:lnTo>
                  <a:lnTo>
                    <a:pt x="1924614" y="1418496"/>
                  </a:lnTo>
                  <a:lnTo>
                    <a:pt x="1924614" y="1420283"/>
                  </a:lnTo>
                  <a:lnTo>
                    <a:pt x="1920375" y="1420283"/>
                  </a:lnTo>
                  <a:lnTo>
                    <a:pt x="1920375" y="1425283"/>
                  </a:lnTo>
                  <a:lnTo>
                    <a:pt x="1916136" y="1425283"/>
                  </a:lnTo>
                  <a:lnTo>
                    <a:pt x="1916136" y="1428496"/>
                  </a:lnTo>
                  <a:lnTo>
                    <a:pt x="1911897" y="1428496"/>
                  </a:lnTo>
                  <a:lnTo>
                    <a:pt x="1911897" y="1430995"/>
                  </a:lnTo>
                  <a:lnTo>
                    <a:pt x="1907657" y="1430995"/>
                  </a:lnTo>
                  <a:lnTo>
                    <a:pt x="1907657" y="1434920"/>
                  </a:lnTo>
                  <a:lnTo>
                    <a:pt x="1903418" y="1434920"/>
                  </a:lnTo>
                  <a:lnTo>
                    <a:pt x="1903418" y="1437418"/>
                  </a:lnTo>
                  <a:lnTo>
                    <a:pt x="1899179" y="1437418"/>
                  </a:lnTo>
                  <a:lnTo>
                    <a:pt x="1899179" y="1438844"/>
                  </a:lnTo>
                  <a:lnTo>
                    <a:pt x="1894940" y="1438844"/>
                  </a:lnTo>
                  <a:lnTo>
                    <a:pt x="1894940" y="1442411"/>
                  </a:lnTo>
                  <a:lnTo>
                    <a:pt x="1890700" y="1442411"/>
                  </a:lnTo>
                  <a:lnTo>
                    <a:pt x="1890700" y="1447403"/>
                  </a:lnTo>
                  <a:lnTo>
                    <a:pt x="1886461" y="1447403"/>
                  </a:lnTo>
                  <a:lnTo>
                    <a:pt x="1886461" y="1450967"/>
                  </a:lnTo>
                  <a:lnTo>
                    <a:pt x="1882222" y="1450967"/>
                  </a:lnTo>
                  <a:lnTo>
                    <a:pt x="1882222" y="1454174"/>
                  </a:lnTo>
                  <a:lnTo>
                    <a:pt x="1877983" y="1454174"/>
                  </a:lnTo>
                  <a:lnTo>
                    <a:pt x="1877983" y="1458806"/>
                  </a:lnTo>
                  <a:lnTo>
                    <a:pt x="1873743" y="1458806"/>
                  </a:lnTo>
                  <a:lnTo>
                    <a:pt x="1873743" y="1462367"/>
                  </a:lnTo>
                  <a:lnTo>
                    <a:pt x="1869504" y="1462367"/>
                  </a:lnTo>
                  <a:lnTo>
                    <a:pt x="1869504" y="1465214"/>
                  </a:lnTo>
                  <a:lnTo>
                    <a:pt x="1865265" y="1465214"/>
                  </a:lnTo>
                  <a:lnTo>
                    <a:pt x="1865265" y="1467704"/>
                  </a:lnTo>
                  <a:lnTo>
                    <a:pt x="1861026" y="1467704"/>
                  </a:lnTo>
                  <a:lnTo>
                    <a:pt x="1861026" y="1470195"/>
                  </a:lnTo>
                  <a:lnTo>
                    <a:pt x="1856786" y="1470195"/>
                  </a:lnTo>
                  <a:lnTo>
                    <a:pt x="1856786" y="1474819"/>
                  </a:lnTo>
                  <a:lnTo>
                    <a:pt x="1852547" y="1474819"/>
                  </a:lnTo>
                  <a:lnTo>
                    <a:pt x="1852547" y="1476597"/>
                  </a:lnTo>
                  <a:lnTo>
                    <a:pt x="1848308" y="1476597"/>
                  </a:lnTo>
                  <a:lnTo>
                    <a:pt x="1848308" y="1479798"/>
                  </a:lnTo>
                  <a:lnTo>
                    <a:pt x="1844069" y="1479798"/>
                  </a:lnTo>
                  <a:lnTo>
                    <a:pt x="1844069" y="1480864"/>
                  </a:lnTo>
                  <a:lnTo>
                    <a:pt x="1839829" y="1480864"/>
                  </a:lnTo>
                  <a:lnTo>
                    <a:pt x="1839829" y="1481220"/>
                  </a:lnTo>
                  <a:lnTo>
                    <a:pt x="1835590" y="1481220"/>
                  </a:lnTo>
                  <a:lnTo>
                    <a:pt x="1835590" y="1482996"/>
                  </a:lnTo>
                  <a:lnTo>
                    <a:pt x="1831351" y="1482996"/>
                  </a:lnTo>
                  <a:lnTo>
                    <a:pt x="1831351" y="1487258"/>
                  </a:lnTo>
                  <a:lnTo>
                    <a:pt x="1827112" y="1487258"/>
                  </a:lnTo>
                  <a:lnTo>
                    <a:pt x="1827112" y="1490810"/>
                  </a:lnTo>
                  <a:lnTo>
                    <a:pt x="1822872" y="1490810"/>
                  </a:lnTo>
                  <a:lnTo>
                    <a:pt x="1822872" y="1493651"/>
                  </a:lnTo>
                  <a:lnTo>
                    <a:pt x="1818633" y="1493651"/>
                  </a:lnTo>
                  <a:lnTo>
                    <a:pt x="1818633" y="1496847"/>
                  </a:lnTo>
                  <a:lnTo>
                    <a:pt x="1814394" y="1496847"/>
                  </a:lnTo>
                  <a:lnTo>
                    <a:pt x="1814394" y="1499688"/>
                  </a:lnTo>
                  <a:lnTo>
                    <a:pt x="1810155" y="1499688"/>
                  </a:lnTo>
                  <a:lnTo>
                    <a:pt x="1810155" y="1503946"/>
                  </a:lnTo>
                  <a:lnTo>
                    <a:pt x="1805916" y="1503946"/>
                  </a:lnTo>
                  <a:lnTo>
                    <a:pt x="1805916" y="1506784"/>
                  </a:lnTo>
                  <a:lnTo>
                    <a:pt x="1801676" y="1506784"/>
                  </a:lnTo>
                  <a:lnTo>
                    <a:pt x="1801676" y="1509622"/>
                  </a:lnTo>
                  <a:lnTo>
                    <a:pt x="1797437" y="1509622"/>
                  </a:lnTo>
                  <a:lnTo>
                    <a:pt x="1797437" y="1511750"/>
                  </a:lnTo>
                  <a:lnTo>
                    <a:pt x="1793198" y="1511750"/>
                  </a:lnTo>
                  <a:lnTo>
                    <a:pt x="1793198" y="1513169"/>
                  </a:lnTo>
                  <a:lnTo>
                    <a:pt x="1788959" y="1513169"/>
                  </a:lnTo>
                  <a:lnTo>
                    <a:pt x="1788959" y="1516361"/>
                  </a:lnTo>
                  <a:lnTo>
                    <a:pt x="1784719" y="1516361"/>
                  </a:lnTo>
                  <a:lnTo>
                    <a:pt x="1784719" y="1518488"/>
                  </a:lnTo>
                  <a:lnTo>
                    <a:pt x="1780480" y="1518488"/>
                  </a:lnTo>
                  <a:lnTo>
                    <a:pt x="1780480" y="1520968"/>
                  </a:lnTo>
                  <a:lnTo>
                    <a:pt x="1776241" y="1520968"/>
                  </a:lnTo>
                  <a:lnTo>
                    <a:pt x="1776241" y="1523447"/>
                  </a:lnTo>
                  <a:lnTo>
                    <a:pt x="1772002" y="1523447"/>
                  </a:lnTo>
                  <a:lnTo>
                    <a:pt x="1772002" y="1525926"/>
                  </a:lnTo>
                  <a:lnTo>
                    <a:pt x="1767762" y="1525926"/>
                  </a:lnTo>
                  <a:lnTo>
                    <a:pt x="1767762" y="1528404"/>
                  </a:lnTo>
                  <a:lnTo>
                    <a:pt x="1763523" y="1528404"/>
                  </a:lnTo>
                  <a:lnTo>
                    <a:pt x="1763523" y="1529466"/>
                  </a:lnTo>
                  <a:lnTo>
                    <a:pt x="1759284" y="1529466"/>
                  </a:lnTo>
                  <a:lnTo>
                    <a:pt x="1759284" y="1532651"/>
                  </a:lnTo>
                  <a:lnTo>
                    <a:pt x="1755045" y="1532651"/>
                  </a:lnTo>
                  <a:lnTo>
                    <a:pt x="1755045" y="1534774"/>
                  </a:lnTo>
                  <a:lnTo>
                    <a:pt x="1750805" y="1534774"/>
                  </a:lnTo>
                  <a:lnTo>
                    <a:pt x="1750805" y="1537248"/>
                  </a:lnTo>
                  <a:lnTo>
                    <a:pt x="1746566" y="1537248"/>
                  </a:lnTo>
                  <a:lnTo>
                    <a:pt x="1746566" y="1541490"/>
                  </a:lnTo>
                  <a:lnTo>
                    <a:pt x="1742327" y="1541490"/>
                  </a:lnTo>
                  <a:lnTo>
                    <a:pt x="1742327" y="1545730"/>
                  </a:lnTo>
                  <a:lnTo>
                    <a:pt x="1738088" y="1545730"/>
                  </a:lnTo>
                  <a:lnTo>
                    <a:pt x="1738088" y="1546789"/>
                  </a:lnTo>
                  <a:lnTo>
                    <a:pt x="1733848" y="1546789"/>
                  </a:lnTo>
                  <a:lnTo>
                    <a:pt x="1733848" y="1549261"/>
                  </a:lnTo>
                  <a:lnTo>
                    <a:pt x="1729609" y="1549261"/>
                  </a:lnTo>
                  <a:lnTo>
                    <a:pt x="1729609" y="1552790"/>
                  </a:lnTo>
                  <a:lnTo>
                    <a:pt x="1725370" y="1552790"/>
                  </a:lnTo>
                  <a:lnTo>
                    <a:pt x="1725370" y="1555965"/>
                  </a:lnTo>
                  <a:lnTo>
                    <a:pt x="1721131" y="1555965"/>
                  </a:lnTo>
                  <a:lnTo>
                    <a:pt x="1721131" y="1559844"/>
                  </a:lnTo>
                  <a:lnTo>
                    <a:pt x="1716892" y="1559844"/>
                  </a:lnTo>
                  <a:lnTo>
                    <a:pt x="1716892" y="1562665"/>
                  </a:lnTo>
                  <a:lnTo>
                    <a:pt x="1712652" y="1562665"/>
                  </a:lnTo>
                  <a:lnTo>
                    <a:pt x="1712652" y="1566191"/>
                  </a:lnTo>
                  <a:lnTo>
                    <a:pt x="1708413" y="1566191"/>
                  </a:lnTo>
                  <a:lnTo>
                    <a:pt x="1708413" y="1569716"/>
                  </a:lnTo>
                  <a:lnTo>
                    <a:pt x="1704174" y="1569716"/>
                  </a:lnTo>
                  <a:lnTo>
                    <a:pt x="1704174" y="1573945"/>
                  </a:lnTo>
                  <a:lnTo>
                    <a:pt x="1699935" y="1573945"/>
                  </a:lnTo>
                  <a:lnTo>
                    <a:pt x="1699935" y="1578525"/>
                  </a:lnTo>
                  <a:lnTo>
                    <a:pt x="1695695" y="1578525"/>
                  </a:lnTo>
                  <a:lnTo>
                    <a:pt x="1695695" y="1581696"/>
                  </a:lnTo>
                  <a:lnTo>
                    <a:pt x="1691456" y="1581696"/>
                  </a:lnTo>
                  <a:lnTo>
                    <a:pt x="1691456" y="1583456"/>
                  </a:lnTo>
                  <a:lnTo>
                    <a:pt x="1687217" y="1583456"/>
                  </a:lnTo>
                  <a:lnTo>
                    <a:pt x="1687217" y="1586624"/>
                  </a:lnTo>
                  <a:lnTo>
                    <a:pt x="1682978" y="1586624"/>
                  </a:lnTo>
                  <a:lnTo>
                    <a:pt x="1682978" y="1589440"/>
                  </a:lnTo>
                  <a:lnTo>
                    <a:pt x="1678738" y="1589440"/>
                  </a:lnTo>
                  <a:lnTo>
                    <a:pt x="1678738" y="1592255"/>
                  </a:lnTo>
                  <a:lnTo>
                    <a:pt x="1674499" y="1592255"/>
                  </a:lnTo>
                  <a:lnTo>
                    <a:pt x="1674499" y="1595069"/>
                  </a:lnTo>
                  <a:lnTo>
                    <a:pt x="1670260" y="1595069"/>
                  </a:lnTo>
                  <a:lnTo>
                    <a:pt x="1670260" y="1599289"/>
                  </a:lnTo>
                  <a:lnTo>
                    <a:pt x="1666021" y="1599289"/>
                  </a:lnTo>
                  <a:lnTo>
                    <a:pt x="1666021" y="1603157"/>
                  </a:lnTo>
                  <a:lnTo>
                    <a:pt x="1661781" y="1603157"/>
                  </a:lnTo>
                  <a:lnTo>
                    <a:pt x="1661781" y="1608429"/>
                  </a:lnTo>
                  <a:lnTo>
                    <a:pt x="1657542" y="1608429"/>
                  </a:lnTo>
                  <a:lnTo>
                    <a:pt x="1657542" y="1610186"/>
                  </a:lnTo>
                  <a:lnTo>
                    <a:pt x="1653303" y="1610186"/>
                  </a:lnTo>
                  <a:lnTo>
                    <a:pt x="1653303" y="1615106"/>
                  </a:lnTo>
                  <a:lnTo>
                    <a:pt x="1649064" y="1615106"/>
                  </a:lnTo>
                  <a:lnTo>
                    <a:pt x="1649064" y="1618970"/>
                  </a:lnTo>
                  <a:lnTo>
                    <a:pt x="1644824" y="1618970"/>
                  </a:lnTo>
                  <a:lnTo>
                    <a:pt x="1644824" y="1622483"/>
                  </a:lnTo>
                  <a:lnTo>
                    <a:pt x="1640585" y="1622483"/>
                  </a:lnTo>
                  <a:lnTo>
                    <a:pt x="1640585" y="1625293"/>
                  </a:lnTo>
                  <a:lnTo>
                    <a:pt x="1636346" y="1625293"/>
                  </a:lnTo>
                  <a:lnTo>
                    <a:pt x="1636346" y="1627049"/>
                  </a:lnTo>
                  <a:lnTo>
                    <a:pt x="1632107" y="1627049"/>
                  </a:lnTo>
                  <a:lnTo>
                    <a:pt x="1632107" y="1628453"/>
                  </a:lnTo>
                  <a:lnTo>
                    <a:pt x="1627867" y="1628453"/>
                  </a:lnTo>
                  <a:lnTo>
                    <a:pt x="1627867" y="1632315"/>
                  </a:lnTo>
                  <a:lnTo>
                    <a:pt x="1623628" y="1632315"/>
                  </a:lnTo>
                  <a:lnTo>
                    <a:pt x="1623628" y="1634420"/>
                  </a:lnTo>
                  <a:lnTo>
                    <a:pt x="1619389" y="1634420"/>
                  </a:lnTo>
                  <a:lnTo>
                    <a:pt x="1619389" y="1635473"/>
                  </a:lnTo>
                  <a:lnTo>
                    <a:pt x="1615150" y="1635473"/>
                  </a:lnTo>
                  <a:lnTo>
                    <a:pt x="1615150" y="1640385"/>
                  </a:lnTo>
                  <a:lnTo>
                    <a:pt x="1610911" y="1640385"/>
                  </a:lnTo>
                  <a:lnTo>
                    <a:pt x="1610911" y="1643892"/>
                  </a:lnTo>
                  <a:lnTo>
                    <a:pt x="1606671" y="1643892"/>
                  </a:lnTo>
                  <a:lnTo>
                    <a:pt x="1606671" y="1646347"/>
                  </a:lnTo>
                  <a:lnTo>
                    <a:pt x="1602432" y="1646347"/>
                  </a:lnTo>
                  <a:lnTo>
                    <a:pt x="1602432" y="1650551"/>
                  </a:lnTo>
                  <a:lnTo>
                    <a:pt x="1598193" y="1650551"/>
                  </a:lnTo>
                  <a:lnTo>
                    <a:pt x="1598193" y="1654054"/>
                  </a:lnTo>
                  <a:lnTo>
                    <a:pt x="1593954" y="1654054"/>
                  </a:lnTo>
                  <a:lnTo>
                    <a:pt x="1593954" y="1657555"/>
                  </a:lnTo>
                  <a:lnTo>
                    <a:pt x="1589714" y="1657555"/>
                  </a:lnTo>
                  <a:lnTo>
                    <a:pt x="1589714" y="1660357"/>
                  </a:lnTo>
                  <a:lnTo>
                    <a:pt x="1585475" y="1660357"/>
                  </a:lnTo>
                  <a:lnTo>
                    <a:pt x="1585475" y="1664557"/>
                  </a:lnTo>
                  <a:lnTo>
                    <a:pt x="1581236" y="1664557"/>
                  </a:lnTo>
                  <a:lnTo>
                    <a:pt x="1581236" y="1668754"/>
                  </a:lnTo>
                  <a:lnTo>
                    <a:pt x="1576997" y="1668754"/>
                  </a:lnTo>
                  <a:lnTo>
                    <a:pt x="1576997" y="1671553"/>
                  </a:lnTo>
                  <a:lnTo>
                    <a:pt x="1572757" y="1671553"/>
                  </a:lnTo>
                  <a:lnTo>
                    <a:pt x="1572757" y="1675048"/>
                  </a:lnTo>
                  <a:lnTo>
                    <a:pt x="1568518" y="1675048"/>
                  </a:lnTo>
                  <a:lnTo>
                    <a:pt x="1568518" y="1677144"/>
                  </a:lnTo>
                  <a:lnTo>
                    <a:pt x="1564279" y="1677144"/>
                  </a:lnTo>
                  <a:lnTo>
                    <a:pt x="1564279" y="1680288"/>
                  </a:lnTo>
                  <a:lnTo>
                    <a:pt x="1560040" y="1680288"/>
                  </a:lnTo>
                  <a:lnTo>
                    <a:pt x="1560040" y="1682384"/>
                  </a:lnTo>
                  <a:lnTo>
                    <a:pt x="1555800" y="1682384"/>
                  </a:lnTo>
                  <a:lnTo>
                    <a:pt x="1555800" y="1686923"/>
                  </a:lnTo>
                  <a:lnTo>
                    <a:pt x="1551561" y="1686923"/>
                  </a:lnTo>
                  <a:lnTo>
                    <a:pt x="1551561" y="1689716"/>
                  </a:lnTo>
                  <a:lnTo>
                    <a:pt x="1547322" y="1689716"/>
                  </a:lnTo>
                  <a:lnTo>
                    <a:pt x="1547322" y="1692858"/>
                  </a:lnTo>
                  <a:lnTo>
                    <a:pt x="1543083" y="1692858"/>
                  </a:lnTo>
                  <a:lnTo>
                    <a:pt x="1543083" y="1695997"/>
                  </a:lnTo>
                  <a:lnTo>
                    <a:pt x="1538843" y="1695997"/>
                  </a:lnTo>
                  <a:lnTo>
                    <a:pt x="1538843" y="1699136"/>
                  </a:lnTo>
                  <a:lnTo>
                    <a:pt x="1534604" y="1699136"/>
                  </a:lnTo>
                  <a:lnTo>
                    <a:pt x="1534604" y="1700879"/>
                  </a:lnTo>
                  <a:lnTo>
                    <a:pt x="1530365" y="1700879"/>
                  </a:lnTo>
                  <a:lnTo>
                    <a:pt x="1530365" y="1704365"/>
                  </a:lnTo>
                  <a:lnTo>
                    <a:pt x="1526126" y="1704365"/>
                  </a:lnTo>
                  <a:lnTo>
                    <a:pt x="1526126" y="1706805"/>
                  </a:lnTo>
                  <a:lnTo>
                    <a:pt x="1521886" y="1706805"/>
                  </a:lnTo>
                  <a:lnTo>
                    <a:pt x="1521886" y="1709942"/>
                  </a:lnTo>
                  <a:lnTo>
                    <a:pt x="1517647" y="1709942"/>
                  </a:lnTo>
                  <a:lnTo>
                    <a:pt x="1517647" y="1712730"/>
                  </a:lnTo>
                  <a:lnTo>
                    <a:pt x="1513408" y="1712730"/>
                  </a:lnTo>
                  <a:lnTo>
                    <a:pt x="1513408" y="1715167"/>
                  </a:lnTo>
                  <a:lnTo>
                    <a:pt x="1509169" y="1715167"/>
                  </a:lnTo>
                  <a:lnTo>
                    <a:pt x="1509169" y="1722129"/>
                  </a:lnTo>
                  <a:lnTo>
                    <a:pt x="1504930" y="1722129"/>
                  </a:lnTo>
                  <a:lnTo>
                    <a:pt x="1504930" y="1724565"/>
                  </a:lnTo>
                  <a:lnTo>
                    <a:pt x="1500690" y="1724565"/>
                  </a:lnTo>
                  <a:lnTo>
                    <a:pt x="1500690" y="1728740"/>
                  </a:lnTo>
                  <a:lnTo>
                    <a:pt x="1496451" y="1728740"/>
                  </a:lnTo>
                  <a:lnTo>
                    <a:pt x="1496451" y="1731871"/>
                  </a:lnTo>
                  <a:lnTo>
                    <a:pt x="1492212" y="1731871"/>
                  </a:lnTo>
                  <a:lnTo>
                    <a:pt x="1492212" y="1734653"/>
                  </a:lnTo>
                  <a:lnTo>
                    <a:pt x="1487973" y="1734653"/>
                  </a:lnTo>
                  <a:lnTo>
                    <a:pt x="1487973" y="1738823"/>
                  </a:lnTo>
                  <a:lnTo>
                    <a:pt x="1483733" y="1738823"/>
                  </a:lnTo>
                  <a:lnTo>
                    <a:pt x="1483733" y="1741602"/>
                  </a:lnTo>
                  <a:lnTo>
                    <a:pt x="1479494" y="1741602"/>
                  </a:lnTo>
                  <a:lnTo>
                    <a:pt x="1479494" y="1747505"/>
                  </a:lnTo>
                  <a:lnTo>
                    <a:pt x="1475255" y="1747505"/>
                  </a:lnTo>
                  <a:lnTo>
                    <a:pt x="1475255" y="1748893"/>
                  </a:lnTo>
                  <a:lnTo>
                    <a:pt x="1471016" y="1748893"/>
                  </a:lnTo>
                  <a:lnTo>
                    <a:pt x="1471016" y="1752712"/>
                  </a:lnTo>
                  <a:lnTo>
                    <a:pt x="1466776" y="1752712"/>
                  </a:lnTo>
                  <a:lnTo>
                    <a:pt x="1466776" y="1756877"/>
                  </a:lnTo>
                  <a:lnTo>
                    <a:pt x="1462537" y="1756877"/>
                  </a:lnTo>
                  <a:lnTo>
                    <a:pt x="1462537" y="1759653"/>
                  </a:lnTo>
                  <a:lnTo>
                    <a:pt x="1458298" y="1759653"/>
                  </a:lnTo>
                  <a:lnTo>
                    <a:pt x="1458298" y="1762428"/>
                  </a:lnTo>
                  <a:lnTo>
                    <a:pt x="1454059" y="1762428"/>
                  </a:lnTo>
                  <a:lnTo>
                    <a:pt x="1454059" y="1764855"/>
                  </a:lnTo>
                  <a:lnTo>
                    <a:pt x="1449819" y="1764855"/>
                  </a:lnTo>
                  <a:lnTo>
                    <a:pt x="1449819" y="1768322"/>
                  </a:lnTo>
                  <a:lnTo>
                    <a:pt x="1445580" y="1768322"/>
                  </a:lnTo>
                  <a:lnTo>
                    <a:pt x="1445580" y="1772481"/>
                  </a:lnTo>
                  <a:lnTo>
                    <a:pt x="1441341" y="1772481"/>
                  </a:lnTo>
                  <a:lnTo>
                    <a:pt x="1441341" y="1775947"/>
                  </a:lnTo>
                  <a:lnTo>
                    <a:pt x="1437102" y="1775947"/>
                  </a:lnTo>
                  <a:lnTo>
                    <a:pt x="1437102" y="1780105"/>
                  </a:lnTo>
                  <a:lnTo>
                    <a:pt x="1432862" y="1780105"/>
                  </a:lnTo>
                  <a:lnTo>
                    <a:pt x="1432862" y="1781838"/>
                  </a:lnTo>
                  <a:lnTo>
                    <a:pt x="1428623" y="1781838"/>
                  </a:lnTo>
                  <a:lnTo>
                    <a:pt x="1428623" y="1784956"/>
                  </a:lnTo>
                  <a:lnTo>
                    <a:pt x="1424384" y="1784956"/>
                  </a:lnTo>
                  <a:lnTo>
                    <a:pt x="1424384" y="1787725"/>
                  </a:lnTo>
                  <a:lnTo>
                    <a:pt x="1420145" y="1787725"/>
                  </a:lnTo>
                  <a:lnTo>
                    <a:pt x="1420145" y="1791185"/>
                  </a:lnTo>
                  <a:lnTo>
                    <a:pt x="1415906" y="1791185"/>
                  </a:lnTo>
                  <a:lnTo>
                    <a:pt x="1415906" y="1796028"/>
                  </a:lnTo>
                  <a:lnTo>
                    <a:pt x="1411666" y="1796028"/>
                  </a:lnTo>
                  <a:lnTo>
                    <a:pt x="1411666" y="1800178"/>
                  </a:lnTo>
                  <a:lnTo>
                    <a:pt x="1407427" y="1800178"/>
                  </a:lnTo>
                  <a:lnTo>
                    <a:pt x="1407427" y="1803981"/>
                  </a:lnTo>
                  <a:lnTo>
                    <a:pt x="1403188" y="1803981"/>
                  </a:lnTo>
                  <a:lnTo>
                    <a:pt x="1403188" y="1805709"/>
                  </a:lnTo>
                  <a:lnTo>
                    <a:pt x="1398949" y="1805709"/>
                  </a:lnTo>
                  <a:lnTo>
                    <a:pt x="1398949" y="1808474"/>
                  </a:lnTo>
                  <a:lnTo>
                    <a:pt x="1394709" y="1808474"/>
                  </a:lnTo>
                  <a:lnTo>
                    <a:pt x="1394709" y="1811583"/>
                  </a:lnTo>
                  <a:lnTo>
                    <a:pt x="1390470" y="1811583"/>
                  </a:lnTo>
                  <a:lnTo>
                    <a:pt x="1390470" y="1814691"/>
                  </a:lnTo>
                  <a:lnTo>
                    <a:pt x="1386231" y="1814691"/>
                  </a:lnTo>
                  <a:lnTo>
                    <a:pt x="1386231" y="1819179"/>
                  </a:lnTo>
                  <a:lnTo>
                    <a:pt x="1381992" y="1819179"/>
                  </a:lnTo>
                  <a:lnTo>
                    <a:pt x="1381992" y="1821596"/>
                  </a:lnTo>
                  <a:lnTo>
                    <a:pt x="1377752" y="1821596"/>
                  </a:lnTo>
                  <a:lnTo>
                    <a:pt x="1377752" y="1826428"/>
                  </a:lnTo>
                  <a:lnTo>
                    <a:pt x="1373513" y="1826428"/>
                  </a:lnTo>
                  <a:lnTo>
                    <a:pt x="1373513" y="1828844"/>
                  </a:lnTo>
                  <a:lnTo>
                    <a:pt x="1369274" y="1828844"/>
                  </a:lnTo>
                  <a:lnTo>
                    <a:pt x="1369274" y="1833676"/>
                  </a:lnTo>
                  <a:lnTo>
                    <a:pt x="1365035" y="1833676"/>
                  </a:lnTo>
                  <a:lnTo>
                    <a:pt x="1365035" y="1836781"/>
                  </a:lnTo>
                  <a:lnTo>
                    <a:pt x="1360795" y="1836781"/>
                  </a:lnTo>
                  <a:lnTo>
                    <a:pt x="1360795" y="1842300"/>
                  </a:lnTo>
                  <a:lnTo>
                    <a:pt x="1356556" y="1842300"/>
                  </a:lnTo>
                  <a:lnTo>
                    <a:pt x="1356556" y="1844713"/>
                  </a:lnTo>
                  <a:lnTo>
                    <a:pt x="1352317" y="1844713"/>
                  </a:lnTo>
                  <a:lnTo>
                    <a:pt x="1352317" y="1847127"/>
                  </a:lnTo>
                  <a:lnTo>
                    <a:pt x="1348078" y="1847127"/>
                  </a:lnTo>
                  <a:lnTo>
                    <a:pt x="1348078" y="1850230"/>
                  </a:lnTo>
                  <a:lnTo>
                    <a:pt x="1343838" y="1850230"/>
                  </a:lnTo>
                  <a:lnTo>
                    <a:pt x="1343838" y="1852298"/>
                  </a:lnTo>
                  <a:lnTo>
                    <a:pt x="1339599" y="1852298"/>
                  </a:lnTo>
                  <a:lnTo>
                    <a:pt x="1339599" y="1855399"/>
                  </a:lnTo>
                  <a:lnTo>
                    <a:pt x="1335360" y="1855399"/>
                  </a:lnTo>
                  <a:lnTo>
                    <a:pt x="1335360" y="1859187"/>
                  </a:lnTo>
                  <a:lnTo>
                    <a:pt x="1331121" y="1859187"/>
                  </a:lnTo>
                  <a:lnTo>
                    <a:pt x="1331121" y="1862973"/>
                  </a:lnTo>
                  <a:lnTo>
                    <a:pt x="1326881" y="1862973"/>
                  </a:lnTo>
                  <a:lnTo>
                    <a:pt x="1326881" y="1866415"/>
                  </a:lnTo>
                  <a:lnTo>
                    <a:pt x="1322642" y="1866415"/>
                  </a:lnTo>
                  <a:lnTo>
                    <a:pt x="1322642" y="1868137"/>
                  </a:lnTo>
                  <a:lnTo>
                    <a:pt x="1318403" y="1868137"/>
                  </a:lnTo>
                  <a:lnTo>
                    <a:pt x="1318403" y="1871578"/>
                  </a:lnTo>
                  <a:lnTo>
                    <a:pt x="1314164" y="1871578"/>
                  </a:lnTo>
                  <a:lnTo>
                    <a:pt x="1314164" y="1874675"/>
                  </a:lnTo>
                  <a:lnTo>
                    <a:pt x="1309925" y="1874675"/>
                  </a:lnTo>
                  <a:lnTo>
                    <a:pt x="1309925" y="1878460"/>
                  </a:lnTo>
                  <a:lnTo>
                    <a:pt x="1305685" y="1878460"/>
                  </a:lnTo>
                  <a:lnTo>
                    <a:pt x="1305685" y="1884994"/>
                  </a:lnTo>
                  <a:lnTo>
                    <a:pt x="1301446" y="1884994"/>
                  </a:lnTo>
                  <a:lnTo>
                    <a:pt x="1301446" y="1887745"/>
                  </a:lnTo>
                  <a:lnTo>
                    <a:pt x="1297207" y="1887745"/>
                  </a:lnTo>
                  <a:lnTo>
                    <a:pt x="1297207" y="1890839"/>
                  </a:lnTo>
                  <a:lnTo>
                    <a:pt x="1292968" y="1890839"/>
                  </a:lnTo>
                  <a:lnTo>
                    <a:pt x="1292968" y="1894963"/>
                  </a:lnTo>
                  <a:lnTo>
                    <a:pt x="1288728" y="1894963"/>
                  </a:lnTo>
                  <a:lnTo>
                    <a:pt x="1288728" y="1898743"/>
                  </a:lnTo>
                  <a:lnTo>
                    <a:pt x="1284489" y="1898743"/>
                  </a:lnTo>
                  <a:lnTo>
                    <a:pt x="1284489" y="1901149"/>
                  </a:lnTo>
                  <a:lnTo>
                    <a:pt x="1280250" y="1901149"/>
                  </a:lnTo>
                  <a:lnTo>
                    <a:pt x="1280250" y="1905272"/>
                  </a:lnTo>
                  <a:lnTo>
                    <a:pt x="1276011" y="1905272"/>
                  </a:lnTo>
                  <a:lnTo>
                    <a:pt x="1276011" y="1910079"/>
                  </a:lnTo>
                  <a:lnTo>
                    <a:pt x="1271771" y="1910079"/>
                  </a:lnTo>
                  <a:lnTo>
                    <a:pt x="1271771" y="1913169"/>
                  </a:lnTo>
                  <a:lnTo>
                    <a:pt x="1267532" y="1913169"/>
                  </a:lnTo>
                  <a:lnTo>
                    <a:pt x="1267532" y="1918660"/>
                  </a:lnTo>
                  <a:lnTo>
                    <a:pt x="1263293" y="1918660"/>
                  </a:lnTo>
                  <a:lnTo>
                    <a:pt x="1263293" y="1922777"/>
                  </a:lnTo>
                  <a:lnTo>
                    <a:pt x="1259054" y="1922777"/>
                  </a:lnTo>
                  <a:lnTo>
                    <a:pt x="1259054" y="1927237"/>
                  </a:lnTo>
                  <a:lnTo>
                    <a:pt x="1254814" y="1927237"/>
                  </a:lnTo>
                  <a:lnTo>
                    <a:pt x="1254814" y="1931010"/>
                  </a:lnTo>
                  <a:lnTo>
                    <a:pt x="1250575" y="1931010"/>
                  </a:lnTo>
                  <a:lnTo>
                    <a:pt x="1250575" y="1937182"/>
                  </a:lnTo>
                  <a:lnTo>
                    <a:pt x="1246336" y="1937182"/>
                  </a:lnTo>
                  <a:lnTo>
                    <a:pt x="1246336" y="1941636"/>
                  </a:lnTo>
                  <a:lnTo>
                    <a:pt x="1242097" y="1941636"/>
                  </a:lnTo>
                  <a:lnTo>
                    <a:pt x="1242097" y="1945405"/>
                  </a:lnTo>
                  <a:lnTo>
                    <a:pt x="1237857" y="1945405"/>
                  </a:lnTo>
                  <a:lnTo>
                    <a:pt x="1237857" y="1948145"/>
                  </a:lnTo>
                  <a:lnTo>
                    <a:pt x="1233618" y="1948145"/>
                  </a:lnTo>
                  <a:lnTo>
                    <a:pt x="1233618" y="1951226"/>
                  </a:lnTo>
                  <a:lnTo>
                    <a:pt x="1229379" y="1951226"/>
                  </a:lnTo>
                  <a:lnTo>
                    <a:pt x="1229379" y="1956704"/>
                  </a:lnTo>
                  <a:lnTo>
                    <a:pt x="1225140" y="1956704"/>
                  </a:lnTo>
                  <a:lnTo>
                    <a:pt x="1225140" y="1959785"/>
                  </a:lnTo>
                  <a:lnTo>
                    <a:pt x="1220900" y="1959785"/>
                  </a:lnTo>
                  <a:lnTo>
                    <a:pt x="1220900" y="1964235"/>
                  </a:lnTo>
                  <a:lnTo>
                    <a:pt x="1216661" y="1964235"/>
                  </a:lnTo>
                  <a:lnTo>
                    <a:pt x="1216661" y="1969368"/>
                  </a:lnTo>
                  <a:lnTo>
                    <a:pt x="1212422" y="1969368"/>
                  </a:lnTo>
                  <a:lnTo>
                    <a:pt x="1212422" y="1973816"/>
                  </a:lnTo>
                  <a:lnTo>
                    <a:pt x="1208183" y="1973816"/>
                  </a:lnTo>
                  <a:lnTo>
                    <a:pt x="1208183" y="1976895"/>
                  </a:lnTo>
                  <a:lnTo>
                    <a:pt x="1203944" y="1976895"/>
                  </a:lnTo>
                  <a:lnTo>
                    <a:pt x="1203944" y="1981000"/>
                  </a:lnTo>
                  <a:lnTo>
                    <a:pt x="1199704" y="1981000"/>
                  </a:lnTo>
                  <a:lnTo>
                    <a:pt x="1199704" y="1985105"/>
                  </a:lnTo>
                  <a:lnTo>
                    <a:pt x="1195465" y="1985105"/>
                  </a:lnTo>
                  <a:lnTo>
                    <a:pt x="1195465" y="1991261"/>
                  </a:lnTo>
                  <a:lnTo>
                    <a:pt x="1191226" y="1991261"/>
                  </a:lnTo>
                  <a:lnTo>
                    <a:pt x="1191226" y="1993996"/>
                  </a:lnTo>
                  <a:lnTo>
                    <a:pt x="1186987" y="1993996"/>
                  </a:lnTo>
                  <a:lnTo>
                    <a:pt x="1186987" y="1996731"/>
                  </a:lnTo>
                  <a:lnTo>
                    <a:pt x="1182747" y="1996731"/>
                  </a:lnTo>
                  <a:lnTo>
                    <a:pt x="1182747" y="2000831"/>
                  </a:lnTo>
                  <a:lnTo>
                    <a:pt x="1178508" y="2000831"/>
                  </a:lnTo>
                  <a:lnTo>
                    <a:pt x="1178508" y="2006296"/>
                  </a:lnTo>
                  <a:lnTo>
                    <a:pt x="1174269" y="2006296"/>
                  </a:lnTo>
                  <a:lnTo>
                    <a:pt x="1174269" y="2011077"/>
                  </a:lnTo>
                  <a:lnTo>
                    <a:pt x="1170030" y="2011077"/>
                  </a:lnTo>
                  <a:lnTo>
                    <a:pt x="1170030" y="2014150"/>
                  </a:lnTo>
                  <a:lnTo>
                    <a:pt x="1165790" y="2014150"/>
                  </a:lnTo>
                  <a:lnTo>
                    <a:pt x="1165790" y="2018931"/>
                  </a:lnTo>
                  <a:lnTo>
                    <a:pt x="1161551" y="2018931"/>
                  </a:lnTo>
                  <a:lnTo>
                    <a:pt x="1161551" y="2023368"/>
                  </a:lnTo>
                  <a:lnTo>
                    <a:pt x="1157312" y="2023368"/>
                  </a:lnTo>
                  <a:lnTo>
                    <a:pt x="1157312" y="2028486"/>
                  </a:lnTo>
                  <a:lnTo>
                    <a:pt x="1153073" y="2028486"/>
                  </a:lnTo>
                  <a:lnTo>
                    <a:pt x="1153073" y="2032580"/>
                  </a:lnTo>
                  <a:lnTo>
                    <a:pt x="1148833" y="2032580"/>
                  </a:lnTo>
                  <a:lnTo>
                    <a:pt x="1148833" y="2036330"/>
                  </a:lnTo>
                  <a:lnTo>
                    <a:pt x="1144594" y="2036330"/>
                  </a:lnTo>
                  <a:lnTo>
                    <a:pt x="1144594" y="2042466"/>
                  </a:lnTo>
                  <a:lnTo>
                    <a:pt x="1140355" y="2042466"/>
                  </a:lnTo>
                  <a:lnTo>
                    <a:pt x="1140355" y="2046215"/>
                  </a:lnTo>
                  <a:lnTo>
                    <a:pt x="1136116" y="2046215"/>
                  </a:lnTo>
                  <a:lnTo>
                    <a:pt x="1136116" y="2050985"/>
                  </a:lnTo>
                  <a:lnTo>
                    <a:pt x="1131876" y="2050985"/>
                  </a:lnTo>
                  <a:lnTo>
                    <a:pt x="1131876" y="2056777"/>
                  </a:lnTo>
                  <a:lnTo>
                    <a:pt x="1127637" y="2056777"/>
                  </a:lnTo>
                  <a:lnTo>
                    <a:pt x="1127637" y="2061885"/>
                  </a:lnTo>
                  <a:lnTo>
                    <a:pt x="1123398" y="2061885"/>
                  </a:lnTo>
                  <a:lnTo>
                    <a:pt x="1123398" y="2065290"/>
                  </a:lnTo>
                  <a:lnTo>
                    <a:pt x="1119159" y="2065290"/>
                  </a:lnTo>
                  <a:lnTo>
                    <a:pt x="1119159" y="2068012"/>
                  </a:lnTo>
                  <a:lnTo>
                    <a:pt x="1114919" y="2068012"/>
                  </a:lnTo>
                  <a:lnTo>
                    <a:pt x="1114919" y="2072436"/>
                  </a:lnTo>
                  <a:lnTo>
                    <a:pt x="1110680" y="2072436"/>
                  </a:lnTo>
                  <a:lnTo>
                    <a:pt x="1110680" y="2075158"/>
                  </a:lnTo>
                  <a:lnTo>
                    <a:pt x="1106441" y="2075158"/>
                  </a:lnTo>
                  <a:lnTo>
                    <a:pt x="1106441" y="2079241"/>
                  </a:lnTo>
                  <a:lnTo>
                    <a:pt x="1102202" y="2079241"/>
                  </a:lnTo>
                  <a:lnTo>
                    <a:pt x="1102202" y="2081962"/>
                  </a:lnTo>
                  <a:lnTo>
                    <a:pt x="1097963" y="2081962"/>
                  </a:lnTo>
                  <a:lnTo>
                    <a:pt x="1097963" y="2085363"/>
                  </a:lnTo>
                  <a:lnTo>
                    <a:pt x="1093723" y="2085363"/>
                  </a:lnTo>
                  <a:lnTo>
                    <a:pt x="1093723" y="2089782"/>
                  </a:lnTo>
                  <a:lnTo>
                    <a:pt x="1089484" y="2089782"/>
                  </a:lnTo>
                  <a:lnTo>
                    <a:pt x="1089484" y="2093520"/>
                  </a:lnTo>
                  <a:lnTo>
                    <a:pt x="1085245" y="2093520"/>
                  </a:lnTo>
                  <a:lnTo>
                    <a:pt x="1085245" y="2097597"/>
                  </a:lnTo>
                  <a:lnTo>
                    <a:pt x="1081006" y="2097597"/>
                  </a:lnTo>
                  <a:lnTo>
                    <a:pt x="1081006" y="2101334"/>
                  </a:lnTo>
                  <a:lnTo>
                    <a:pt x="1076766" y="2101334"/>
                  </a:lnTo>
                  <a:lnTo>
                    <a:pt x="1076766" y="2107448"/>
                  </a:lnTo>
                  <a:lnTo>
                    <a:pt x="1072527" y="2107448"/>
                  </a:lnTo>
                  <a:lnTo>
                    <a:pt x="1072527" y="2110165"/>
                  </a:lnTo>
                  <a:lnTo>
                    <a:pt x="1068288" y="2110165"/>
                  </a:lnTo>
                  <a:lnTo>
                    <a:pt x="1068288" y="2114577"/>
                  </a:lnTo>
                  <a:lnTo>
                    <a:pt x="1064049" y="2114577"/>
                  </a:lnTo>
                  <a:lnTo>
                    <a:pt x="1064049" y="2120007"/>
                  </a:lnTo>
                  <a:lnTo>
                    <a:pt x="1059809" y="2120007"/>
                  </a:lnTo>
                  <a:lnTo>
                    <a:pt x="1059809" y="2126114"/>
                  </a:lnTo>
                  <a:lnTo>
                    <a:pt x="1055570" y="2126114"/>
                  </a:lnTo>
                  <a:lnTo>
                    <a:pt x="1055570" y="2129167"/>
                  </a:lnTo>
                  <a:lnTo>
                    <a:pt x="1051331" y="2129167"/>
                  </a:lnTo>
                  <a:lnTo>
                    <a:pt x="1051331" y="2135272"/>
                  </a:lnTo>
                  <a:lnTo>
                    <a:pt x="1047092" y="2135272"/>
                  </a:lnTo>
                  <a:lnTo>
                    <a:pt x="1047092" y="2138325"/>
                  </a:lnTo>
                  <a:lnTo>
                    <a:pt x="1042852" y="2138325"/>
                  </a:lnTo>
                  <a:lnTo>
                    <a:pt x="1042852" y="2142732"/>
                  </a:lnTo>
                  <a:lnTo>
                    <a:pt x="1038613" y="2142732"/>
                  </a:lnTo>
                  <a:lnTo>
                    <a:pt x="1038613" y="2144765"/>
                  </a:lnTo>
                  <a:lnTo>
                    <a:pt x="1034374" y="2144765"/>
                  </a:lnTo>
                  <a:lnTo>
                    <a:pt x="1034374" y="2149509"/>
                  </a:lnTo>
                  <a:lnTo>
                    <a:pt x="1030135" y="2149509"/>
                  </a:lnTo>
                  <a:lnTo>
                    <a:pt x="1030135" y="2153573"/>
                  </a:lnTo>
                  <a:lnTo>
                    <a:pt x="1025895" y="2153573"/>
                  </a:lnTo>
                  <a:lnTo>
                    <a:pt x="1025895" y="2158314"/>
                  </a:lnTo>
                  <a:lnTo>
                    <a:pt x="1021656" y="2158314"/>
                  </a:lnTo>
                  <a:lnTo>
                    <a:pt x="1021656" y="2162378"/>
                  </a:lnTo>
                  <a:lnTo>
                    <a:pt x="1017417" y="2162378"/>
                  </a:lnTo>
                  <a:lnTo>
                    <a:pt x="1017417" y="2164748"/>
                  </a:lnTo>
                  <a:lnTo>
                    <a:pt x="1013178" y="2164748"/>
                  </a:lnTo>
                  <a:lnTo>
                    <a:pt x="1013178" y="2169486"/>
                  </a:lnTo>
                  <a:lnTo>
                    <a:pt x="1008939" y="2169486"/>
                  </a:lnTo>
                  <a:lnTo>
                    <a:pt x="1008939" y="2177942"/>
                  </a:lnTo>
                  <a:lnTo>
                    <a:pt x="1004699" y="2177942"/>
                  </a:lnTo>
                  <a:lnTo>
                    <a:pt x="1004699" y="2180985"/>
                  </a:lnTo>
                  <a:lnTo>
                    <a:pt x="1000460" y="2180985"/>
                  </a:lnTo>
                  <a:lnTo>
                    <a:pt x="1000460" y="2183351"/>
                  </a:lnTo>
                  <a:lnTo>
                    <a:pt x="996221" y="2183351"/>
                  </a:lnTo>
                  <a:lnTo>
                    <a:pt x="996221" y="2188421"/>
                  </a:lnTo>
                  <a:lnTo>
                    <a:pt x="991982" y="2188421"/>
                  </a:lnTo>
                  <a:lnTo>
                    <a:pt x="991982" y="2193827"/>
                  </a:lnTo>
                  <a:lnTo>
                    <a:pt x="987742" y="2193827"/>
                  </a:lnTo>
                  <a:lnTo>
                    <a:pt x="987742" y="2196192"/>
                  </a:lnTo>
                  <a:lnTo>
                    <a:pt x="983503" y="2196192"/>
                  </a:lnTo>
                  <a:lnTo>
                    <a:pt x="983503" y="2201596"/>
                  </a:lnTo>
                  <a:lnTo>
                    <a:pt x="979264" y="2201596"/>
                  </a:lnTo>
                  <a:lnTo>
                    <a:pt x="979264" y="2206321"/>
                  </a:lnTo>
                  <a:lnTo>
                    <a:pt x="975025" y="2206321"/>
                  </a:lnTo>
                  <a:lnTo>
                    <a:pt x="975025" y="2210370"/>
                  </a:lnTo>
                  <a:lnTo>
                    <a:pt x="970785" y="2210370"/>
                  </a:lnTo>
                  <a:lnTo>
                    <a:pt x="970785" y="2213743"/>
                  </a:lnTo>
                  <a:lnTo>
                    <a:pt x="966546" y="2213743"/>
                  </a:lnTo>
                  <a:lnTo>
                    <a:pt x="966546" y="2216779"/>
                  </a:lnTo>
                  <a:lnTo>
                    <a:pt x="962307" y="2216779"/>
                  </a:lnTo>
                  <a:lnTo>
                    <a:pt x="962307" y="2220489"/>
                  </a:lnTo>
                  <a:lnTo>
                    <a:pt x="958068" y="2220489"/>
                  </a:lnTo>
                  <a:lnTo>
                    <a:pt x="958068" y="2225209"/>
                  </a:lnTo>
                  <a:lnTo>
                    <a:pt x="953828" y="2225209"/>
                  </a:lnTo>
                  <a:lnTo>
                    <a:pt x="953828" y="2228917"/>
                  </a:lnTo>
                  <a:lnTo>
                    <a:pt x="949589" y="2228917"/>
                  </a:lnTo>
                  <a:lnTo>
                    <a:pt x="949589" y="2232959"/>
                  </a:lnTo>
                  <a:lnTo>
                    <a:pt x="945350" y="2232959"/>
                  </a:lnTo>
                  <a:lnTo>
                    <a:pt x="945350" y="2237337"/>
                  </a:lnTo>
                  <a:lnTo>
                    <a:pt x="941111" y="2237337"/>
                  </a:lnTo>
                  <a:lnTo>
                    <a:pt x="941111" y="2242388"/>
                  </a:lnTo>
                  <a:lnTo>
                    <a:pt x="936871" y="2242388"/>
                  </a:lnTo>
                  <a:lnTo>
                    <a:pt x="936871" y="2247101"/>
                  </a:lnTo>
                  <a:lnTo>
                    <a:pt x="932632" y="2247101"/>
                  </a:lnTo>
                  <a:lnTo>
                    <a:pt x="932632" y="2253161"/>
                  </a:lnTo>
                  <a:lnTo>
                    <a:pt x="928393" y="2253161"/>
                  </a:lnTo>
                  <a:lnTo>
                    <a:pt x="928393" y="2256190"/>
                  </a:lnTo>
                  <a:lnTo>
                    <a:pt x="924154" y="2256190"/>
                  </a:lnTo>
                  <a:lnTo>
                    <a:pt x="924154" y="2261574"/>
                  </a:lnTo>
                  <a:lnTo>
                    <a:pt x="919914" y="2261574"/>
                  </a:lnTo>
                  <a:lnTo>
                    <a:pt x="919914" y="2265610"/>
                  </a:lnTo>
                  <a:lnTo>
                    <a:pt x="915675" y="2265610"/>
                  </a:lnTo>
                  <a:lnTo>
                    <a:pt x="915675" y="2269982"/>
                  </a:lnTo>
                  <a:lnTo>
                    <a:pt x="911436" y="2269982"/>
                  </a:lnTo>
                  <a:lnTo>
                    <a:pt x="911436" y="2275697"/>
                  </a:lnTo>
                  <a:lnTo>
                    <a:pt x="907197" y="2275697"/>
                  </a:lnTo>
                  <a:lnTo>
                    <a:pt x="907197" y="2280739"/>
                  </a:lnTo>
                  <a:lnTo>
                    <a:pt x="902958" y="2280739"/>
                  </a:lnTo>
                  <a:lnTo>
                    <a:pt x="902958" y="2286117"/>
                  </a:lnTo>
                  <a:lnTo>
                    <a:pt x="898718" y="2286117"/>
                  </a:lnTo>
                  <a:lnTo>
                    <a:pt x="898718" y="2291831"/>
                  </a:lnTo>
                  <a:lnTo>
                    <a:pt x="894479" y="2291831"/>
                  </a:lnTo>
                  <a:lnTo>
                    <a:pt x="894479" y="2298886"/>
                  </a:lnTo>
                  <a:lnTo>
                    <a:pt x="890240" y="2298886"/>
                  </a:lnTo>
                  <a:lnTo>
                    <a:pt x="890240" y="2304593"/>
                  </a:lnTo>
                  <a:lnTo>
                    <a:pt x="886001" y="2304593"/>
                  </a:lnTo>
                  <a:lnTo>
                    <a:pt x="886001" y="2309963"/>
                  </a:lnTo>
                  <a:lnTo>
                    <a:pt x="881761" y="2309963"/>
                  </a:lnTo>
                  <a:lnTo>
                    <a:pt x="881761" y="2315668"/>
                  </a:lnTo>
                  <a:lnTo>
                    <a:pt x="877522" y="2315668"/>
                  </a:lnTo>
                  <a:lnTo>
                    <a:pt x="877522" y="2319357"/>
                  </a:lnTo>
                  <a:lnTo>
                    <a:pt x="873283" y="2319357"/>
                  </a:lnTo>
                  <a:lnTo>
                    <a:pt x="873283" y="2322711"/>
                  </a:lnTo>
                  <a:lnTo>
                    <a:pt x="869044" y="2322711"/>
                  </a:lnTo>
                  <a:lnTo>
                    <a:pt x="869044" y="2328746"/>
                  </a:lnTo>
                  <a:lnTo>
                    <a:pt x="864804" y="2328746"/>
                  </a:lnTo>
                  <a:lnTo>
                    <a:pt x="864804" y="2333775"/>
                  </a:lnTo>
                  <a:lnTo>
                    <a:pt x="860565" y="2333775"/>
                  </a:lnTo>
                  <a:lnTo>
                    <a:pt x="860565" y="2338132"/>
                  </a:lnTo>
                  <a:lnTo>
                    <a:pt x="856326" y="2338132"/>
                  </a:lnTo>
                  <a:lnTo>
                    <a:pt x="856326" y="2346174"/>
                  </a:lnTo>
                  <a:lnTo>
                    <a:pt x="852087" y="2346174"/>
                  </a:lnTo>
                  <a:lnTo>
                    <a:pt x="852087" y="2352539"/>
                  </a:lnTo>
                  <a:lnTo>
                    <a:pt x="847847" y="2352539"/>
                  </a:lnTo>
                  <a:lnTo>
                    <a:pt x="847847" y="2359573"/>
                  </a:lnTo>
                  <a:lnTo>
                    <a:pt x="843608" y="2359573"/>
                  </a:lnTo>
                  <a:lnTo>
                    <a:pt x="843608" y="2365267"/>
                  </a:lnTo>
                  <a:lnTo>
                    <a:pt x="839369" y="2365267"/>
                  </a:lnTo>
                  <a:lnTo>
                    <a:pt x="839369" y="2369287"/>
                  </a:lnTo>
                  <a:lnTo>
                    <a:pt x="835130" y="2369287"/>
                  </a:lnTo>
                  <a:lnTo>
                    <a:pt x="835130" y="2373639"/>
                  </a:lnTo>
                  <a:lnTo>
                    <a:pt x="830890" y="2373639"/>
                  </a:lnTo>
                  <a:lnTo>
                    <a:pt x="830890" y="2380331"/>
                  </a:lnTo>
                  <a:lnTo>
                    <a:pt x="826651" y="2380331"/>
                  </a:lnTo>
                  <a:lnTo>
                    <a:pt x="826651" y="2387022"/>
                  </a:lnTo>
                  <a:lnTo>
                    <a:pt x="822412" y="2387022"/>
                  </a:lnTo>
                  <a:lnTo>
                    <a:pt x="822412" y="2392039"/>
                  </a:lnTo>
                  <a:lnTo>
                    <a:pt x="818173" y="2392039"/>
                  </a:lnTo>
                  <a:lnTo>
                    <a:pt x="818173" y="2398394"/>
                  </a:lnTo>
                  <a:lnTo>
                    <a:pt x="813933" y="2398394"/>
                  </a:lnTo>
                  <a:lnTo>
                    <a:pt x="813933" y="2403744"/>
                  </a:lnTo>
                  <a:lnTo>
                    <a:pt x="809694" y="2403744"/>
                  </a:lnTo>
                  <a:lnTo>
                    <a:pt x="809694" y="2410766"/>
                  </a:lnTo>
                  <a:lnTo>
                    <a:pt x="805455" y="2410766"/>
                  </a:lnTo>
                  <a:lnTo>
                    <a:pt x="805455" y="2415113"/>
                  </a:lnTo>
                  <a:lnTo>
                    <a:pt x="801216" y="2415113"/>
                  </a:lnTo>
                  <a:lnTo>
                    <a:pt x="801216" y="2420459"/>
                  </a:lnTo>
                  <a:lnTo>
                    <a:pt x="796977" y="2420459"/>
                  </a:lnTo>
                  <a:lnTo>
                    <a:pt x="796977" y="2423465"/>
                  </a:lnTo>
                  <a:lnTo>
                    <a:pt x="792737" y="2423465"/>
                  </a:lnTo>
                  <a:lnTo>
                    <a:pt x="792737" y="2429808"/>
                  </a:lnTo>
                  <a:lnTo>
                    <a:pt x="788498" y="2429808"/>
                  </a:lnTo>
                  <a:lnTo>
                    <a:pt x="788498" y="2434148"/>
                  </a:lnTo>
                  <a:lnTo>
                    <a:pt x="784259" y="2434148"/>
                  </a:lnTo>
                  <a:lnTo>
                    <a:pt x="784259" y="2441158"/>
                  </a:lnTo>
                  <a:lnTo>
                    <a:pt x="780020" y="2441158"/>
                  </a:lnTo>
                  <a:lnTo>
                    <a:pt x="780020" y="2445829"/>
                  </a:lnTo>
                  <a:lnTo>
                    <a:pt x="775780" y="2445829"/>
                  </a:lnTo>
                  <a:lnTo>
                    <a:pt x="775780" y="2452169"/>
                  </a:lnTo>
                  <a:lnTo>
                    <a:pt x="771541" y="2452169"/>
                  </a:lnTo>
                  <a:lnTo>
                    <a:pt x="771541" y="2456170"/>
                  </a:lnTo>
                  <a:lnTo>
                    <a:pt x="767302" y="2456170"/>
                  </a:lnTo>
                  <a:lnTo>
                    <a:pt x="767302" y="2462504"/>
                  </a:lnTo>
                  <a:lnTo>
                    <a:pt x="763063" y="2462504"/>
                  </a:lnTo>
                  <a:lnTo>
                    <a:pt x="763063" y="2466503"/>
                  </a:lnTo>
                  <a:lnTo>
                    <a:pt x="758823" y="2466503"/>
                  </a:lnTo>
                  <a:lnTo>
                    <a:pt x="758823" y="2470835"/>
                  </a:lnTo>
                  <a:lnTo>
                    <a:pt x="754584" y="2470835"/>
                  </a:lnTo>
                  <a:lnTo>
                    <a:pt x="754584" y="2478499"/>
                  </a:lnTo>
                  <a:lnTo>
                    <a:pt x="750345" y="2478499"/>
                  </a:lnTo>
                  <a:lnTo>
                    <a:pt x="750345" y="2484495"/>
                  </a:lnTo>
                  <a:lnTo>
                    <a:pt x="746106" y="2484495"/>
                  </a:lnTo>
                  <a:lnTo>
                    <a:pt x="746106" y="2490487"/>
                  </a:lnTo>
                  <a:lnTo>
                    <a:pt x="741866" y="2490487"/>
                  </a:lnTo>
                  <a:lnTo>
                    <a:pt x="741866" y="2493482"/>
                  </a:lnTo>
                  <a:lnTo>
                    <a:pt x="737627" y="2493482"/>
                  </a:lnTo>
                  <a:lnTo>
                    <a:pt x="737627" y="2499137"/>
                  </a:lnTo>
                  <a:lnTo>
                    <a:pt x="733388" y="2499137"/>
                  </a:lnTo>
                  <a:lnTo>
                    <a:pt x="733388" y="2504457"/>
                  </a:lnTo>
                  <a:lnTo>
                    <a:pt x="729149" y="2504457"/>
                  </a:lnTo>
                  <a:lnTo>
                    <a:pt x="729149" y="2508778"/>
                  </a:lnTo>
                  <a:lnTo>
                    <a:pt x="724909" y="2508778"/>
                  </a:lnTo>
                  <a:lnTo>
                    <a:pt x="724909" y="2512767"/>
                  </a:lnTo>
                  <a:lnTo>
                    <a:pt x="720670" y="2512767"/>
                  </a:lnTo>
                  <a:lnTo>
                    <a:pt x="720670" y="2517752"/>
                  </a:lnTo>
                  <a:lnTo>
                    <a:pt x="716431" y="2517752"/>
                  </a:lnTo>
                  <a:lnTo>
                    <a:pt x="716431" y="2523067"/>
                  </a:lnTo>
                  <a:lnTo>
                    <a:pt x="712192" y="2523067"/>
                  </a:lnTo>
                  <a:lnTo>
                    <a:pt x="712192" y="2529041"/>
                  </a:lnTo>
                  <a:lnTo>
                    <a:pt x="707953" y="2529041"/>
                  </a:lnTo>
                  <a:lnTo>
                    <a:pt x="707953" y="2533022"/>
                  </a:lnTo>
                  <a:lnTo>
                    <a:pt x="703713" y="2533022"/>
                  </a:lnTo>
                  <a:lnTo>
                    <a:pt x="703713" y="2537334"/>
                  </a:lnTo>
                  <a:lnTo>
                    <a:pt x="699474" y="2537334"/>
                  </a:lnTo>
                  <a:lnTo>
                    <a:pt x="699474" y="2543302"/>
                  </a:lnTo>
                  <a:lnTo>
                    <a:pt x="695235" y="2543302"/>
                  </a:lnTo>
                  <a:lnTo>
                    <a:pt x="695235" y="2548939"/>
                  </a:lnTo>
                  <a:lnTo>
                    <a:pt x="690996" y="2548939"/>
                  </a:lnTo>
                  <a:lnTo>
                    <a:pt x="690996" y="2556894"/>
                  </a:lnTo>
                  <a:lnTo>
                    <a:pt x="686756" y="2556894"/>
                  </a:lnTo>
                  <a:lnTo>
                    <a:pt x="686756" y="2562527"/>
                  </a:lnTo>
                  <a:lnTo>
                    <a:pt x="682517" y="2562527"/>
                  </a:lnTo>
                  <a:lnTo>
                    <a:pt x="682517" y="2569483"/>
                  </a:lnTo>
                  <a:lnTo>
                    <a:pt x="678278" y="2569483"/>
                  </a:lnTo>
                  <a:lnTo>
                    <a:pt x="678278" y="2577099"/>
                  </a:lnTo>
                  <a:lnTo>
                    <a:pt x="674039" y="2577099"/>
                  </a:lnTo>
                  <a:lnTo>
                    <a:pt x="674039" y="2582727"/>
                  </a:lnTo>
                  <a:lnTo>
                    <a:pt x="669799" y="2582727"/>
                  </a:lnTo>
                  <a:lnTo>
                    <a:pt x="669799" y="2590340"/>
                  </a:lnTo>
                  <a:lnTo>
                    <a:pt x="665560" y="2590340"/>
                  </a:lnTo>
                  <a:lnTo>
                    <a:pt x="665560" y="2596297"/>
                  </a:lnTo>
                  <a:lnTo>
                    <a:pt x="661321" y="2596297"/>
                  </a:lnTo>
                  <a:lnTo>
                    <a:pt x="661321" y="2601591"/>
                  </a:lnTo>
                  <a:lnTo>
                    <a:pt x="657082" y="2601591"/>
                  </a:lnTo>
                  <a:lnTo>
                    <a:pt x="657082" y="2608205"/>
                  </a:lnTo>
                  <a:lnTo>
                    <a:pt x="652842" y="2608205"/>
                  </a:lnTo>
                  <a:lnTo>
                    <a:pt x="652842" y="2612831"/>
                  </a:lnTo>
                  <a:lnTo>
                    <a:pt x="648603" y="2612831"/>
                  </a:lnTo>
                  <a:lnTo>
                    <a:pt x="648603" y="2619437"/>
                  </a:lnTo>
                  <a:lnTo>
                    <a:pt x="644364" y="2619437"/>
                  </a:lnTo>
                  <a:lnTo>
                    <a:pt x="644364" y="2627362"/>
                  </a:lnTo>
                  <a:lnTo>
                    <a:pt x="640125" y="2627362"/>
                  </a:lnTo>
                  <a:lnTo>
                    <a:pt x="640125" y="2634295"/>
                  </a:lnTo>
                  <a:lnTo>
                    <a:pt x="635885" y="2634295"/>
                  </a:lnTo>
                  <a:lnTo>
                    <a:pt x="635885" y="2640897"/>
                  </a:lnTo>
                  <a:lnTo>
                    <a:pt x="631646" y="2640897"/>
                  </a:lnTo>
                  <a:lnTo>
                    <a:pt x="631646" y="2643537"/>
                  </a:lnTo>
                  <a:lnTo>
                    <a:pt x="627407" y="2643537"/>
                  </a:lnTo>
                  <a:lnTo>
                    <a:pt x="627407" y="2650135"/>
                  </a:lnTo>
                  <a:lnTo>
                    <a:pt x="623168" y="2650135"/>
                  </a:lnTo>
                  <a:lnTo>
                    <a:pt x="623168" y="2656399"/>
                  </a:lnTo>
                  <a:lnTo>
                    <a:pt x="618928" y="2656399"/>
                  </a:lnTo>
                  <a:lnTo>
                    <a:pt x="618928" y="2663321"/>
                  </a:lnTo>
                  <a:lnTo>
                    <a:pt x="614689" y="2663321"/>
                  </a:lnTo>
                  <a:lnTo>
                    <a:pt x="614689" y="2667934"/>
                  </a:lnTo>
                  <a:lnTo>
                    <a:pt x="610450" y="2667934"/>
                  </a:lnTo>
                  <a:lnTo>
                    <a:pt x="610450" y="2673206"/>
                  </a:lnTo>
                  <a:lnTo>
                    <a:pt x="606211" y="2673206"/>
                  </a:lnTo>
                  <a:lnTo>
                    <a:pt x="606211" y="2680453"/>
                  </a:lnTo>
                  <a:lnTo>
                    <a:pt x="601972" y="2680453"/>
                  </a:lnTo>
                  <a:lnTo>
                    <a:pt x="601972" y="2688686"/>
                  </a:lnTo>
                  <a:lnTo>
                    <a:pt x="597732" y="2688686"/>
                  </a:lnTo>
                  <a:lnTo>
                    <a:pt x="597732" y="2696258"/>
                  </a:lnTo>
                  <a:lnTo>
                    <a:pt x="593493" y="2696258"/>
                  </a:lnTo>
                  <a:lnTo>
                    <a:pt x="593493" y="2704482"/>
                  </a:lnTo>
                  <a:lnTo>
                    <a:pt x="589254" y="2704482"/>
                  </a:lnTo>
                  <a:lnTo>
                    <a:pt x="589254" y="2709416"/>
                  </a:lnTo>
                  <a:lnTo>
                    <a:pt x="585015" y="2709416"/>
                  </a:lnTo>
                  <a:lnTo>
                    <a:pt x="585015" y="2717966"/>
                  </a:lnTo>
                  <a:lnTo>
                    <a:pt x="580775" y="2717966"/>
                  </a:lnTo>
                  <a:lnTo>
                    <a:pt x="580775" y="2724214"/>
                  </a:lnTo>
                  <a:lnTo>
                    <a:pt x="576536" y="2724214"/>
                  </a:lnTo>
                  <a:lnTo>
                    <a:pt x="576536" y="2730460"/>
                  </a:lnTo>
                  <a:lnTo>
                    <a:pt x="572297" y="2730460"/>
                  </a:lnTo>
                  <a:lnTo>
                    <a:pt x="572297" y="2738348"/>
                  </a:lnTo>
                  <a:lnTo>
                    <a:pt x="568058" y="2738348"/>
                  </a:lnTo>
                  <a:lnTo>
                    <a:pt x="568058" y="2745906"/>
                  </a:lnTo>
                  <a:lnTo>
                    <a:pt x="563818" y="2745906"/>
                  </a:lnTo>
                  <a:lnTo>
                    <a:pt x="563818" y="2751486"/>
                  </a:lnTo>
                  <a:lnTo>
                    <a:pt x="559579" y="2751486"/>
                  </a:lnTo>
                  <a:lnTo>
                    <a:pt x="559579" y="2757721"/>
                  </a:lnTo>
                  <a:lnTo>
                    <a:pt x="555340" y="2757721"/>
                  </a:lnTo>
                  <a:lnTo>
                    <a:pt x="555340" y="2761986"/>
                  </a:lnTo>
                  <a:lnTo>
                    <a:pt x="551101" y="2761986"/>
                  </a:lnTo>
                  <a:lnTo>
                    <a:pt x="551101" y="2769856"/>
                  </a:lnTo>
                  <a:lnTo>
                    <a:pt x="546861" y="2769856"/>
                  </a:lnTo>
                  <a:lnTo>
                    <a:pt x="546861" y="2778053"/>
                  </a:lnTo>
                  <a:lnTo>
                    <a:pt x="542622" y="2778053"/>
                  </a:lnTo>
                  <a:lnTo>
                    <a:pt x="542622" y="2784935"/>
                  </a:lnTo>
                  <a:lnTo>
                    <a:pt x="538383" y="2784935"/>
                  </a:lnTo>
                  <a:lnTo>
                    <a:pt x="538383" y="2790833"/>
                  </a:lnTo>
                  <a:lnTo>
                    <a:pt x="534144" y="2790833"/>
                  </a:lnTo>
                  <a:lnTo>
                    <a:pt x="534144" y="2798362"/>
                  </a:lnTo>
                  <a:lnTo>
                    <a:pt x="529904" y="2798362"/>
                  </a:lnTo>
                  <a:lnTo>
                    <a:pt x="529904" y="2803924"/>
                  </a:lnTo>
                  <a:lnTo>
                    <a:pt x="525665" y="2803924"/>
                  </a:lnTo>
                  <a:lnTo>
                    <a:pt x="525665" y="2811773"/>
                  </a:lnTo>
                  <a:lnTo>
                    <a:pt x="521426" y="2811773"/>
                  </a:lnTo>
                  <a:lnTo>
                    <a:pt x="521426" y="2817659"/>
                  </a:lnTo>
                  <a:lnTo>
                    <a:pt x="517187" y="2817659"/>
                  </a:lnTo>
                  <a:lnTo>
                    <a:pt x="517187" y="2824524"/>
                  </a:lnTo>
                  <a:lnTo>
                    <a:pt x="512947" y="2824524"/>
                  </a:lnTo>
                  <a:lnTo>
                    <a:pt x="512947" y="2831714"/>
                  </a:lnTo>
                  <a:lnTo>
                    <a:pt x="508708" y="2831714"/>
                  </a:lnTo>
                  <a:lnTo>
                    <a:pt x="508708" y="2837920"/>
                  </a:lnTo>
                  <a:lnTo>
                    <a:pt x="504469" y="2837920"/>
                  </a:lnTo>
                  <a:lnTo>
                    <a:pt x="504469" y="2843144"/>
                  </a:lnTo>
                  <a:lnTo>
                    <a:pt x="500230" y="2843144"/>
                  </a:lnTo>
                  <a:lnTo>
                    <a:pt x="500230" y="2848040"/>
                  </a:lnTo>
                  <a:lnTo>
                    <a:pt x="495991" y="2848040"/>
                  </a:lnTo>
                  <a:lnTo>
                    <a:pt x="495991" y="2854567"/>
                  </a:lnTo>
                  <a:lnTo>
                    <a:pt x="491751" y="2854567"/>
                  </a:lnTo>
                  <a:lnTo>
                    <a:pt x="491751" y="2860439"/>
                  </a:lnTo>
                  <a:lnTo>
                    <a:pt x="487512" y="2860439"/>
                  </a:lnTo>
                  <a:lnTo>
                    <a:pt x="487512" y="2865982"/>
                  </a:lnTo>
                  <a:lnTo>
                    <a:pt x="483273" y="2865982"/>
                  </a:lnTo>
                  <a:lnTo>
                    <a:pt x="483273" y="2874132"/>
                  </a:lnTo>
                  <a:lnTo>
                    <a:pt x="479034" y="2874132"/>
                  </a:lnTo>
                  <a:lnTo>
                    <a:pt x="479034" y="2879019"/>
                  </a:lnTo>
                  <a:lnTo>
                    <a:pt x="474794" y="2879019"/>
                  </a:lnTo>
                  <a:lnTo>
                    <a:pt x="474794" y="2885206"/>
                  </a:lnTo>
                  <a:lnTo>
                    <a:pt x="470555" y="2885206"/>
                  </a:lnTo>
                  <a:lnTo>
                    <a:pt x="470555" y="2893018"/>
                  </a:lnTo>
                  <a:lnTo>
                    <a:pt x="466316" y="2893018"/>
                  </a:lnTo>
                  <a:lnTo>
                    <a:pt x="466316" y="2898224"/>
                  </a:lnTo>
                  <a:lnTo>
                    <a:pt x="462077" y="2898224"/>
                  </a:lnTo>
                  <a:lnTo>
                    <a:pt x="462077" y="2905056"/>
                  </a:lnTo>
                  <a:lnTo>
                    <a:pt x="457837" y="2905056"/>
                  </a:lnTo>
                  <a:lnTo>
                    <a:pt x="457837" y="2911235"/>
                  </a:lnTo>
                  <a:lnTo>
                    <a:pt x="453598" y="2911235"/>
                  </a:lnTo>
                  <a:lnTo>
                    <a:pt x="453598" y="2920014"/>
                  </a:lnTo>
                  <a:lnTo>
                    <a:pt x="449359" y="2920014"/>
                  </a:lnTo>
                  <a:lnTo>
                    <a:pt x="449359" y="2926190"/>
                  </a:lnTo>
                  <a:lnTo>
                    <a:pt x="445120" y="2926190"/>
                  </a:lnTo>
                  <a:lnTo>
                    <a:pt x="445120" y="2932683"/>
                  </a:lnTo>
                  <a:lnTo>
                    <a:pt x="440880" y="2932683"/>
                  </a:lnTo>
                  <a:lnTo>
                    <a:pt x="440880" y="2936902"/>
                  </a:lnTo>
                  <a:lnTo>
                    <a:pt x="436641" y="2936902"/>
                  </a:lnTo>
                  <a:lnTo>
                    <a:pt x="436641" y="2946631"/>
                  </a:lnTo>
                  <a:lnTo>
                    <a:pt x="432402" y="2946631"/>
                  </a:lnTo>
                  <a:lnTo>
                    <a:pt x="432402" y="2954735"/>
                  </a:lnTo>
                  <a:lnTo>
                    <a:pt x="428163" y="2954735"/>
                  </a:lnTo>
                  <a:lnTo>
                    <a:pt x="428163" y="2960569"/>
                  </a:lnTo>
                  <a:lnTo>
                    <a:pt x="423923" y="2960569"/>
                  </a:lnTo>
                  <a:lnTo>
                    <a:pt x="423923" y="2968670"/>
                  </a:lnTo>
                  <a:lnTo>
                    <a:pt x="419684" y="2968670"/>
                  </a:lnTo>
                  <a:lnTo>
                    <a:pt x="419684" y="2975473"/>
                  </a:lnTo>
                  <a:lnTo>
                    <a:pt x="415445" y="2975473"/>
                  </a:lnTo>
                  <a:lnTo>
                    <a:pt x="415445" y="2980975"/>
                  </a:lnTo>
                  <a:lnTo>
                    <a:pt x="411206" y="2980975"/>
                  </a:lnTo>
                  <a:lnTo>
                    <a:pt x="411206" y="2989712"/>
                  </a:lnTo>
                  <a:lnTo>
                    <a:pt x="406966" y="2989712"/>
                  </a:lnTo>
                  <a:lnTo>
                    <a:pt x="406966" y="2996828"/>
                  </a:lnTo>
                  <a:lnTo>
                    <a:pt x="402727" y="2996828"/>
                  </a:lnTo>
                  <a:lnTo>
                    <a:pt x="402727" y="3005237"/>
                  </a:lnTo>
                  <a:lnTo>
                    <a:pt x="398488" y="3005237"/>
                  </a:lnTo>
                  <a:lnTo>
                    <a:pt x="398488" y="3014614"/>
                  </a:lnTo>
                  <a:lnTo>
                    <a:pt x="394249" y="3014614"/>
                  </a:lnTo>
                  <a:lnTo>
                    <a:pt x="394249" y="3022694"/>
                  </a:lnTo>
                  <a:lnTo>
                    <a:pt x="390010" y="3022694"/>
                  </a:lnTo>
                  <a:lnTo>
                    <a:pt x="390010" y="3028833"/>
                  </a:lnTo>
                  <a:lnTo>
                    <a:pt x="385770" y="3028833"/>
                  </a:lnTo>
                  <a:lnTo>
                    <a:pt x="385770" y="3040136"/>
                  </a:lnTo>
                  <a:lnTo>
                    <a:pt x="381531" y="3040136"/>
                  </a:lnTo>
                  <a:lnTo>
                    <a:pt x="381531" y="3045623"/>
                  </a:lnTo>
                  <a:lnTo>
                    <a:pt x="377292" y="3045623"/>
                  </a:lnTo>
                  <a:lnTo>
                    <a:pt x="377292" y="3050464"/>
                  </a:lnTo>
                  <a:lnTo>
                    <a:pt x="373053" y="3050464"/>
                  </a:lnTo>
                  <a:lnTo>
                    <a:pt x="373053" y="3058529"/>
                  </a:lnTo>
                  <a:lnTo>
                    <a:pt x="368813" y="3058529"/>
                  </a:lnTo>
                  <a:lnTo>
                    <a:pt x="368813" y="3062721"/>
                  </a:lnTo>
                  <a:lnTo>
                    <a:pt x="364574" y="3062721"/>
                  </a:lnTo>
                  <a:lnTo>
                    <a:pt x="364574" y="3070137"/>
                  </a:lnTo>
                  <a:lnTo>
                    <a:pt x="360335" y="3070137"/>
                  </a:lnTo>
                  <a:lnTo>
                    <a:pt x="360335" y="3078515"/>
                  </a:lnTo>
                  <a:lnTo>
                    <a:pt x="356096" y="3078515"/>
                  </a:lnTo>
                  <a:lnTo>
                    <a:pt x="356096" y="3089135"/>
                  </a:lnTo>
                  <a:lnTo>
                    <a:pt x="351856" y="3089135"/>
                  </a:lnTo>
                  <a:lnTo>
                    <a:pt x="351856" y="3098139"/>
                  </a:lnTo>
                  <a:lnTo>
                    <a:pt x="347617" y="3098139"/>
                  </a:lnTo>
                  <a:lnTo>
                    <a:pt x="347617" y="3105851"/>
                  </a:lnTo>
                  <a:lnTo>
                    <a:pt x="343378" y="3105851"/>
                  </a:lnTo>
                  <a:lnTo>
                    <a:pt x="343378" y="3116772"/>
                  </a:lnTo>
                  <a:lnTo>
                    <a:pt x="339139" y="3116772"/>
                  </a:lnTo>
                  <a:lnTo>
                    <a:pt x="339139" y="3122872"/>
                  </a:lnTo>
                  <a:lnTo>
                    <a:pt x="334899" y="3122872"/>
                  </a:lnTo>
                  <a:lnTo>
                    <a:pt x="334899" y="3130893"/>
                  </a:lnTo>
                  <a:lnTo>
                    <a:pt x="330660" y="3130893"/>
                  </a:lnTo>
                  <a:lnTo>
                    <a:pt x="330660" y="3138270"/>
                  </a:lnTo>
                  <a:lnTo>
                    <a:pt x="326421" y="3138270"/>
                  </a:lnTo>
                  <a:lnTo>
                    <a:pt x="326421" y="3147249"/>
                  </a:lnTo>
                  <a:lnTo>
                    <a:pt x="322182" y="3147249"/>
                  </a:lnTo>
                  <a:lnTo>
                    <a:pt x="322182" y="3155583"/>
                  </a:lnTo>
                  <a:lnTo>
                    <a:pt x="317942" y="3155583"/>
                  </a:lnTo>
                  <a:lnTo>
                    <a:pt x="317942" y="3163273"/>
                  </a:lnTo>
                  <a:lnTo>
                    <a:pt x="313703" y="3163273"/>
                  </a:lnTo>
                  <a:lnTo>
                    <a:pt x="313703" y="3173521"/>
                  </a:lnTo>
                  <a:lnTo>
                    <a:pt x="309464" y="3173521"/>
                  </a:lnTo>
                  <a:lnTo>
                    <a:pt x="309464" y="3182803"/>
                  </a:lnTo>
                  <a:lnTo>
                    <a:pt x="305225" y="3182803"/>
                  </a:lnTo>
                  <a:lnTo>
                    <a:pt x="305225" y="3189842"/>
                  </a:lnTo>
                  <a:lnTo>
                    <a:pt x="300986" y="3189842"/>
                  </a:lnTo>
                  <a:lnTo>
                    <a:pt x="300986" y="3198159"/>
                  </a:lnTo>
                  <a:lnTo>
                    <a:pt x="296746" y="3198159"/>
                  </a:lnTo>
                  <a:lnTo>
                    <a:pt x="296746" y="3207427"/>
                  </a:lnTo>
                  <a:lnTo>
                    <a:pt x="292507" y="3207427"/>
                  </a:lnTo>
                  <a:lnTo>
                    <a:pt x="292507" y="3216689"/>
                  </a:lnTo>
                  <a:lnTo>
                    <a:pt x="288268" y="3216689"/>
                  </a:lnTo>
                  <a:lnTo>
                    <a:pt x="288268" y="3223393"/>
                  </a:lnTo>
                  <a:lnTo>
                    <a:pt x="284029" y="3223393"/>
                  </a:lnTo>
                  <a:lnTo>
                    <a:pt x="284029" y="3232325"/>
                  </a:lnTo>
                  <a:lnTo>
                    <a:pt x="279789" y="3232325"/>
                  </a:lnTo>
                  <a:lnTo>
                    <a:pt x="279789" y="3238703"/>
                  </a:lnTo>
                  <a:lnTo>
                    <a:pt x="275550" y="3238703"/>
                  </a:lnTo>
                  <a:lnTo>
                    <a:pt x="275550" y="3250498"/>
                  </a:lnTo>
                  <a:lnTo>
                    <a:pt x="271311" y="3250498"/>
                  </a:lnTo>
                  <a:lnTo>
                    <a:pt x="271311" y="3259734"/>
                  </a:lnTo>
                  <a:lnTo>
                    <a:pt x="267072" y="3259734"/>
                  </a:lnTo>
                  <a:lnTo>
                    <a:pt x="267072" y="3269274"/>
                  </a:lnTo>
                  <a:lnTo>
                    <a:pt x="262832" y="3269274"/>
                  </a:lnTo>
                  <a:lnTo>
                    <a:pt x="262832" y="3276903"/>
                  </a:lnTo>
                  <a:lnTo>
                    <a:pt x="258593" y="3276903"/>
                  </a:lnTo>
                  <a:lnTo>
                    <a:pt x="258593" y="3285479"/>
                  </a:lnTo>
                  <a:lnTo>
                    <a:pt x="254354" y="3285479"/>
                  </a:lnTo>
                  <a:lnTo>
                    <a:pt x="254354" y="3295004"/>
                  </a:lnTo>
                  <a:lnTo>
                    <a:pt x="250115" y="3295004"/>
                  </a:lnTo>
                  <a:lnTo>
                    <a:pt x="250115" y="3300082"/>
                  </a:lnTo>
                  <a:lnTo>
                    <a:pt x="245875" y="3300082"/>
                  </a:lnTo>
                  <a:lnTo>
                    <a:pt x="245875" y="3308012"/>
                  </a:lnTo>
                  <a:lnTo>
                    <a:pt x="241636" y="3308012"/>
                  </a:lnTo>
                  <a:lnTo>
                    <a:pt x="241636" y="3318474"/>
                  </a:lnTo>
                  <a:lnTo>
                    <a:pt x="237397" y="3318474"/>
                  </a:lnTo>
                  <a:lnTo>
                    <a:pt x="237397" y="3327971"/>
                  </a:lnTo>
                  <a:lnTo>
                    <a:pt x="233158" y="3327971"/>
                  </a:lnTo>
                  <a:lnTo>
                    <a:pt x="233158" y="3338098"/>
                  </a:lnTo>
                  <a:lnTo>
                    <a:pt x="228918" y="3338098"/>
                  </a:lnTo>
                  <a:lnTo>
                    <a:pt x="228918" y="3346638"/>
                  </a:lnTo>
                  <a:lnTo>
                    <a:pt x="224679" y="3346638"/>
                  </a:lnTo>
                  <a:lnTo>
                    <a:pt x="224679" y="3357704"/>
                  </a:lnTo>
                  <a:lnTo>
                    <a:pt x="220440" y="3357704"/>
                  </a:lnTo>
                  <a:lnTo>
                    <a:pt x="220440" y="3367499"/>
                  </a:lnTo>
                  <a:lnTo>
                    <a:pt x="216201" y="3367499"/>
                  </a:lnTo>
                  <a:lnTo>
                    <a:pt x="216201" y="3378238"/>
                  </a:lnTo>
                  <a:lnTo>
                    <a:pt x="211961" y="3378238"/>
                  </a:lnTo>
                  <a:lnTo>
                    <a:pt x="211961" y="3386760"/>
                  </a:lnTo>
                  <a:lnTo>
                    <a:pt x="207722" y="3386760"/>
                  </a:lnTo>
                  <a:lnTo>
                    <a:pt x="207722" y="3396219"/>
                  </a:lnTo>
                  <a:lnTo>
                    <a:pt x="203483" y="3396219"/>
                  </a:lnTo>
                  <a:lnTo>
                    <a:pt x="203483" y="3408824"/>
                  </a:lnTo>
                  <a:lnTo>
                    <a:pt x="199244" y="3408824"/>
                  </a:lnTo>
                  <a:lnTo>
                    <a:pt x="199244" y="3418902"/>
                  </a:lnTo>
                  <a:lnTo>
                    <a:pt x="195005" y="3418902"/>
                  </a:lnTo>
                  <a:lnTo>
                    <a:pt x="195005" y="3428028"/>
                  </a:lnTo>
                  <a:lnTo>
                    <a:pt x="190765" y="3428028"/>
                  </a:lnTo>
                  <a:lnTo>
                    <a:pt x="190765" y="3439034"/>
                  </a:lnTo>
                  <a:lnTo>
                    <a:pt x="186526" y="3439034"/>
                  </a:lnTo>
                  <a:lnTo>
                    <a:pt x="186526" y="3446887"/>
                  </a:lnTo>
                  <a:lnTo>
                    <a:pt x="182287" y="3446887"/>
                  </a:lnTo>
                  <a:lnTo>
                    <a:pt x="182287" y="3456305"/>
                  </a:lnTo>
                  <a:lnTo>
                    <a:pt x="178048" y="3456305"/>
                  </a:lnTo>
                  <a:lnTo>
                    <a:pt x="178048" y="3464760"/>
                  </a:lnTo>
                  <a:lnTo>
                    <a:pt x="173808" y="3464760"/>
                  </a:lnTo>
                  <a:lnTo>
                    <a:pt x="173808" y="3473520"/>
                  </a:lnTo>
                  <a:lnTo>
                    <a:pt x="169569" y="3473520"/>
                  </a:lnTo>
                  <a:lnTo>
                    <a:pt x="169569" y="3481336"/>
                  </a:lnTo>
                  <a:lnTo>
                    <a:pt x="165330" y="3481336"/>
                  </a:lnTo>
                  <a:lnTo>
                    <a:pt x="165330" y="3491955"/>
                  </a:lnTo>
                  <a:lnTo>
                    <a:pt x="161091" y="3491955"/>
                  </a:lnTo>
                  <a:lnTo>
                    <a:pt x="161091" y="3502566"/>
                  </a:lnTo>
                  <a:lnTo>
                    <a:pt x="156851" y="3502566"/>
                  </a:lnTo>
                  <a:lnTo>
                    <a:pt x="156851" y="3510986"/>
                  </a:lnTo>
                  <a:lnTo>
                    <a:pt x="152612" y="3510986"/>
                  </a:lnTo>
                  <a:lnTo>
                    <a:pt x="152612" y="3518776"/>
                  </a:lnTo>
                  <a:lnTo>
                    <a:pt x="148373" y="3518776"/>
                  </a:lnTo>
                  <a:lnTo>
                    <a:pt x="148373" y="3529981"/>
                  </a:lnTo>
                  <a:lnTo>
                    <a:pt x="144134" y="3529981"/>
                  </a:lnTo>
                  <a:lnTo>
                    <a:pt x="144134" y="3539308"/>
                  </a:lnTo>
                  <a:lnTo>
                    <a:pt x="139894" y="3539308"/>
                  </a:lnTo>
                  <a:lnTo>
                    <a:pt x="139894" y="3546454"/>
                  </a:lnTo>
                  <a:lnTo>
                    <a:pt x="135655" y="3546454"/>
                  </a:lnTo>
                  <a:lnTo>
                    <a:pt x="135655" y="3557008"/>
                  </a:lnTo>
                  <a:lnTo>
                    <a:pt x="131416" y="3557008"/>
                  </a:lnTo>
                  <a:lnTo>
                    <a:pt x="131416" y="3567239"/>
                  </a:lnTo>
                  <a:lnTo>
                    <a:pt x="127177" y="3567239"/>
                  </a:lnTo>
                  <a:lnTo>
                    <a:pt x="127177" y="3575910"/>
                  </a:lnTo>
                  <a:lnTo>
                    <a:pt x="122937" y="3575910"/>
                  </a:lnTo>
                  <a:lnTo>
                    <a:pt x="122937" y="3589822"/>
                  </a:lnTo>
                  <a:lnTo>
                    <a:pt x="118698" y="3589822"/>
                  </a:lnTo>
                  <a:lnTo>
                    <a:pt x="118698" y="3601543"/>
                  </a:lnTo>
                  <a:lnTo>
                    <a:pt x="114459" y="3601543"/>
                  </a:lnTo>
                  <a:lnTo>
                    <a:pt x="114459" y="3608627"/>
                  </a:lnTo>
                  <a:lnTo>
                    <a:pt x="110220" y="3608627"/>
                  </a:lnTo>
                  <a:lnTo>
                    <a:pt x="110220" y="3620621"/>
                  </a:lnTo>
                  <a:lnTo>
                    <a:pt x="105980" y="3620621"/>
                  </a:lnTo>
                  <a:lnTo>
                    <a:pt x="105980" y="3629833"/>
                  </a:lnTo>
                  <a:lnTo>
                    <a:pt x="101741" y="3629833"/>
                  </a:lnTo>
                  <a:lnTo>
                    <a:pt x="101741" y="3637498"/>
                  </a:lnTo>
                  <a:lnTo>
                    <a:pt x="97502" y="3637498"/>
                  </a:lnTo>
                  <a:lnTo>
                    <a:pt x="97502" y="3646070"/>
                  </a:lnTo>
                  <a:lnTo>
                    <a:pt x="93263" y="3646070"/>
                  </a:lnTo>
                  <a:lnTo>
                    <a:pt x="93263" y="3655236"/>
                  </a:lnTo>
                  <a:lnTo>
                    <a:pt x="89024" y="3655236"/>
                  </a:lnTo>
                  <a:lnTo>
                    <a:pt x="89024" y="3661938"/>
                  </a:lnTo>
                  <a:lnTo>
                    <a:pt x="84784" y="3661938"/>
                  </a:lnTo>
                  <a:lnTo>
                    <a:pt x="84784" y="3673184"/>
                  </a:lnTo>
                  <a:lnTo>
                    <a:pt x="80545" y="3673184"/>
                  </a:lnTo>
                  <a:lnTo>
                    <a:pt x="80545" y="3681063"/>
                  </a:lnTo>
                  <a:lnTo>
                    <a:pt x="76306" y="3681063"/>
                  </a:lnTo>
                  <a:lnTo>
                    <a:pt x="76306" y="3691040"/>
                  </a:lnTo>
                  <a:lnTo>
                    <a:pt x="72067" y="3691040"/>
                  </a:lnTo>
                  <a:lnTo>
                    <a:pt x="72067" y="3700082"/>
                  </a:lnTo>
                  <a:lnTo>
                    <a:pt x="67827" y="3700082"/>
                  </a:lnTo>
                  <a:lnTo>
                    <a:pt x="67827" y="3709094"/>
                  </a:lnTo>
                  <a:lnTo>
                    <a:pt x="63588" y="3709094"/>
                  </a:lnTo>
                  <a:lnTo>
                    <a:pt x="63588" y="3717474"/>
                  </a:lnTo>
                  <a:lnTo>
                    <a:pt x="59349" y="3717474"/>
                  </a:lnTo>
                  <a:lnTo>
                    <a:pt x="59349" y="3725216"/>
                  </a:lnTo>
                  <a:lnTo>
                    <a:pt x="55110" y="3725216"/>
                  </a:lnTo>
                  <a:lnTo>
                    <a:pt x="55110" y="3730850"/>
                  </a:lnTo>
                  <a:lnTo>
                    <a:pt x="50870" y="3730850"/>
                  </a:lnTo>
                  <a:lnTo>
                    <a:pt x="50870" y="3737641"/>
                  </a:lnTo>
                  <a:lnTo>
                    <a:pt x="46631" y="3737641"/>
                  </a:lnTo>
                  <a:lnTo>
                    <a:pt x="46631" y="3743515"/>
                  </a:lnTo>
                  <a:lnTo>
                    <a:pt x="42392" y="3743515"/>
                  </a:lnTo>
                  <a:lnTo>
                    <a:pt x="42392" y="3749936"/>
                  </a:lnTo>
                  <a:lnTo>
                    <a:pt x="38153" y="3749936"/>
                  </a:lnTo>
                  <a:lnTo>
                    <a:pt x="38153" y="3755439"/>
                  </a:lnTo>
                  <a:lnTo>
                    <a:pt x="33913" y="3755439"/>
                  </a:lnTo>
                  <a:lnTo>
                    <a:pt x="33913" y="3762600"/>
                  </a:lnTo>
                  <a:lnTo>
                    <a:pt x="29674" y="3762600"/>
                  </a:lnTo>
                  <a:lnTo>
                    <a:pt x="29674" y="3768236"/>
                  </a:lnTo>
                  <a:lnTo>
                    <a:pt x="25435" y="3768236"/>
                  </a:lnTo>
                  <a:lnTo>
                    <a:pt x="25435" y="3772387"/>
                  </a:lnTo>
                  <a:lnTo>
                    <a:pt x="21196" y="3772387"/>
                  </a:lnTo>
                  <a:lnTo>
                    <a:pt x="21196" y="3775637"/>
                  </a:lnTo>
                  <a:lnTo>
                    <a:pt x="16956" y="3775637"/>
                  </a:lnTo>
                  <a:lnTo>
                    <a:pt x="16956" y="3779807"/>
                  </a:lnTo>
                  <a:lnTo>
                    <a:pt x="12717" y="3779807"/>
                  </a:lnTo>
                  <a:lnTo>
                    <a:pt x="12717" y="3781046"/>
                  </a:lnTo>
                  <a:lnTo>
                    <a:pt x="8478" y="3781046"/>
                  </a:lnTo>
                  <a:lnTo>
                    <a:pt x="8478" y="3782902"/>
                  </a:lnTo>
                  <a:lnTo>
                    <a:pt x="4239" y="3782902"/>
                  </a:lnTo>
                  <a:lnTo>
                    <a:pt x="4239" y="3784204"/>
                  </a:lnTo>
                  <a:lnTo>
                    <a:pt x="0" y="37842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92737" y="298189"/>
              <a:ext cx="8510273" cy="448964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546587" y="4635353"/>
              <a:ext cx="18352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75995" y="3515608"/>
              <a:ext cx="25411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75995" y="2395863"/>
              <a:ext cx="25411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75995" y="1276117"/>
              <a:ext cx="25411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757943" y="46809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57943" y="35611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57943" y="24414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57943" y="13217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79568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6890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274213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821535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368857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916180" y="47878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1144272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691594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238917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786239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333562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880884" y="4850462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848809" y="5004586"/>
              <a:ext cx="398129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Years</a:t>
              </a:r>
            </a:p>
          </p:txBody>
        </p:sp>
        <p:sp>
          <p:nvSpPr>
            <p:cNvPr id="55" name="tx55"/>
            <p:cNvSpPr/>
            <p:nvPr/>
          </p:nvSpPr>
          <p:spPr>
            <a:xfrm rot="-5400000">
              <a:off x="-375586" y="2488329"/>
              <a:ext cx="145691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4029910" y="5286776"/>
              <a:ext cx="2035927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099499" y="53563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121445" y="54660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108499" y="5365365"/>
              <a:ext cx="201456" cy="201456"/>
            </a:xfrm>
            <a:prstGeom prst="rect">
              <a:avLst/>
            </a:prstGeom>
            <a:solidFill>
              <a:srgbClr val="33333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5368418" y="53563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390364" y="54660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5377418" y="5365365"/>
              <a:ext cx="201456" cy="201456"/>
            </a:xfrm>
            <a:prstGeom prst="rect">
              <a:avLst/>
            </a:prstGeom>
            <a:solidFill>
              <a:srgbClr val="33333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4388544" y="5420511"/>
              <a:ext cx="910285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 Composite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657463" y="5420511"/>
              <a:ext cx="338785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Death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2026-08-19T22:58:00Z</dcterms:modified>
  <cp:category/>
</cp:coreProperties>
</file>